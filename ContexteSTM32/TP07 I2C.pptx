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266_2A151BBB.xml" ContentType="application/vnd.ms-powerpoint.comments+xml"/>
  <Override PartName="/ppt/notesSlides/notesSlide3.xml" ContentType="application/vnd.openxmlformats-officedocument.presentationml.notesSlide+xml"/>
  <Override PartName="/ppt/comments/modernComment_232_92781628.xml" ContentType="application/vnd.ms-powerpoint.comments+xml"/>
  <Override PartName="/ppt/notesSlides/notesSlide4.xml" ContentType="application/vnd.openxmlformats-officedocument.presentationml.notesSlide+xml"/>
  <Override PartName="/ppt/comments/modernComment_245_BB1CFD14.xml" ContentType="application/vnd.ms-powerpoint.comments+xml"/>
  <Override PartName="/ppt/notesSlides/notesSlide5.xml" ContentType="application/vnd.openxmlformats-officedocument.presentationml.notesSlide+xml"/>
  <Override PartName="/ppt/comments/modernComment_233_40D0E851.xml" ContentType="application/vnd.ms-powerpoint.comments+xml"/>
  <Override PartName="/ppt/notesSlides/notesSlide6.xml" ContentType="application/vnd.openxmlformats-officedocument.presentationml.notesSlide+xml"/>
  <Override PartName="/ppt/comments/modernComment_234_87F6F25E.xml" ContentType="application/vnd.ms-powerpoint.comments+xml"/>
  <Override PartName="/ppt/notesSlides/notesSlide7.xml" ContentType="application/vnd.openxmlformats-officedocument.presentationml.notesSlide+xml"/>
  <Override PartName="/ppt/comments/modernComment_235_E31EC58D.xml" ContentType="application/vnd.ms-powerpoint.comments+xml"/>
  <Override PartName="/ppt/notesSlides/notesSlide8.xml" ContentType="application/vnd.openxmlformats-officedocument.presentationml.notesSlide+xml"/>
  <Override PartName="/ppt/comments/modernComment_236_EC90BDAE.xml" ContentType="application/vnd.ms-powerpoint.comments+xml"/>
  <Override PartName="/ppt/notesSlides/notesSlide9.xml" ContentType="application/vnd.openxmlformats-officedocument.presentationml.notesSlide+xml"/>
  <Override PartName="/ppt/comments/modernComment_239_8F3F6CCB.xml" ContentType="application/vnd.ms-powerpoint.comments+xml"/>
  <Override PartName="/ppt/notesSlides/notesSlide10.xml" ContentType="application/vnd.openxmlformats-officedocument.presentationml.notesSlide+xml"/>
  <Override PartName="/ppt/comments/modernComment_246_C813AC2C.xml" ContentType="application/vnd.ms-powerpoint.comments+xml"/>
  <Override PartName="/ppt/notesSlides/notesSlide11.xml" ContentType="application/vnd.openxmlformats-officedocument.presentationml.notesSlide+xml"/>
  <Override PartName="/ppt/comments/modernComment_247_591E9651.xml" ContentType="application/vnd.ms-powerpoint.comments+xml"/>
  <Override PartName="/ppt/notesSlides/notesSlide12.xml" ContentType="application/vnd.openxmlformats-officedocument.presentationml.notesSlide+xml"/>
  <Override PartName="/ppt/comments/modernComment_248_825D117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17"/>
  </p:notesMasterIdLst>
  <p:handoutMasterIdLst>
    <p:handoutMasterId r:id="rId18"/>
  </p:handoutMasterIdLst>
  <p:sldIdLst>
    <p:sldId id="613" r:id="rId5"/>
    <p:sldId id="614" r:id="rId6"/>
    <p:sldId id="562" r:id="rId7"/>
    <p:sldId id="581" r:id="rId8"/>
    <p:sldId id="563" r:id="rId9"/>
    <p:sldId id="564" r:id="rId10"/>
    <p:sldId id="565" r:id="rId11"/>
    <p:sldId id="566" r:id="rId12"/>
    <p:sldId id="569" r:id="rId13"/>
    <p:sldId id="582" r:id="rId14"/>
    <p:sldId id="583" r:id="rId15"/>
    <p:sldId id="584" r:id="rId16"/>
  </p:sldIdLst>
  <p:sldSz cx="12192000" cy="6858000"/>
  <p:notesSz cx="6858000" cy="9144000"/>
  <p:custDataLst>
    <p:tags r:id="rId19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893CF6-DB1A-4DF7-A6D9-074A1E8936B9}">
          <p14:sldIdLst>
            <p14:sldId id="613"/>
            <p14:sldId id="614"/>
            <p14:sldId id="562"/>
            <p14:sldId id="581"/>
            <p14:sldId id="563"/>
            <p14:sldId id="564"/>
            <p14:sldId id="565"/>
            <p14:sldId id="566"/>
            <p14:sldId id="569"/>
            <p14:sldId id="582"/>
            <p14:sldId id="583"/>
            <p14:sldId id="5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A5CD6D8-3140-9AED-417C-67238DA3D55A}" name="Julien TERRIER" initials="JT" userId="S::julien.terrier@st.com::e38a7381-6e71-427d-838c-0275fc209b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4E"/>
    <a:srgbClr val="151BFF"/>
    <a:srgbClr val="00529B"/>
    <a:srgbClr val="20D654"/>
    <a:srgbClr val="28F20C"/>
    <a:srgbClr val="20DF15"/>
    <a:srgbClr val="E30613"/>
    <a:srgbClr val="F08109"/>
    <a:srgbClr val="EF178C"/>
    <a:srgbClr val="2388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F0C40-C41A-41FA-8FDB-602132A82B08}" v="136" dt="2024-09-17T08:14:48.97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Style foncé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6000" autoAdjust="0"/>
  </p:normalViewPr>
  <p:slideViewPr>
    <p:cSldViewPr>
      <p:cViewPr varScale="1">
        <p:scale>
          <a:sx n="100" d="100"/>
          <a:sy n="100" d="100"/>
        </p:scale>
        <p:origin x="150" y="5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Louis SCOTTO-DI-QUAQUERO" userId="5b7c4864-d3b3-4c12-a33e-5ea7a2094109" providerId="ADAL" clId="{182E78CA-68CF-4743-BE97-284CCB418FE4}"/>
    <pc:docChg chg="undo custSel addSld delSld modSld sldOrd modSection">
      <pc:chgData name="Jean-Louis SCOTTO-DI-QUAQUERO" userId="5b7c4864-d3b3-4c12-a33e-5ea7a2094109" providerId="ADAL" clId="{182E78CA-68CF-4743-BE97-284CCB418FE4}" dt="2021-03-22T15:02:05.733" v="283"/>
      <pc:docMkLst>
        <pc:docMk/>
      </pc:docMkLst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3320234982" sldId="333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2681599172" sldId="334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4177442620" sldId="335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1833176489" sldId="336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1276127810" sldId="339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788354266" sldId="347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3483972827" sldId="348"/>
        </pc:sldMkLst>
      </pc:sldChg>
      <pc:sldChg chg="modSp mod">
        <pc:chgData name="Jean-Louis SCOTTO-DI-QUAQUERO" userId="5b7c4864-d3b3-4c12-a33e-5ea7a2094109" providerId="ADAL" clId="{182E78CA-68CF-4743-BE97-284CCB418FE4}" dt="2021-03-22T14:45:42.358" v="10" actId="14100"/>
        <pc:sldMkLst>
          <pc:docMk/>
          <pc:sldMk cId="1232820293" sldId="461"/>
        </pc:sldMkLst>
        <pc:spChg chg="mod">
          <ac:chgData name="Jean-Louis SCOTTO-DI-QUAQUERO" userId="5b7c4864-d3b3-4c12-a33e-5ea7a2094109" providerId="ADAL" clId="{182E78CA-68CF-4743-BE97-284CCB418FE4}" dt="2021-03-22T14:45:42.358" v="10" actId="14100"/>
          <ac:spMkLst>
            <pc:docMk/>
            <pc:sldMk cId="1232820293" sldId="461"/>
            <ac:spMk id="5" creationId="{00000000-0000-0000-0000-000000000000}"/>
          </ac:spMkLst>
        </pc:spChg>
      </pc:sldChg>
      <pc:sldChg chg="modSp mod">
        <pc:chgData name="Jean-Louis SCOTTO-DI-QUAQUERO" userId="5b7c4864-d3b3-4c12-a33e-5ea7a2094109" providerId="ADAL" clId="{182E78CA-68CF-4743-BE97-284CCB418FE4}" dt="2021-03-22T14:46:38.572" v="156" actId="12"/>
        <pc:sldMkLst>
          <pc:docMk/>
          <pc:sldMk cId="4113719392" sldId="559"/>
        </pc:sldMkLst>
        <pc:spChg chg="mod">
          <ac:chgData name="Jean-Louis SCOTTO-DI-QUAQUERO" userId="5b7c4864-d3b3-4c12-a33e-5ea7a2094109" providerId="ADAL" clId="{182E78CA-68CF-4743-BE97-284CCB418FE4}" dt="2021-03-22T14:45:51.433" v="27" actId="20577"/>
          <ac:spMkLst>
            <pc:docMk/>
            <pc:sldMk cId="4113719392" sldId="559"/>
            <ac:spMk id="4" creationId="{5E110484-7C01-4617-903A-503AD67ED395}"/>
          </ac:spMkLst>
        </pc:spChg>
        <pc:spChg chg="mod">
          <ac:chgData name="Jean-Louis SCOTTO-DI-QUAQUERO" userId="5b7c4864-d3b3-4c12-a33e-5ea7a2094109" providerId="ADAL" clId="{182E78CA-68CF-4743-BE97-284CCB418FE4}" dt="2021-03-22T14:46:38.572" v="156" actId="12"/>
          <ac:spMkLst>
            <pc:docMk/>
            <pc:sldMk cId="4113719392" sldId="559"/>
            <ac:spMk id="5" creationId="{4A0BAB5A-BB55-46E0-9F57-B6937674FD25}"/>
          </ac:spMkLst>
        </pc:spChg>
      </pc:sldChg>
      <pc:sldChg chg="addSp delSp modSp new mod">
        <pc:chgData name="Jean-Louis SCOTTO-DI-QUAQUERO" userId="5b7c4864-d3b3-4c12-a33e-5ea7a2094109" providerId="ADAL" clId="{182E78CA-68CF-4743-BE97-284CCB418FE4}" dt="2021-03-22T14:47:09.489" v="166" actId="1036"/>
        <pc:sldMkLst>
          <pc:docMk/>
          <pc:sldMk cId="2648189230" sldId="560"/>
        </pc:sldMkLst>
        <pc:spChg chg="mod">
          <ac:chgData name="Jean-Louis SCOTTO-DI-QUAQUERO" userId="5b7c4864-d3b3-4c12-a33e-5ea7a2094109" providerId="ADAL" clId="{182E78CA-68CF-4743-BE97-284CCB418FE4}" dt="2021-03-22T14:46:53.485" v="158"/>
          <ac:spMkLst>
            <pc:docMk/>
            <pc:sldMk cId="2648189230" sldId="560"/>
            <ac:spMk id="4" creationId="{D4769349-454E-41B5-AE99-E9C705B3AB36}"/>
          </ac:spMkLst>
        </pc:spChg>
        <pc:spChg chg="del">
          <ac:chgData name="Jean-Louis SCOTTO-DI-QUAQUERO" userId="5b7c4864-d3b3-4c12-a33e-5ea7a2094109" providerId="ADAL" clId="{182E78CA-68CF-4743-BE97-284CCB418FE4}" dt="2021-03-22T14:47:04.546" v="159" actId="478"/>
          <ac:spMkLst>
            <pc:docMk/>
            <pc:sldMk cId="2648189230" sldId="560"/>
            <ac:spMk id="5" creationId="{7FC4B079-F19B-467F-9557-8B7E8D270341}"/>
          </ac:spMkLst>
        </pc:spChg>
        <pc:spChg chg="add mod">
          <ac:chgData name="Jean-Louis SCOTTO-DI-QUAQUERO" userId="5b7c4864-d3b3-4c12-a33e-5ea7a2094109" providerId="ADAL" clId="{182E78CA-68CF-4743-BE97-284CCB418FE4}" dt="2021-03-22T14:47:09.489" v="166" actId="1036"/>
          <ac:spMkLst>
            <pc:docMk/>
            <pc:sldMk cId="2648189230" sldId="560"/>
            <ac:spMk id="6" creationId="{FC0270FC-D64F-4B3D-84BD-D35EB4F18F61}"/>
          </ac:spMkLst>
        </pc:spChg>
        <pc:spChg chg="add mod">
          <ac:chgData name="Jean-Louis SCOTTO-DI-QUAQUERO" userId="5b7c4864-d3b3-4c12-a33e-5ea7a2094109" providerId="ADAL" clId="{182E78CA-68CF-4743-BE97-284CCB418FE4}" dt="2021-03-22T14:47:09.489" v="166" actId="1036"/>
          <ac:spMkLst>
            <pc:docMk/>
            <pc:sldMk cId="2648189230" sldId="560"/>
            <ac:spMk id="7" creationId="{BC08E1B7-2645-4BFF-B184-D74E816D6680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15" creationId="{2C31D4FB-23E7-475A-B0A4-7325FCF93007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16" creationId="{D20A165F-6C24-4999-BCF6-18A086E94548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17" creationId="{E6F4187E-DC86-4A28-B8FA-581AD84377C4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18" creationId="{481B98E1-F359-453D-86B4-D93A8FC56583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19" creationId="{BC8578E9-BF50-4B87-A4E0-C16C372A835F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20" creationId="{D90F72BF-B0BB-4CC0-A0C4-028214F010CB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21" creationId="{084CBACE-430B-4B2E-9E81-E7D8693CC2BE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22" creationId="{B641B1E3-C2CF-4C2F-A819-5581CAE3D80A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23" creationId="{2A49F256-78C0-4D7E-8D6B-030A666EF327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24" creationId="{6422988C-E3B7-4CDB-8DC9-41EA804945E3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25" creationId="{6A75F342-148A-4241-A583-01E97C4A4E57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26" creationId="{68FE4AEA-E4D6-4B59-92C7-06AD9D9B0CBD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27" creationId="{0F3D6AAC-9965-4C8E-9886-01BC5575F4ED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29" creationId="{CC8BD430-7E7E-4A7E-8D06-C64EE7B7733D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30" creationId="{2A648E52-52E9-4CD5-881A-7E8A05C13510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31" creationId="{33DA6550-1476-4F1E-ABED-B387F5885D54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32" creationId="{754AF628-1DC2-4074-9D79-D07C81ED74E5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33" creationId="{B38248BF-13EE-457E-ADE0-0FA2C872802E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34" creationId="{B22AA390-1F02-4717-BC89-2D9A38121DD1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35" creationId="{8ED14538-C341-4093-BD40-340CF43042DC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36" creationId="{60DEBB1A-D8B2-46CE-82A3-3AA7F6556864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37" creationId="{9E44799F-D581-45A0-B5E3-418CFC840178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38" creationId="{C00CCE45-3BEE-408A-A7CE-839DE547E702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39" creationId="{4F205068-AD39-411D-9A6B-5CE09163F67B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40" creationId="{C27157A2-9250-485D-8E22-4B0393BF74E8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41" creationId="{B74E4B1C-0FF9-4E8F-80F7-2E21F004BEEF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42" creationId="{ADA7C783-1561-4D86-8242-61EF9011529A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43" creationId="{7E69D950-3FAF-4CA2-BD7E-33FB3B8798F1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44" creationId="{E38BBE6B-27B1-45B8-8453-4B5FECC3ECB3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45" creationId="{28977CC1-CF74-4CDD-96E1-F75210C43CF1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46" creationId="{AA79ACE3-4777-4D9A-A423-BF091C56F070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47" creationId="{446DC7D8-4D5A-4967-BC5B-3CA602B295A4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48" creationId="{C5A8A928-23A1-42B0-B5F3-FA4B6B2F8A1E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49" creationId="{8DE2266B-74F3-4FB6-8292-C0236953652A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53" creationId="{BBA46A40-8704-4531-9C19-1E85512E4E10}"/>
          </ac:spMkLst>
        </pc:spChg>
        <pc:spChg chg="mod">
          <ac:chgData name="Jean-Louis SCOTTO-DI-QUAQUERO" userId="5b7c4864-d3b3-4c12-a33e-5ea7a2094109" providerId="ADAL" clId="{182E78CA-68CF-4743-BE97-284CCB418FE4}" dt="2021-03-22T14:47:05.200" v="160"/>
          <ac:spMkLst>
            <pc:docMk/>
            <pc:sldMk cId="2648189230" sldId="560"/>
            <ac:spMk id="54" creationId="{7945BE05-D025-40C6-AEB7-EA94F8C29C71}"/>
          </ac:spMkLst>
        </pc:spChg>
        <pc:grpChg chg="add mod">
          <ac:chgData name="Jean-Louis SCOTTO-DI-QUAQUERO" userId="5b7c4864-d3b3-4c12-a33e-5ea7a2094109" providerId="ADAL" clId="{182E78CA-68CF-4743-BE97-284CCB418FE4}" dt="2021-03-22T14:47:09.489" v="166" actId="1036"/>
          <ac:grpSpMkLst>
            <pc:docMk/>
            <pc:sldMk cId="2648189230" sldId="560"/>
            <ac:grpSpMk id="8" creationId="{BC256D04-642C-49A2-BE7D-23419993BB02}"/>
          </ac:grpSpMkLst>
        </pc:grpChg>
        <pc:grpChg chg="mod">
          <ac:chgData name="Jean-Louis SCOTTO-DI-QUAQUERO" userId="5b7c4864-d3b3-4c12-a33e-5ea7a2094109" providerId="ADAL" clId="{182E78CA-68CF-4743-BE97-284CCB418FE4}" dt="2021-03-22T14:47:05.200" v="160"/>
          <ac:grpSpMkLst>
            <pc:docMk/>
            <pc:sldMk cId="2648189230" sldId="560"/>
            <ac:grpSpMk id="9" creationId="{6AAD4B2B-0FF2-4790-8ED6-6C1871831A89}"/>
          </ac:grpSpMkLst>
        </pc:grpChg>
        <pc:grpChg chg="mod">
          <ac:chgData name="Jean-Louis SCOTTO-DI-QUAQUERO" userId="5b7c4864-d3b3-4c12-a33e-5ea7a2094109" providerId="ADAL" clId="{182E78CA-68CF-4743-BE97-284CCB418FE4}" dt="2021-03-22T14:47:05.200" v="160"/>
          <ac:grpSpMkLst>
            <pc:docMk/>
            <pc:sldMk cId="2648189230" sldId="560"/>
            <ac:grpSpMk id="11" creationId="{D49536C8-C702-4035-A36B-6D38DDCC6866}"/>
          </ac:grpSpMkLst>
        </pc:grpChg>
        <pc:grpChg chg="add mod">
          <ac:chgData name="Jean-Louis SCOTTO-DI-QUAQUERO" userId="5b7c4864-d3b3-4c12-a33e-5ea7a2094109" providerId="ADAL" clId="{182E78CA-68CF-4743-BE97-284CCB418FE4}" dt="2021-03-22T14:47:09.489" v="166" actId="1036"/>
          <ac:grpSpMkLst>
            <pc:docMk/>
            <pc:sldMk cId="2648189230" sldId="560"/>
            <ac:grpSpMk id="28" creationId="{942E8BDA-7719-446A-83F5-72EF9F8FCC3B}"/>
          </ac:grpSpMkLst>
        </pc:grpChg>
        <pc:cxnChg chg="mod">
          <ac:chgData name="Jean-Louis SCOTTO-DI-QUAQUERO" userId="5b7c4864-d3b3-4c12-a33e-5ea7a2094109" providerId="ADAL" clId="{182E78CA-68CF-4743-BE97-284CCB418FE4}" dt="2021-03-22T14:47:05.200" v="160"/>
          <ac:cxnSpMkLst>
            <pc:docMk/>
            <pc:sldMk cId="2648189230" sldId="560"/>
            <ac:cxnSpMk id="10" creationId="{21678916-D5A3-44B0-93F8-6AED7306BCC8}"/>
          </ac:cxnSpMkLst>
        </pc:cxnChg>
        <pc:cxnChg chg="mod">
          <ac:chgData name="Jean-Louis SCOTTO-DI-QUAQUERO" userId="5b7c4864-d3b3-4c12-a33e-5ea7a2094109" providerId="ADAL" clId="{182E78CA-68CF-4743-BE97-284CCB418FE4}" dt="2021-03-22T14:47:05.200" v="160"/>
          <ac:cxnSpMkLst>
            <pc:docMk/>
            <pc:sldMk cId="2648189230" sldId="560"/>
            <ac:cxnSpMk id="12" creationId="{9D1F3283-ABFA-4BDE-A4B1-9BCDFBA2D539}"/>
          </ac:cxnSpMkLst>
        </pc:cxnChg>
        <pc:cxnChg chg="mod">
          <ac:chgData name="Jean-Louis SCOTTO-DI-QUAQUERO" userId="5b7c4864-d3b3-4c12-a33e-5ea7a2094109" providerId="ADAL" clId="{182E78CA-68CF-4743-BE97-284CCB418FE4}" dt="2021-03-22T14:47:05.200" v="160"/>
          <ac:cxnSpMkLst>
            <pc:docMk/>
            <pc:sldMk cId="2648189230" sldId="560"/>
            <ac:cxnSpMk id="13" creationId="{1153FE0E-3803-451D-A5F3-CAC9E9191A28}"/>
          </ac:cxnSpMkLst>
        </pc:cxnChg>
        <pc:cxnChg chg="mod">
          <ac:chgData name="Jean-Louis SCOTTO-DI-QUAQUERO" userId="5b7c4864-d3b3-4c12-a33e-5ea7a2094109" providerId="ADAL" clId="{182E78CA-68CF-4743-BE97-284CCB418FE4}" dt="2021-03-22T14:47:05.200" v="160"/>
          <ac:cxnSpMkLst>
            <pc:docMk/>
            <pc:sldMk cId="2648189230" sldId="560"/>
            <ac:cxnSpMk id="14" creationId="{8192009F-5CF2-43A4-A60E-AE63946C436A}"/>
          </ac:cxnSpMkLst>
        </pc:cxnChg>
        <pc:cxnChg chg="mod">
          <ac:chgData name="Jean-Louis SCOTTO-DI-QUAQUERO" userId="5b7c4864-d3b3-4c12-a33e-5ea7a2094109" providerId="ADAL" clId="{182E78CA-68CF-4743-BE97-284CCB418FE4}" dt="2021-03-22T14:47:05.200" v="160"/>
          <ac:cxnSpMkLst>
            <pc:docMk/>
            <pc:sldMk cId="2648189230" sldId="560"/>
            <ac:cxnSpMk id="50" creationId="{A8CB3098-F058-4DAC-9317-2FFAA39453F3}"/>
          </ac:cxnSpMkLst>
        </pc:cxnChg>
        <pc:cxnChg chg="mod">
          <ac:chgData name="Jean-Louis SCOTTO-DI-QUAQUERO" userId="5b7c4864-d3b3-4c12-a33e-5ea7a2094109" providerId="ADAL" clId="{182E78CA-68CF-4743-BE97-284CCB418FE4}" dt="2021-03-22T14:47:05.200" v="160"/>
          <ac:cxnSpMkLst>
            <pc:docMk/>
            <pc:sldMk cId="2648189230" sldId="560"/>
            <ac:cxnSpMk id="51" creationId="{393A8F70-7B17-4008-91AB-CA5927E3F58F}"/>
          </ac:cxnSpMkLst>
        </pc:cxnChg>
        <pc:cxnChg chg="mod">
          <ac:chgData name="Jean-Louis SCOTTO-DI-QUAQUERO" userId="5b7c4864-d3b3-4c12-a33e-5ea7a2094109" providerId="ADAL" clId="{182E78CA-68CF-4743-BE97-284CCB418FE4}" dt="2021-03-22T14:47:05.200" v="160"/>
          <ac:cxnSpMkLst>
            <pc:docMk/>
            <pc:sldMk cId="2648189230" sldId="560"/>
            <ac:cxnSpMk id="52" creationId="{2931B717-917C-4CE7-A3BF-09EBCBA1F5E9}"/>
          </ac:cxnSpMkLst>
        </pc:cxnChg>
      </pc:sldChg>
      <pc:sldChg chg="addSp delSp modSp new mod">
        <pc:chgData name="Jean-Louis SCOTTO-DI-QUAQUERO" userId="5b7c4864-d3b3-4c12-a33e-5ea7a2094109" providerId="ADAL" clId="{182E78CA-68CF-4743-BE97-284CCB418FE4}" dt="2021-03-22T14:54:32.741" v="182" actId="1076"/>
        <pc:sldMkLst>
          <pc:docMk/>
          <pc:sldMk cId="1353746451" sldId="561"/>
        </pc:sldMkLst>
        <pc:spChg chg="mod">
          <ac:chgData name="Jean-Louis SCOTTO-DI-QUAQUERO" userId="5b7c4864-d3b3-4c12-a33e-5ea7a2094109" providerId="ADAL" clId="{182E78CA-68CF-4743-BE97-284CCB418FE4}" dt="2021-03-22T14:54:19.238" v="179"/>
          <ac:spMkLst>
            <pc:docMk/>
            <pc:sldMk cId="1353746451" sldId="561"/>
            <ac:spMk id="4" creationId="{27D2D4DF-2672-49A2-B95D-2F8236D87193}"/>
          </ac:spMkLst>
        </pc:spChg>
        <pc:spChg chg="del">
          <ac:chgData name="Jean-Louis SCOTTO-DI-QUAQUERO" userId="5b7c4864-d3b3-4c12-a33e-5ea7a2094109" providerId="ADAL" clId="{182E78CA-68CF-4743-BE97-284CCB418FE4}" dt="2021-03-22T14:54:27.880" v="180" actId="478"/>
          <ac:spMkLst>
            <pc:docMk/>
            <pc:sldMk cId="1353746451" sldId="561"/>
            <ac:spMk id="5" creationId="{28866923-9D30-4658-83B8-0B309F00CD47}"/>
          </ac:spMkLst>
        </pc:spChg>
        <pc:spChg chg="add mod">
          <ac:chgData name="Jean-Louis SCOTTO-DI-QUAQUERO" userId="5b7c4864-d3b3-4c12-a33e-5ea7a2094109" providerId="ADAL" clId="{182E78CA-68CF-4743-BE97-284CCB418FE4}" dt="2021-03-22T14:54:32.741" v="182" actId="1076"/>
          <ac:spMkLst>
            <pc:docMk/>
            <pc:sldMk cId="1353746451" sldId="561"/>
            <ac:spMk id="6" creationId="{A3041A3B-2BE7-4AC4-A084-4D200FEE7943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8" creationId="{D2E8BCA0-FD42-4565-B3FF-747AE4559134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9" creationId="{0B40BFA9-9707-41B1-A68A-D3FE3D25A963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10" creationId="{45D22B79-450F-4125-99C9-1B64C483A12C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11" creationId="{2B0DB9C2-CAC4-47BD-A17E-E320BDB81520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12" creationId="{B3F899EC-8F02-4532-810E-0C83E1F5EDA4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13" creationId="{0781B4B8-EED1-4D13-8562-5D84C9BB2EBF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20" creationId="{C3C5EE51-7DA8-432D-ACC5-08145D829F33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21" creationId="{06F28107-3A92-4146-AFB2-F613235AC81A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31" creationId="{49AA5932-C0CB-418C-B8AA-767F7540E672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32" creationId="{C153E2D9-38DF-4D06-AB9B-21C6F3D5780B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33" creationId="{B4F24D2C-DB02-4AE7-90BE-9C6A377DB9A0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34" creationId="{D0EBFD71-CBB0-4256-9997-A542B9B36E74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35" creationId="{3B5DF028-7ED2-4FEB-A539-FC5D8826A3F3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36" creationId="{081CD9F9-1A5A-4A90-A885-1720ADAF00C8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37" creationId="{4B767EE7-26F7-4C77-994C-9B16589AE227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38" creationId="{6AC7D45D-B95B-4EA7-A0D4-40BDC15D9F40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39" creationId="{993B8295-6DDE-4B0C-B5F5-C8E19CC3157C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40" creationId="{D23FE97E-7822-4808-8DCE-34FC6826211C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41" creationId="{64126C70-6972-47DE-A4E9-D688B26FAD8E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42" creationId="{76E62AC5-5043-488B-89A8-F09D85E849E9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43" creationId="{FE16BEF5-A3B2-45FF-B8A6-5386F8E15542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44" creationId="{67ECDE2A-594D-410A-8838-6AA6F51AA536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45" creationId="{E62169DE-85FE-46E6-A0FD-D19E35CB2282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46" creationId="{7FE83AE5-119D-48FB-9DE0-676BD75A5DC8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47" creationId="{9A67FDC8-9224-485C-9812-44F581973BD6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48" creationId="{C3089040-E98B-40C5-89E1-816719F752FD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49" creationId="{82F7DF32-167C-4CBD-89B7-1126D85FFED5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50" creationId="{EC39EE2B-DC25-43B2-BE01-B9580218EA29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51" creationId="{82C7DDD3-9019-4962-80BF-8DD3FA9B0197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52" creationId="{6ACD3EDA-64E3-4CB2-96BC-FE485F1DA320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53" creationId="{D81C5141-F7FB-4B64-80AD-F7D5CDCB442C}"/>
          </ac:spMkLst>
        </pc:spChg>
        <pc:spChg chg="mod">
          <ac:chgData name="Jean-Louis SCOTTO-DI-QUAQUERO" userId="5b7c4864-d3b3-4c12-a33e-5ea7a2094109" providerId="ADAL" clId="{182E78CA-68CF-4743-BE97-284CCB418FE4}" dt="2021-03-22T14:54:28.367" v="181"/>
          <ac:spMkLst>
            <pc:docMk/>
            <pc:sldMk cId="1353746451" sldId="561"/>
            <ac:spMk id="54" creationId="{6448E16F-7A9A-45BD-AD77-7C4AF317CC81}"/>
          </ac:spMkLst>
        </pc:spChg>
        <pc:grpChg chg="add mod">
          <ac:chgData name="Jean-Louis SCOTTO-DI-QUAQUERO" userId="5b7c4864-d3b3-4c12-a33e-5ea7a2094109" providerId="ADAL" clId="{182E78CA-68CF-4743-BE97-284CCB418FE4}" dt="2021-03-22T14:54:32.741" v="182" actId="1076"/>
          <ac:grpSpMkLst>
            <pc:docMk/>
            <pc:sldMk cId="1353746451" sldId="561"/>
            <ac:grpSpMk id="7" creationId="{A47B746A-B172-417C-8A57-EAFD5B4C1122}"/>
          </ac:grpSpMkLst>
        </pc:grpChg>
        <pc:grpChg chg="mod">
          <ac:chgData name="Jean-Louis SCOTTO-DI-QUAQUERO" userId="5b7c4864-d3b3-4c12-a33e-5ea7a2094109" providerId="ADAL" clId="{182E78CA-68CF-4743-BE97-284CCB418FE4}" dt="2021-03-22T14:54:28.367" v="181"/>
          <ac:grpSpMkLst>
            <pc:docMk/>
            <pc:sldMk cId="1353746451" sldId="561"/>
            <ac:grpSpMk id="15" creationId="{54CFAEF2-4648-4C9F-B1D5-CAD687F06424}"/>
          </ac:grpSpMkLst>
        </pc:grpChg>
        <pc:grpChg chg="mod">
          <ac:chgData name="Jean-Louis SCOTTO-DI-QUAQUERO" userId="5b7c4864-d3b3-4c12-a33e-5ea7a2094109" providerId="ADAL" clId="{182E78CA-68CF-4743-BE97-284CCB418FE4}" dt="2021-03-22T14:54:28.367" v="181"/>
          <ac:grpSpMkLst>
            <pc:docMk/>
            <pc:sldMk cId="1353746451" sldId="561"/>
            <ac:grpSpMk id="19" creationId="{1E0DF082-8340-4084-97E2-CED47467175E}"/>
          </ac:grpSpMkLst>
        </pc:grpChg>
        <pc:grpChg chg="mod">
          <ac:chgData name="Jean-Louis SCOTTO-DI-QUAQUERO" userId="5b7c4864-d3b3-4c12-a33e-5ea7a2094109" providerId="ADAL" clId="{182E78CA-68CF-4743-BE97-284CCB418FE4}" dt="2021-03-22T14:54:28.367" v="181"/>
          <ac:grpSpMkLst>
            <pc:docMk/>
            <pc:sldMk cId="1353746451" sldId="561"/>
            <ac:grpSpMk id="25" creationId="{77E84E5D-EF99-4BD5-A474-01DD33F26835}"/>
          </ac:grpSpMkLst>
        </pc:grpChg>
        <pc:cxnChg chg="mod">
          <ac:chgData name="Jean-Louis SCOTTO-DI-QUAQUERO" userId="5b7c4864-d3b3-4c12-a33e-5ea7a2094109" providerId="ADAL" clId="{182E78CA-68CF-4743-BE97-284CCB418FE4}" dt="2021-03-22T14:54:28.367" v="181"/>
          <ac:cxnSpMkLst>
            <pc:docMk/>
            <pc:sldMk cId="1353746451" sldId="561"/>
            <ac:cxnSpMk id="14" creationId="{8EE6841A-C2FB-4DBC-B753-55DA865A66ED}"/>
          </ac:cxnSpMkLst>
        </pc:cxnChg>
        <pc:cxnChg chg="mod">
          <ac:chgData name="Jean-Louis SCOTTO-DI-QUAQUERO" userId="5b7c4864-d3b3-4c12-a33e-5ea7a2094109" providerId="ADAL" clId="{182E78CA-68CF-4743-BE97-284CCB418FE4}" dt="2021-03-22T14:54:28.367" v="181"/>
          <ac:cxnSpMkLst>
            <pc:docMk/>
            <pc:sldMk cId="1353746451" sldId="561"/>
            <ac:cxnSpMk id="16" creationId="{964CA02D-252B-4FB0-BFE7-18E4FEBB5C65}"/>
          </ac:cxnSpMkLst>
        </pc:cxnChg>
        <pc:cxnChg chg="mod">
          <ac:chgData name="Jean-Louis SCOTTO-DI-QUAQUERO" userId="5b7c4864-d3b3-4c12-a33e-5ea7a2094109" providerId="ADAL" clId="{182E78CA-68CF-4743-BE97-284CCB418FE4}" dt="2021-03-22T14:54:28.367" v="181"/>
          <ac:cxnSpMkLst>
            <pc:docMk/>
            <pc:sldMk cId="1353746451" sldId="561"/>
            <ac:cxnSpMk id="17" creationId="{BFBB110A-A1A2-4FBC-A15E-FA6F3A7030D9}"/>
          </ac:cxnSpMkLst>
        </pc:cxnChg>
        <pc:cxnChg chg="mod">
          <ac:chgData name="Jean-Louis SCOTTO-DI-QUAQUERO" userId="5b7c4864-d3b3-4c12-a33e-5ea7a2094109" providerId="ADAL" clId="{182E78CA-68CF-4743-BE97-284CCB418FE4}" dt="2021-03-22T14:54:28.367" v="181"/>
          <ac:cxnSpMkLst>
            <pc:docMk/>
            <pc:sldMk cId="1353746451" sldId="561"/>
            <ac:cxnSpMk id="18" creationId="{B8FF27CB-1F3B-4023-ACC1-F72E3BA5901B}"/>
          </ac:cxnSpMkLst>
        </pc:cxnChg>
        <pc:cxnChg chg="mod">
          <ac:chgData name="Jean-Louis SCOTTO-DI-QUAQUERO" userId="5b7c4864-d3b3-4c12-a33e-5ea7a2094109" providerId="ADAL" clId="{182E78CA-68CF-4743-BE97-284CCB418FE4}" dt="2021-03-22T14:54:28.367" v="181"/>
          <ac:cxnSpMkLst>
            <pc:docMk/>
            <pc:sldMk cId="1353746451" sldId="561"/>
            <ac:cxnSpMk id="22" creationId="{7DE2CF5E-3B0A-4EC9-B353-F628F71F289C}"/>
          </ac:cxnSpMkLst>
        </pc:cxnChg>
        <pc:cxnChg chg="mod">
          <ac:chgData name="Jean-Louis SCOTTO-DI-QUAQUERO" userId="5b7c4864-d3b3-4c12-a33e-5ea7a2094109" providerId="ADAL" clId="{182E78CA-68CF-4743-BE97-284CCB418FE4}" dt="2021-03-22T14:54:28.367" v="181"/>
          <ac:cxnSpMkLst>
            <pc:docMk/>
            <pc:sldMk cId="1353746451" sldId="561"/>
            <ac:cxnSpMk id="23" creationId="{FA90BBA0-693F-439A-A934-071A706A9DEB}"/>
          </ac:cxnSpMkLst>
        </pc:cxnChg>
        <pc:cxnChg chg="mod">
          <ac:chgData name="Jean-Louis SCOTTO-DI-QUAQUERO" userId="5b7c4864-d3b3-4c12-a33e-5ea7a2094109" providerId="ADAL" clId="{182E78CA-68CF-4743-BE97-284CCB418FE4}" dt="2021-03-22T14:54:28.367" v="181"/>
          <ac:cxnSpMkLst>
            <pc:docMk/>
            <pc:sldMk cId="1353746451" sldId="561"/>
            <ac:cxnSpMk id="24" creationId="{F023300E-1F1A-4553-89E9-82C8CBBE3030}"/>
          </ac:cxnSpMkLst>
        </pc:cxnChg>
        <pc:cxnChg chg="mod">
          <ac:chgData name="Jean-Louis SCOTTO-DI-QUAQUERO" userId="5b7c4864-d3b3-4c12-a33e-5ea7a2094109" providerId="ADAL" clId="{182E78CA-68CF-4743-BE97-284CCB418FE4}" dt="2021-03-22T14:54:28.367" v="181"/>
          <ac:cxnSpMkLst>
            <pc:docMk/>
            <pc:sldMk cId="1353746451" sldId="561"/>
            <ac:cxnSpMk id="26" creationId="{60BBCB92-1FD4-4D1D-82C3-27E64D41C770}"/>
          </ac:cxnSpMkLst>
        </pc:cxnChg>
        <pc:cxnChg chg="mod">
          <ac:chgData name="Jean-Louis SCOTTO-DI-QUAQUERO" userId="5b7c4864-d3b3-4c12-a33e-5ea7a2094109" providerId="ADAL" clId="{182E78CA-68CF-4743-BE97-284CCB418FE4}" dt="2021-03-22T14:54:28.367" v="181"/>
          <ac:cxnSpMkLst>
            <pc:docMk/>
            <pc:sldMk cId="1353746451" sldId="561"/>
            <ac:cxnSpMk id="27" creationId="{5D94E61C-33EC-4A3D-860E-78A27A2CAC5E}"/>
          </ac:cxnSpMkLst>
        </pc:cxnChg>
        <pc:cxnChg chg="mod">
          <ac:chgData name="Jean-Louis SCOTTO-DI-QUAQUERO" userId="5b7c4864-d3b3-4c12-a33e-5ea7a2094109" providerId="ADAL" clId="{182E78CA-68CF-4743-BE97-284CCB418FE4}" dt="2021-03-22T14:54:28.367" v="181"/>
          <ac:cxnSpMkLst>
            <pc:docMk/>
            <pc:sldMk cId="1353746451" sldId="561"/>
            <ac:cxnSpMk id="28" creationId="{8591D60D-0B7C-45DF-8CD7-8EBC84D52B98}"/>
          </ac:cxnSpMkLst>
        </pc:cxnChg>
        <pc:cxnChg chg="mod">
          <ac:chgData name="Jean-Louis SCOTTO-DI-QUAQUERO" userId="5b7c4864-d3b3-4c12-a33e-5ea7a2094109" providerId="ADAL" clId="{182E78CA-68CF-4743-BE97-284CCB418FE4}" dt="2021-03-22T14:54:28.367" v="181"/>
          <ac:cxnSpMkLst>
            <pc:docMk/>
            <pc:sldMk cId="1353746451" sldId="561"/>
            <ac:cxnSpMk id="29" creationId="{AFBF13E0-4379-4E4F-B332-08427B31BF34}"/>
          </ac:cxnSpMkLst>
        </pc:cxnChg>
        <pc:cxnChg chg="mod">
          <ac:chgData name="Jean-Louis SCOTTO-DI-QUAQUERO" userId="5b7c4864-d3b3-4c12-a33e-5ea7a2094109" providerId="ADAL" clId="{182E78CA-68CF-4743-BE97-284CCB418FE4}" dt="2021-03-22T14:54:28.367" v="181"/>
          <ac:cxnSpMkLst>
            <pc:docMk/>
            <pc:sldMk cId="1353746451" sldId="561"/>
            <ac:cxnSpMk id="30" creationId="{35C20AF9-A8DC-42F1-AB5D-52EADB180A75}"/>
          </ac:cxnSpMkLst>
        </pc:cxnChg>
      </pc:sldChg>
      <pc:sldChg chg="addSp delSp modSp add mod">
        <pc:chgData name="Jean-Louis SCOTTO-DI-QUAQUERO" userId="5b7c4864-d3b3-4c12-a33e-5ea7a2094109" providerId="ADAL" clId="{182E78CA-68CF-4743-BE97-284CCB418FE4}" dt="2021-03-22T14:54:52.264" v="185"/>
        <pc:sldMkLst>
          <pc:docMk/>
          <pc:sldMk cId="2457343528" sldId="562"/>
        </pc:sldMkLst>
        <pc:spChg chg="mod">
          <ac:chgData name="Jean-Louis SCOTTO-DI-QUAQUERO" userId="5b7c4864-d3b3-4c12-a33e-5ea7a2094109" providerId="ADAL" clId="{182E78CA-68CF-4743-BE97-284CCB418FE4}" dt="2021-03-22T14:54:45.123" v="183"/>
          <ac:spMkLst>
            <pc:docMk/>
            <pc:sldMk cId="2457343528" sldId="562"/>
            <ac:spMk id="4" creationId="{27D2D4DF-2672-49A2-B95D-2F8236D87193}"/>
          </ac:spMkLst>
        </pc:spChg>
        <pc:spChg chg="del">
          <ac:chgData name="Jean-Louis SCOTTO-DI-QUAQUERO" userId="5b7c4864-d3b3-4c12-a33e-5ea7a2094109" providerId="ADAL" clId="{182E78CA-68CF-4743-BE97-284CCB418FE4}" dt="2021-03-22T14:54:51.923" v="184" actId="478"/>
          <ac:spMkLst>
            <pc:docMk/>
            <pc:sldMk cId="2457343528" sldId="562"/>
            <ac:spMk id="5" creationId="{28866923-9D30-4658-83B8-0B309F00CD47}"/>
          </ac:spMkLst>
        </pc:spChg>
        <pc:spChg chg="add 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6" creationId="{CCCA1F09-6DB8-40CB-9857-A3E7115C8C7E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15" creationId="{6BB6D44E-705D-40F7-910E-FFF2E0295BF5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16" creationId="{12F168FE-F0C1-4EA2-AFFD-E89AAF119E05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17" creationId="{0DE837B6-DF50-4C19-9E14-BE2D0AA46C4D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18" creationId="{647702FD-D251-45EE-BA4E-87C62E51D569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19" creationId="{CD793ACC-2641-4755-86F3-97DF27D28DF8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20" creationId="{7D61A639-2740-414C-8CAB-C23C41642E39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21" creationId="{663F09AC-907E-4A3D-8095-6909B811E333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22" creationId="{949F0F2B-B940-40D9-A141-C6D601D5E4A3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23" creationId="{3F978485-FD49-4F5B-BE90-EA830C1D3BE8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24" creationId="{E369AA1B-C4C9-424F-9272-9C788B7C697D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25" creationId="{FEB98990-CE50-4A4A-AC13-82543F937C07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26" creationId="{5C1263D9-58AB-4269-BEB4-81C5DEA6F21F}"/>
          </ac:spMkLst>
        </pc:spChg>
        <pc:spChg chg="mod">
          <ac:chgData name="Jean-Louis SCOTTO-DI-QUAQUERO" userId="5b7c4864-d3b3-4c12-a33e-5ea7a2094109" providerId="ADAL" clId="{182E78CA-68CF-4743-BE97-284CCB418FE4}" dt="2021-03-22T14:54:52.264" v="185"/>
          <ac:spMkLst>
            <pc:docMk/>
            <pc:sldMk cId="2457343528" sldId="562"/>
            <ac:spMk id="27" creationId="{53C689CC-013B-4BA5-9622-D5D810FBEBA3}"/>
          </ac:spMkLst>
        </pc:spChg>
        <pc:grpChg chg="add mod">
          <ac:chgData name="Jean-Louis SCOTTO-DI-QUAQUERO" userId="5b7c4864-d3b3-4c12-a33e-5ea7a2094109" providerId="ADAL" clId="{182E78CA-68CF-4743-BE97-284CCB418FE4}" dt="2021-03-22T14:54:52.264" v="185"/>
          <ac:grpSpMkLst>
            <pc:docMk/>
            <pc:sldMk cId="2457343528" sldId="562"/>
            <ac:grpSpMk id="8" creationId="{B6615EE3-D86B-4709-8512-C42D4C916A7E}"/>
          </ac:grpSpMkLst>
        </pc:grpChg>
        <pc:grpChg chg="mod">
          <ac:chgData name="Jean-Louis SCOTTO-DI-QUAQUERO" userId="5b7c4864-d3b3-4c12-a33e-5ea7a2094109" providerId="ADAL" clId="{182E78CA-68CF-4743-BE97-284CCB418FE4}" dt="2021-03-22T14:54:52.264" v="185"/>
          <ac:grpSpMkLst>
            <pc:docMk/>
            <pc:sldMk cId="2457343528" sldId="562"/>
            <ac:grpSpMk id="9" creationId="{AFF413C7-4869-4CF8-B768-C62BDCD05117}"/>
          </ac:grpSpMkLst>
        </pc:grpChg>
        <pc:grpChg chg="mod">
          <ac:chgData name="Jean-Louis SCOTTO-DI-QUAQUERO" userId="5b7c4864-d3b3-4c12-a33e-5ea7a2094109" providerId="ADAL" clId="{182E78CA-68CF-4743-BE97-284CCB418FE4}" dt="2021-03-22T14:54:52.264" v="185"/>
          <ac:grpSpMkLst>
            <pc:docMk/>
            <pc:sldMk cId="2457343528" sldId="562"/>
            <ac:grpSpMk id="11" creationId="{70D7480B-0BCF-432A-9286-3D766D819614}"/>
          </ac:grpSpMkLst>
        </pc:grpChg>
        <pc:picChg chg="add mod">
          <ac:chgData name="Jean-Louis SCOTTO-DI-QUAQUERO" userId="5b7c4864-d3b3-4c12-a33e-5ea7a2094109" providerId="ADAL" clId="{182E78CA-68CF-4743-BE97-284CCB418FE4}" dt="2021-03-22T14:54:52.264" v="185"/>
          <ac:picMkLst>
            <pc:docMk/>
            <pc:sldMk cId="2457343528" sldId="562"/>
            <ac:picMk id="7" creationId="{267E54E4-3FE3-458A-B983-F2FF1162FE73}"/>
          </ac:picMkLst>
        </pc:picChg>
        <pc:cxnChg chg="mod">
          <ac:chgData name="Jean-Louis SCOTTO-DI-QUAQUERO" userId="5b7c4864-d3b3-4c12-a33e-5ea7a2094109" providerId="ADAL" clId="{182E78CA-68CF-4743-BE97-284CCB418FE4}" dt="2021-03-22T14:54:52.264" v="185"/>
          <ac:cxnSpMkLst>
            <pc:docMk/>
            <pc:sldMk cId="2457343528" sldId="562"/>
            <ac:cxnSpMk id="10" creationId="{835A3288-90A3-4EF3-9A17-93951DC87B58}"/>
          </ac:cxnSpMkLst>
        </pc:cxnChg>
        <pc:cxnChg chg="mod">
          <ac:chgData name="Jean-Louis SCOTTO-DI-QUAQUERO" userId="5b7c4864-d3b3-4c12-a33e-5ea7a2094109" providerId="ADAL" clId="{182E78CA-68CF-4743-BE97-284CCB418FE4}" dt="2021-03-22T14:54:52.264" v="185"/>
          <ac:cxnSpMkLst>
            <pc:docMk/>
            <pc:sldMk cId="2457343528" sldId="562"/>
            <ac:cxnSpMk id="12" creationId="{7F974604-A70C-46CC-8AB8-635D86FB58FC}"/>
          </ac:cxnSpMkLst>
        </pc:cxnChg>
        <pc:cxnChg chg="mod">
          <ac:chgData name="Jean-Louis SCOTTO-DI-QUAQUERO" userId="5b7c4864-d3b3-4c12-a33e-5ea7a2094109" providerId="ADAL" clId="{182E78CA-68CF-4743-BE97-284CCB418FE4}" dt="2021-03-22T14:54:52.264" v="185"/>
          <ac:cxnSpMkLst>
            <pc:docMk/>
            <pc:sldMk cId="2457343528" sldId="562"/>
            <ac:cxnSpMk id="13" creationId="{2E8BD069-E69B-4F6E-B6A5-D5D1CC344EFB}"/>
          </ac:cxnSpMkLst>
        </pc:cxnChg>
        <pc:cxnChg chg="mod">
          <ac:chgData name="Jean-Louis SCOTTO-DI-QUAQUERO" userId="5b7c4864-d3b3-4c12-a33e-5ea7a2094109" providerId="ADAL" clId="{182E78CA-68CF-4743-BE97-284CCB418FE4}" dt="2021-03-22T14:54:52.264" v="185"/>
          <ac:cxnSpMkLst>
            <pc:docMk/>
            <pc:sldMk cId="2457343528" sldId="562"/>
            <ac:cxnSpMk id="14" creationId="{CC466895-77E4-432E-9C1D-0B817541F4DC}"/>
          </ac:cxnSpMkLst>
        </pc:cxnChg>
      </pc:sldChg>
      <pc:sldChg chg="addSp delSp modSp add mod">
        <pc:chgData name="Jean-Louis SCOTTO-DI-QUAQUERO" userId="5b7c4864-d3b3-4c12-a33e-5ea7a2094109" providerId="ADAL" clId="{182E78CA-68CF-4743-BE97-284CCB418FE4}" dt="2021-03-22T14:55:32.298" v="188"/>
        <pc:sldMkLst>
          <pc:docMk/>
          <pc:sldMk cId="1087432785" sldId="563"/>
        </pc:sldMkLst>
        <pc:spChg chg="mod">
          <ac:chgData name="Jean-Louis SCOTTO-DI-QUAQUERO" userId="5b7c4864-d3b3-4c12-a33e-5ea7a2094109" providerId="ADAL" clId="{182E78CA-68CF-4743-BE97-284CCB418FE4}" dt="2021-03-22T14:55:06.940" v="186"/>
          <ac:spMkLst>
            <pc:docMk/>
            <pc:sldMk cId="1087432785" sldId="563"/>
            <ac:spMk id="4" creationId="{27D2D4DF-2672-49A2-B95D-2F8236D87193}"/>
          </ac:spMkLst>
        </pc:spChg>
        <pc:spChg chg="del">
          <ac:chgData name="Jean-Louis SCOTTO-DI-QUAQUERO" userId="5b7c4864-d3b3-4c12-a33e-5ea7a2094109" providerId="ADAL" clId="{182E78CA-68CF-4743-BE97-284CCB418FE4}" dt="2021-03-22T14:55:27.805" v="187" actId="478"/>
          <ac:spMkLst>
            <pc:docMk/>
            <pc:sldMk cId="1087432785" sldId="563"/>
            <ac:spMk id="5" creationId="{28866923-9D30-4658-83B8-0B309F00CD47}"/>
          </ac:spMkLst>
        </pc:spChg>
        <pc:spChg chg="add mod">
          <ac:chgData name="Jean-Louis SCOTTO-DI-QUAQUERO" userId="5b7c4864-d3b3-4c12-a33e-5ea7a2094109" providerId="ADAL" clId="{182E78CA-68CF-4743-BE97-284CCB418FE4}" dt="2021-03-22T14:55:32.298" v="188"/>
          <ac:spMkLst>
            <pc:docMk/>
            <pc:sldMk cId="1087432785" sldId="563"/>
            <ac:spMk id="6" creationId="{96292A1F-0BF0-469A-B290-49506B51C0FA}"/>
          </ac:spMkLst>
        </pc:spChg>
        <pc:spChg chg="add mod">
          <ac:chgData name="Jean-Louis SCOTTO-DI-QUAQUERO" userId="5b7c4864-d3b3-4c12-a33e-5ea7a2094109" providerId="ADAL" clId="{182E78CA-68CF-4743-BE97-284CCB418FE4}" dt="2021-03-22T14:55:32.298" v="188"/>
          <ac:spMkLst>
            <pc:docMk/>
            <pc:sldMk cId="1087432785" sldId="563"/>
            <ac:spMk id="7" creationId="{0C9EAC93-2E10-4467-AC63-ACCEB46F60B4}"/>
          </ac:spMkLst>
        </pc:spChg>
        <pc:spChg chg="mod">
          <ac:chgData name="Jean-Louis SCOTTO-DI-QUAQUERO" userId="5b7c4864-d3b3-4c12-a33e-5ea7a2094109" providerId="ADAL" clId="{182E78CA-68CF-4743-BE97-284CCB418FE4}" dt="2021-03-22T14:55:32.298" v="188"/>
          <ac:spMkLst>
            <pc:docMk/>
            <pc:sldMk cId="1087432785" sldId="563"/>
            <ac:spMk id="11" creationId="{A2A3D419-392A-49C6-BE50-48CDE114EAF2}"/>
          </ac:spMkLst>
        </pc:spChg>
        <pc:grpChg chg="add mod">
          <ac:chgData name="Jean-Louis SCOTTO-DI-QUAQUERO" userId="5b7c4864-d3b3-4c12-a33e-5ea7a2094109" providerId="ADAL" clId="{182E78CA-68CF-4743-BE97-284CCB418FE4}" dt="2021-03-22T14:55:32.298" v="188"/>
          <ac:grpSpMkLst>
            <pc:docMk/>
            <pc:sldMk cId="1087432785" sldId="563"/>
            <ac:grpSpMk id="9" creationId="{E35B6723-7CEB-44CD-B2D3-E429B54B95B5}"/>
          </ac:grpSpMkLst>
        </pc:grpChg>
        <pc:picChg chg="add mod">
          <ac:chgData name="Jean-Louis SCOTTO-DI-QUAQUERO" userId="5b7c4864-d3b3-4c12-a33e-5ea7a2094109" providerId="ADAL" clId="{182E78CA-68CF-4743-BE97-284CCB418FE4}" dt="2021-03-22T14:55:32.298" v="188"/>
          <ac:picMkLst>
            <pc:docMk/>
            <pc:sldMk cId="1087432785" sldId="563"/>
            <ac:picMk id="8" creationId="{F8964765-668F-49B4-9BE4-EF6AA18945C3}"/>
          </ac:picMkLst>
        </pc:picChg>
        <pc:picChg chg="mod">
          <ac:chgData name="Jean-Louis SCOTTO-DI-QUAQUERO" userId="5b7c4864-d3b3-4c12-a33e-5ea7a2094109" providerId="ADAL" clId="{182E78CA-68CF-4743-BE97-284CCB418FE4}" dt="2021-03-22T14:55:32.298" v="188"/>
          <ac:picMkLst>
            <pc:docMk/>
            <pc:sldMk cId="1087432785" sldId="563"/>
            <ac:picMk id="10" creationId="{E011EC45-93DF-4EF8-8B5A-71CDC0C83B98}"/>
          </ac:picMkLst>
        </pc:picChg>
      </pc:sldChg>
      <pc:sldChg chg="addSp delSp modSp add mod">
        <pc:chgData name="Jean-Louis SCOTTO-DI-QUAQUERO" userId="5b7c4864-d3b3-4c12-a33e-5ea7a2094109" providerId="ADAL" clId="{182E78CA-68CF-4743-BE97-284CCB418FE4}" dt="2021-03-22T14:55:48.061" v="201" actId="20577"/>
        <pc:sldMkLst>
          <pc:docMk/>
          <pc:sldMk cId="2281108062" sldId="564"/>
        </pc:sldMkLst>
        <pc:spChg chg="mod">
          <ac:chgData name="Jean-Louis SCOTTO-DI-QUAQUERO" userId="5b7c4864-d3b3-4c12-a33e-5ea7a2094109" providerId="ADAL" clId="{182E78CA-68CF-4743-BE97-284CCB418FE4}" dt="2021-03-22T14:55:43.502" v="189"/>
          <ac:spMkLst>
            <pc:docMk/>
            <pc:sldMk cId="2281108062" sldId="564"/>
            <ac:spMk id="2" creationId="{761580CE-89A9-474D-8996-2BBA48E31943}"/>
          </ac:spMkLst>
        </pc:spChg>
        <pc:spChg chg="mod">
          <ac:chgData name="Jean-Louis SCOTTO-DI-QUAQUERO" userId="5b7c4864-d3b3-4c12-a33e-5ea7a2094109" providerId="ADAL" clId="{182E78CA-68CF-4743-BE97-284CCB418FE4}" dt="2021-03-22T14:55:43.502" v="189"/>
          <ac:spMkLst>
            <pc:docMk/>
            <pc:sldMk cId="2281108062" sldId="564"/>
            <ac:spMk id="3" creationId="{7D958B24-CF75-4DDD-B98F-D2BB19D375D9}"/>
          </ac:spMkLst>
        </pc:spChg>
        <pc:spChg chg="del">
          <ac:chgData name="Jean-Louis SCOTTO-DI-QUAQUERO" userId="5b7c4864-d3b3-4c12-a33e-5ea7a2094109" providerId="ADAL" clId="{182E78CA-68CF-4743-BE97-284CCB418FE4}" dt="2021-03-22T14:55:43.502" v="189"/>
          <ac:spMkLst>
            <pc:docMk/>
            <pc:sldMk cId="2281108062" sldId="564"/>
            <ac:spMk id="4" creationId="{27D2D4DF-2672-49A2-B95D-2F8236D87193}"/>
          </ac:spMkLst>
        </pc:spChg>
        <pc:spChg chg="del">
          <ac:chgData name="Jean-Louis SCOTTO-DI-QUAQUERO" userId="5b7c4864-d3b3-4c12-a33e-5ea7a2094109" providerId="ADAL" clId="{182E78CA-68CF-4743-BE97-284CCB418FE4}" dt="2021-03-22T14:55:43.502" v="189"/>
          <ac:spMkLst>
            <pc:docMk/>
            <pc:sldMk cId="2281108062" sldId="564"/>
            <ac:spMk id="5" creationId="{28866923-9D30-4658-83B8-0B309F00CD47}"/>
          </ac:spMkLst>
        </pc:spChg>
        <pc:spChg chg="add mod">
          <ac:chgData name="Jean-Louis SCOTTO-DI-QUAQUERO" userId="5b7c4864-d3b3-4c12-a33e-5ea7a2094109" providerId="ADAL" clId="{182E78CA-68CF-4743-BE97-284CCB418FE4}" dt="2021-03-22T14:55:48.061" v="201" actId="20577"/>
          <ac:spMkLst>
            <pc:docMk/>
            <pc:sldMk cId="2281108062" sldId="564"/>
            <ac:spMk id="6" creationId="{7F6CA9E3-B4EE-428F-9AD1-C1D2D20EAE44}"/>
          </ac:spMkLst>
        </pc:spChg>
      </pc:sldChg>
      <pc:sldChg chg="addSp delSp modSp add mod">
        <pc:chgData name="Jean-Louis SCOTTO-DI-QUAQUERO" userId="5b7c4864-d3b3-4c12-a33e-5ea7a2094109" providerId="ADAL" clId="{182E78CA-68CF-4743-BE97-284CCB418FE4}" dt="2021-03-22T14:56:21.851" v="206" actId="1076"/>
        <pc:sldMkLst>
          <pc:docMk/>
          <pc:sldMk cId="3810444685" sldId="565"/>
        </pc:sldMkLst>
        <pc:spChg chg="mod">
          <ac:chgData name="Jean-Louis SCOTTO-DI-QUAQUERO" userId="5b7c4864-d3b3-4c12-a33e-5ea7a2094109" providerId="ADAL" clId="{182E78CA-68CF-4743-BE97-284CCB418FE4}" dt="2021-03-22T14:56:01.542" v="202"/>
          <ac:spMkLst>
            <pc:docMk/>
            <pc:sldMk cId="3810444685" sldId="565"/>
            <ac:spMk id="4" creationId="{27D2D4DF-2672-49A2-B95D-2F8236D87193}"/>
          </ac:spMkLst>
        </pc:spChg>
        <pc:spChg chg="del">
          <ac:chgData name="Jean-Louis SCOTTO-DI-QUAQUERO" userId="5b7c4864-d3b3-4c12-a33e-5ea7a2094109" providerId="ADAL" clId="{182E78CA-68CF-4743-BE97-284CCB418FE4}" dt="2021-03-22T14:56:14.258" v="203" actId="478"/>
          <ac:spMkLst>
            <pc:docMk/>
            <pc:sldMk cId="3810444685" sldId="565"/>
            <ac:spMk id="5" creationId="{28866923-9D30-4658-83B8-0B309F00CD47}"/>
          </ac:spMkLst>
        </pc:spChg>
        <pc:spChg chg="add mod">
          <ac:chgData name="Jean-Louis SCOTTO-DI-QUAQUERO" userId="5b7c4864-d3b3-4c12-a33e-5ea7a2094109" providerId="ADAL" clId="{182E78CA-68CF-4743-BE97-284CCB418FE4}" dt="2021-03-22T14:56:19.812" v="205" actId="164"/>
          <ac:spMkLst>
            <pc:docMk/>
            <pc:sldMk cId="3810444685" sldId="565"/>
            <ac:spMk id="7" creationId="{AB1C6335-131A-4E15-B28F-E45B6D94BECC}"/>
          </ac:spMkLst>
        </pc:spChg>
        <pc:spChg chg="add mod">
          <ac:chgData name="Jean-Louis SCOTTO-DI-QUAQUERO" userId="5b7c4864-d3b3-4c12-a33e-5ea7a2094109" providerId="ADAL" clId="{182E78CA-68CF-4743-BE97-284CCB418FE4}" dt="2021-03-22T14:56:19.812" v="205" actId="164"/>
          <ac:spMkLst>
            <pc:docMk/>
            <pc:sldMk cId="3810444685" sldId="565"/>
            <ac:spMk id="8" creationId="{7CEF8EBA-2B66-4FC4-8C7D-BB1F0A1FCDDB}"/>
          </ac:spMkLst>
        </pc:spChg>
        <pc:grpChg chg="add mod">
          <ac:chgData name="Jean-Louis SCOTTO-DI-QUAQUERO" userId="5b7c4864-d3b3-4c12-a33e-5ea7a2094109" providerId="ADAL" clId="{182E78CA-68CF-4743-BE97-284CCB418FE4}" dt="2021-03-22T14:56:21.851" v="206" actId="1076"/>
          <ac:grpSpMkLst>
            <pc:docMk/>
            <pc:sldMk cId="3810444685" sldId="565"/>
            <ac:grpSpMk id="11" creationId="{E723E982-5752-4121-BAF4-76D1C4B2BD17}"/>
          </ac:grpSpMkLst>
        </pc:grpChg>
        <pc:picChg chg="add mod">
          <ac:chgData name="Jean-Louis SCOTTO-DI-QUAQUERO" userId="5b7c4864-d3b3-4c12-a33e-5ea7a2094109" providerId="ADAL" clId="{182E78CA-68CF-4743-BE97-284CCB418FE4}" dt="2021-03-22T14:56:19.812" v="205" actId="164"/>
          <ac:picMkLst>
            <pc:docMk/>
            <pc:sldMk cId="3810444685" sldId="565"/>
            <ac:picMk id="6" creationId="{DBB020A8-5C49-44A8-9AF5-5B5B534395E4}"/>
          </ac:picMkLst>
        </pc:picChg>
        <pc:cxnChg chg="add mod">
          <ac:chgData name="Jean-Louis SCOTTO-DI-QUAQUERO" userId="5b7c4864-d3b3-4c12-a33e-5ea7a2094109" providerId="ADAL" clId="{182E78CA-68CF-4743-BE97-284CCB418FE4}" dt="2021-03-22T14:56:19.812" v="205" actId="164"/>
          <ac:cxnSpMkLst>
            <pc:docMk/>
            <pc:sldMk cId="3810444685" sldId="565"/>
            <ac:cxnSpMk id="9" creationId="{89906703-C60A-4104-BA3B-D7ECE85115A4}"/>
          </ac:cxnSpMkLst>
        </pc:cxnChg>
        <pc:cxnChg chg="add mod">
          <ac:chgData name="Jean-Louis SCOTTO-DI-QUAQUERO" userId="5b7c4864-d3b3-4c12-a33e-5ea7a2094109" providerId="ADAL" clId="{182E78CA-68CF-4743-BE97-284CCB418FE4}" dt="2021-03-22T14:56:19.812" v="205" actId="164"/>
          <ac:cxnSpMkLst>
            <pc:docMk/>
            <pc:sldMk cId="3810444685" sldId="565"/>
            <ac:cxnSpMk id="10" creationId="{36A168BD-3E21-4E1D-878A-7FA555E87C3F}"/>
          </ac:cxnSpMkLst>
        </pc:cxnChg>
      </pc:sldChg>
      <pc:sldChg chg="addSp delSp modSp add mod">
        <pc:chgData name="Jean-Louis SCOTTO-DI-QUAQUERO" userId="5b7c4864-d3b3-4c12-a33e-5ea7a2094109" providerId="ADAL" clId="{182E78CA-68CF-4743-BE97-284CCB418FE4}" dt="2021-03-22T14:56:59.070" v="213" actId="1076"/>
        <pc:sldMkLst>
          <pc:docMk/>
          <pc:sldMk cId="3968908718" sldId="566"/>
        </pc:sldMkLst>
        <pc:spChg chg="mod">
          <ac:chgData name="Jean-Louis SCOTTO-DI-QUAQUERO" userId="5b7c4864-d3b3-4c12-a33e-5ea7a2094109" providerId="ADAL" clId="{182E78CA-68CF-4743-BE97-284CCB418FE4}" dt="2021-03-22T14:56:35.492" v="207"/>
          <ac:spMkLst>
            <pc:docMk/>
            <pc:sldMk cId="3968908718" sldId="566"/>
            <ac:spMk id="4" creationId="{27D2D4DF-2672-49A2-B95D-2F8236D87193}"/>
          </ac:spMkLst>
        </pc:spChg>
        <pc:spChg chg="del">
          <ac:chgData name="Jean-Louis SCOTTO-DI-QUAQUERO" userId="5b7c4864-d3b3-4c12-a33e-5ea7a2094109" providerId="ADAL" clId="{182E78CA-68CF-4743-BE97-284CCB418FE4}" dt="2021-03-22T14:56:45.248" v="208" actId="478"/>
          <ac:spMkLst>
            <pc:docMk/>
            <pc:sldMk cId="3968908718" sldId="566"/>
            <ac:spMk id="5" creationId="{28866923-9D30-4658-83B8-0B309F00CD47}"/>
          </ac:spMkLst>
        </pc:spChg>
        <pc:spChg chg="add mod">
          <ac:chgData name="Jean-Louis SCOTTO-DI-QUAQUERO" userId="5b7c4864-d3b3-4c12-a33e-5ea7a2094109" providerId="ADAL" clId="{182E78CA-68CF-4743-BE97-284CCB418FE4}" dt="2021-03-22T14:56:56.434" v="211" actId="164"/>
          <ac:spMkLst>
            <pc:docMk/>
            <pc:sldMk cId="3968908718" sldId="566"/>
            <ac:spMk id="7" creationId="{BB3A83AF-0743-4648-BA3A-F5D6B97F76E0}"/>
          </ac:spMkLst>
        </pc:spChg>
        <pc:spChg chg="add mod">
          <ac:chgData name="Jean-Louis SCOTTO-DI-QUAQUERO" userId="5b7c4864-d3b3-4c12-a33e-5ea7a2094109" providerId="ADAL" clId="{182E78CA-68CF-4743-BE97-284CCB418FE4}" dt="2021-03-22T14:56:56.434" v="211" actId="164"/>
          <ac:spMkLst>
            <pc:docMk/>
            <pc:sldMk cId="3968908718" sldId="566"/>
            <ac:spMk id="8" creationId="{049A674B-C5FA-4991-8E9B-D4DF2E784400}"/>
          </ac:spMkLst>
        </pc:spChg>
        <pc:spChg chg="add mod">
          <ac:chgData name="Jean-Louis SCOTTO-DI-QUAQUERO" userId="5b7c4864-d3b3-4c12-a33e-5ea7a2094109" providerId="ADAL" clId="{182E78CA-68CF-4743-BE97-284CCB418FE4}" dt="2021-03-22T14:56:56.434" v="211" actId="164"/>
          <ac:spMkLst>
            <pc:docMk/>
            <pc:sldMk cId="3968908718" sldId="566"/>
            <ac:spMk id="11" creationId="{A1D22BB7-D414-4212-9D97-BAE084ABDC0B}"/>
          </ac:spMkLst>
        </pc:spChg>
        <pc:spChg chg="add mod">
          <ac:chgData name="Jean-Louis SCOTTO-DI-QUAQUERO" userId="5b7c4864-d3b3-4c12-a33e-5ea7a2094109" providerId="ADAL" clId="{182E78CA-68CF-4743-BE97-284CCB418FE4}" dt="2021-03-22T14:56:56.434" v="211" actId="164"/>
          <ac:spMkLst>
            <pc:docMk/>
            <pc:sldMk cId="3968908718" sldId="566"/>
            <ac:spMk id="12" creationId="{662EBBED-7A90-46C3-B035-8D8E58A2992F}"/>
          </ac:spMkLst>
        </pc:spChg>
        <pc:spChg chg="add mod">
          <ac:chgData name="Jean-Louis SCOTTO-DI-QUAQUERO" userId="5b7c4864-d3b3-4c12-a33e-5ea7a2094109" providerId="ADAL" clId="{182E78CA-68CF-4743-BE97-284CCB418FE4}" dt="2021-03-22T14:56:56.434" v="211" actId="164"/>
          <ac:spMkLst>
            <pc:docMk/>
            <pc:sldMk cId="3968908718" sldId="566"/>
            <ac:spMk id="15" creationId="{898DFBE5-40BD-40E3-A164-4CB0D771B9F4}"/>
          </ac:spMkLst>
        </pc:spChg>
        <pc:grpChg chg="add mod">
          <ac:chgData name="Jean-Louis SCOTTO-DI-QUAQUERO" userId="5b7c4864-d3b3-4c12-a33e-5ea7a2094109" providerId="ADAL" clId="{182E78CA-68CF-4743-BE97-284CCB418FE4}" dt="2021-03-22T14:56:59.070" v="213" actId="1076"/>
          <ac:grpSpMkLst>
            <pc:docMk/>
            <pc:sldMk cId="3968908718" sldId="566"/>
            <ac:grpSpMk id="16" creationId="{CE14FD4E-2696-48D2-823F-B36F9CF2055E}"/>
          </ac:grpSpMkLst>
        </pc:grpChg>
        <pc:picChg chg="add mod">
          <ac:chgData name="Jean-Louis SCOTTO-DI-QUAQUERO" userId="5b7c4864-d3b3-4c12-a33e-5ea7a2094109" providerId="ADAL" clId="{182E78CA-68CF-4743-BE97-284CCB418FE4}" dt="2021-03-22T14:56:56.434" v="211" actId="164"/>
          <ac:picMkLst>
            <pc:docMk/>
            <pc:sldMk cId="3968908718" sldId="566"/>
            <ac:picMk id="6" creationId="{2F9C619A-DFA7-4743-870B-B70B628DB869}"/>
          </ac:picMkLst>
        </pc:picChg>
        <pc:picChg chg="add mod">
          <ac:chgData name="Jean-Louis SCOTTO-DI-QUAQUERO" userId="5b7c4864-d3b3-4c12-a33e-5ea7a2094109" providerId="ADAL" clId="{182E78CA-68CF-4743-BE97-284CCB418FE4}" dt="2021-03-22T14:56:56.434" v="211" actId="164"/>
          <ac:picMkLst>
            <pc:docMk/>
            <pc:sldMk cId="3968908718" sldId="566"/>
            <ac:picMk id="9" creationId="{00D0CD3F-DE67-428D-911D-66333FDA31D2}"/>
          </ac:picMkLst>
        </pc:picChg>
        <pc:picChg chg="add mod">
          <ac:chgData name="Jean-Louis SCOTTO-DI-QUAQUERO" userId="5b7c4864-d3b3-4c12-a33e-5ea7a2094109" providerId="ADAL" clId="{182E78CA-68CF-4743-BE97-284CCB418FE4}" dt="2021-03-22T14:56:56.434" v="211" actId="164"/>
          <ac:picMkLst>
            <pc:docMk/>
            <pc:sldMk cId="3968908718" sldId="566"/>
            <ac:picMk id="10" creationId="{9ABDE632-A0CC-45C8-9574-1B4F58AF0DFF}"/>
          </ac:picMkLst>
        </pc:picChg>
        <pc:cxnChg chg="add mod">
          <ac:chgData name="Jean-Louis SCOTTO-DI-QUAQUERO" userId="5b7c4864-d3b3-4c12-a33e-5ea7a2094109" providerId="ADAL" clId="{182E78CA-68CF-4743-BE97-284CCB418FE4}" dt="2021-03-22T14:56:56.434" v="211" actId="164"/>
          <ac:cxnSpMkLst>
            <pc:docMk/>
            <pc:sldMk cId="3968908718" sldId="566"/>
            <ac:cxnSpMk id="13" creationId="{48349322-2531-4746-9FB9-80B6A09C175A}"/>
          </ac:cxnSpMkLst>
        </pc:cxnChg>
        <pc:cxnChg chg="add mod">
          <ac:chgData name="Jean-Louis SCOTTO-DI-QUAQUERO" userId="5b7c4864-d3b3-4c12-a33e-5ea7a2094109" providerId="ADAL" clId="{182E78CA-68CF-4743-BE97-284CCB418FE4}" dt="2021-03-22T14:56:56.434" v="211" actId="164"/>
          <ac:cxnSpMkLst>
            <pc:docMk/>
            <pc:sldMk cId="3968908718" sldId="566"/>
            <ac:cxnSpMk id="14" creationId="{42D35564-B9D7-440F-A783-19D74F3F0F01}"/>
          </ac:cxnSpMkLst>
        </pc:cxnChg>
      </pc:sldChg>
      <pc:sldChg chg="addSp delSp modSp add mod">
        <pc:chgData name="Jean-Louis SCOTTO-DI-QUAQUERO" userId="5b7c4864-d3b3-4c12-a33e-5ea7a2094109" providerId="ADAL" clId="{182E78CA-68CF-4743-BE97-284CCB418FE4}" dt="2021-03-22T14:57:35.794" v="220" actId="1076"/>
        <pc:sldMkLst>
          <pc:docMk/>
          <pc:sldMk cId="1627699942" sldId="567"/>
        </pc:sldMkLst>
        <pc:spChg chg="mod">
          <ac:chgData name="Jean-Louis SCOTTO-DI-QUAQUERO" userId="5b7c4864-d3b3-4c12-a33e-5ea7a2094109" providerId="ADAL" clId="{182E78CA-68CF-4743-BE97-284CCB418FE4}" dt="2021-03-22T14:57:15.589" v="214"/>
          <ac:spMkLst>
            <pc:docMk/>
            <pc:sldMk cId="1627699942" sldId="567"/>
            <ac:spMk id="4" creationId="{27D2D4DF-2672-49A2-B95D-2F8236D87193}"/>
          </ac:spMkLst>
        </pc:spChg>
        <pc:spChg chg="del">
          <ac:chgData name="Jean-Louis SCOTTO-DI-QUAQUERO" userId="5b7c4864-d3b3-4c12-a33e-5ea7a2094109" providerId="ADAL" clId="{182E78CA-68CF-4743-BE97-284CCB418FE4}" dt="2021-03-22T14:57:24.737" v="215" actId="478"/>
          <ac:spMkLst>
            <pc:docMk/>
            <pc:sldMk cId="1627699942" sldId="567"/>
            <ac:spMk id="5" creationId="{28866923-9D30-4658-83B8-0B309F00CD47}"/>
          </ac:spMkLst>
        </pc:spChg>
        <pc:spChg chg="add mod">
          <ac:chgData name="Jean-Louis SCOTTO-DI-QUAQUERO" userId="5b7c4864-d3b3-4c12-a33e-5ea7a2094109" providerId="ADAL" clId="{182E78CA-68CF-4743-BE97-284CCB418FE4}" dt="2021-03-22T14:57:34.004" v="218" actId="164"/>
          <ac:spMkLst>
            <pc:docMk/>
            <pc:sldMk cId="1627699942" sldId="567"/>
            <ac:spMk id="7" creationId="{13DCDE2B-45C9-4159-B6F0-5707983BCD17}"/>
          </ac:spMkLst>
        </pc:spChg>
        <pc:spChg chg="add mod">
          <ac:chgData name="Jean-Louis SCOTTO-DI-QUAQUERO" userId="5b7c4864-d3b3-4c12-a33e-5ea7a2094109" providerId="ADAL" clId="{182E78CA-68CF-4743-BE97-284CCB418FE4}" dt="2021-03-22T14:57:34.004" v="218" actId="164"/>
          <ac:spMkLst>
            <pc:docMk/>
            <pc:sldMk cId="1627699942" sldId="567"/>
            <ac:spMk id="8" creationId="{397195CC-5E54-4B34-A2B4-4C607395BCC3}"/>
          </ac:spMkLst>
        </pc:spChg>
        <pc:spChg chg="add mod">
          <ac:chgData name="Jean-Louis SCOTTO-DI-QUAQUERO" userId="5b7c4864-d3b3-4c12-a33e-5ea7a2094109" providerId="ADAL" clId="{182E78CA-68CF-4743-BE97-284CCB418FE4}" dt="2021-03-22T14:57:34.004" v="218" actId="164"/>
          <ac:spMkLst>
            <pc:docMk/>
            <pc:sldMk cId="1627699942" sldId="567"/>
            <ac:spMk id="10" creationId="{688917A4-FC81-4715-ABF3-394EDF497201}"/>
          </ac:spMkLst>
        </pc:spChg>
        <pc:spChg chg="add mod">
          <ac:chgData name="Jean-Louis SCOTTO-DI-QUAQUERO" userId="5b7c4864-d3b3-4c12-a33e-5ea7a2094109" providerId="ADAL" clId="{182E78CA-68CF-4743-BE97-284CCB418FE4}" dt="2021-03-22T14:57:34.004" v="218" actId="164"/>
          <ac:spMkLst>
            <pc:docMk/>
            <pc:sldMk cId="1627699942" sldId="567"/>
            <ac:spMk id="11" creationId="{E6142536-B26C-46F4-A02C-7AD4032D52BA}"/>
          </ac:spMkLst>
        </pc:spChg>
        <pc:spChg chg="add mod">
          <ac:chgData name="Jean-Louis SCOTTO-DI-QUAQUERO" userId="5b7c4864-d3b3-4c12-a33e-5ea7a2094109" providerId="ADAL" clId="{182E78CA-68CF-4743-BE97-284CCB418FE4}" dt="2021-03-22T14:57:34.004" v="218" actId="164"/>
          <ac:spMkLst>
            <pc:docMk/>
            <pc:sldMk cId="1627699942" sldId="567"/>
            <ac:spMk id="12" creationId="{94F5FD2E-6CD5-4641-927D-64294DA08792}"/>
          </ac:spMkLst>
        </pc:spChg>
        <pc:spChg chg="add mod">
          <ac:chgData name="Jean-Louis SCOTTO-DI-QUAQUERO" userId="5b7c4864-d3b3-4c12-a33e-5ea7a2094109" providerId="ADAL" clId="{182E78CA-68CF-4743-BE97-284CCB418FE4}" dt="2021-03-22T14:57:34.004" v="218" actId="164"/>
          <ac:spMkLst>
            <pc:docMk/>
            <pc:sldMk cId="1627699942" sldId="567"/>
            <ac:spMk id="13" creationId="{C49C840E-AC2C-4D2F-AE88-5810E79D2226}"/>
          </ac:spMkLst>
        </pc:spChg>
        <pc:spChg chg="add mod">
          <ac:chgData name="Jean-Louis SCOTTO-DI-QUAQUERO" userId="5b7c4864-d3b3-4c12-a33e-5ea7a2094109" providerId="ADAL" clId="{182E78CA-68CF-4743-BE97-284CCB418FE4}" dt="2021-03-22T14:57:34.004" v="218" actId="164"/>
          <ac:spMkLst>
            <pc:docMk/>
            <pc:sldMk cId="1627699942" sldId="567"/>
            <ac:spMk id="15" creationId="{746333C1-B1BC-44E4-B0A8-E17B5F314913}"/>
          </ac:spMkLst>
        </pc:spChg>
        <pc:grpChg chg="add mod">
          <ac:chgData name="Jean-Louis SCOTTO-DI-QUAQUERO" userId="5b7c4864-d3b3-4c12-a33e-5ea7a2094109" providerId="ADAL" clId="{182E78CA-68CF-4743-BE97-284CCB418FE4}" dt="2021-03-22T14:57:35.794" v="220" actId="1076"/>
          <ac:grpSpMkLst>
            <pc:docMk/>
            <pc:sldMk cId="1627699942" sldId="567"/>
            <ac:grpSpMk id="17" creationId="{07245AD2-4ACE-488D-808B-8DA41432CB1B}"/>
          </ac:grpSpMkLst>
        </pc:grpChg>
        <pc:picChg chg="add mod">
          <ac:chgData name="Jean-Louis SCOTTO-DI-QUAQUERO" userId="5b7c4864-d3b3-4c12-a33e-5ea7a2094109" providerId="ADAL" clId="{182E78CA-68CF-4743-BE97-284CCB418FE4}" dt="2021-03-22T14:57:34.004" v="218" actId="164"/>
          <ac:picMkLst>
            <pc:docMk/>
            <pc:sldMk cId="1627699942" sldId="567"/>
            <ac:picMk id="6" creationId="{CBB18263-7DF8-4CA9-A3B4-C6D7890BD3E6}"/>
          </ac:picMkLst>
        </pc:picChg>
        <pc:picChg chg="add mod">
          <ac:chgData name="Jean-Louis SCOTTO-DI-QUAQUERO" userId="5b7c4864-d3b3-4c12-a33e-5ea7a2094109" providerId="ADAL" clId="{182E78CA-68CF-4743-BE97-284CCB418FE4}" dt="2021-03-22T14:57:34.004" v="218" actId="164"/>
          <ac:picMkLst>
            <pc:docMk/>
            <pc:sldMk cId="1627699942" sldId="567"/>
            <ac:picMk id="14" creationId="{62BA997E-9B17-491E-8055-5B3E989599F1}"/>
          </ac:picMkLst>
        </pc:picChg>
        <pc:cxnChg chg="add mod">
          <ac:chgData name="Jean-Louis SCOTTO-DI-QUAQUERO" userId="5b7c4864-d3b3-4c12-a33e-5ea7a2094109" providerId="ADAL" clId="{182E78CA-68CF-4743-BE97-284CCB418FE4}" dt="2021-03-22T14:57:34.004" v="218" actId="164"/>
          <ac:cxnSpMkLst>
            <pc:docMk/>
            <pc:sldMk cId="1627699942" sldId="567"/>
            <ac:cxnSpMk id="9" creationId="{D8CB5BBA-7176-4ECC-92E0-5FE35918ACAD}"/>
          </ac:cxnSpMkLst>
        </pc:cxnChg>
        <pc:cxnChg chg="add mod">
          <ac:chgData name="Jean-Louis SCOTTO-DI-QUAQUERO" userId="5b7c4864-d3b3-4c12-a33e-5ea7a2094109" providerId="ADAL" clId="{182E78CA-68CF-4743-BE97-284CCB418FE4}" dt="2021-03-22T14:57:34.004" v="218" actId="164"/>
          <ac:cxnSpMkLst>
            <pc:docMk/>
            <pc:sldMk cId="1627699942" sldId="567"/>
            <ac:cxnSpMk id="16" creationId="{706C7C8D-E481-4C62-A091-14C5B413377F}"/>
          </ac:cxnSpMkLst>
        </pc:cxnChg>
      </pc:sldChg>
      <pc:sldChg chg="addSp delSp modSp add mod">
        <pc:chgData name="Jean-Louis SCOTTO-DI-QUAQUERO" userId="5b7c4864-d3b3-4c12-a33e-5ea7a2094109" providerId="ADAL" clId="{182E78CA-68CF-4743-BE97-284CCB418FE4}" dt="2021-03-22T14:58:35.742" v="228" actId="1076"/>
        <pc:sldMkLst>
          <pc:docMk/>
          <pc:sldMk cId="265570816" sldId="568"/>
        </pc:sldMkLst>
        <pc:spChg chg="mod">
          <ac:chgData name="Jean-Louis SCOTTO-DI-QUAQUERO" userId="5b7c4864-d3b3-4c12-a33e-5ea7a2094109" providerId="ADAL" clId="{182E78CA-68CF-4743-BE97-284CCB418FE4}" dt="2021-03-22T14:57:57.447" v="221"/>
          <ac:spMkLst>
            <pc:docMk/>
            <pc:sldMk cId="265570816" sldId="568"/>
            <ac:spMk id="4" creationId="{27D2D4DF-2672-49A2-B95D-2F8236D87193}"/>
          </ac:spMkLst>
        </pc:spChg>
        <pc:spChg chg="del">
          <ac:chgData name="Jean-Louis SCOTTO-DI-QUAQUERO" userId="5b7c4864-d3b3-4c12-a33e-5ea7a2094109" providerId="ADAL" clId="{182E78CA-68CF-4743-BE97-284CCB418FE4}" dt="2021-03-22T14:58:13.263" v="222" actId="478"/>
          <ac:spMkLst>
            <pc:docMk/>
            <pc:sldMk cId="265570816" sldId="568"/>
            <ac:spMk id="5" creationId="{28866923-9D30-4658-83B8-0B309F00CD47}"/>
          </ac:spMkLst>
        </pc:spChg>
        <pc:spChg chg="add del mod">
          <ac:chgData name="Jean-Louis SCOTTO-DI-QUAQUERO" userId="5b7c4864-d3b3-4c12-a33e-5ea7a2094109" providerId="ADAL" clId="{182E78CA-68CF-4743-BE97-284CCB418FE4}" dt="2021-03-22T14:58:23.205" v="225" actId="478"/>
          <ac:spMkLst>
            <pc:docMk/>
            <pc:sldMk cId="265570816" sldId="568"/>
            <ac:spMk id="8" creationId="{028ACC05-ADC6-4C4D-AA8A-7B2821D87C60}"/>
          </ac:spMkLst>
        </pc:spChg>
        <pc:spChg chg="add mod">
          <ac:chgData name="Jean-Louis SCOTTO-DI-QUAQUERO" userId="5b7c4864-d3b3-4c12-a33e-5ea7a2094109" providerId="ADAL" clId="{182E78CA-68CF-4743-BE97-284CCB418FE4}" dt="2021-03-22T14:58:29.833" v="226" actId="164"/>
          <ac:spMkLst>
            <pc:docMk/>
            <pc:sldMk cId="265570816" sldId="568"/>
            <ac:spMk id="9" creationId="{F1DF3FCC-E83E-42D2-8C92-EBF4E0DB772D}"/>
          </ac:spMkLst>
        </pc:spChg>
        <pc:spChg chg="add mod">
          <ac:chgData name="Jean-Louis SCOTTO-DI-QUAQUERO" userId="5b7c4864-d3b3-4c12-a33e-5ea7a2094109" providerId="ADAL" clId="{182E78CA-68CF-4743-BE97-284CCB418FE4}" dt="2021-03-22T14:58:29.833" v="226" actId="164"/>
          <ac:spMkLst>
            <pc:docMk/>
            <pc:sldMk cId="265570816" sldId="568"/>
            <ac:spMk id="10" creationId="{011119CB-6C13-4CC6-8A46-A8325D1D545C}"/>
          </ac:spMkLst>
        </pc:spChg>
        <pc:spChg chg="add mod">
          <ac:chgData name="Jean-Louis SCOTTO-DI-QUAQUERO" userId="5b7c4864-d3b3-4c12-a33e-5ea7a2094109" providerId="ADAL" clId="{182E78CA-68CF-4743-BE97-284CCB418FE4}" dt="2021-03-22T14:58:29.833" v="226" actId="164"/>
          <ac:spMkLst>
            <pc:docMk/>
            <pc:sldMk cId="265570816" sldId="568"/>
            <ac:spMk id="14" creationId="{94954196-EC45-4660-80EB-D937E930BC7E}"/>
          </ac:spMkLst>
        </pc:spChg>
        <pc:spChg chg="add mod">
          <ac:chgData name="Jean-Louis SCOTTO-DI-QUAQUERO" userId="5b7c4864-d3b3-4c12-a33e-5ea7a2094109" providerId="ADAL" clId="{182E78CA-68CF-4743-BE97-284CCB418FE4}" dt="2021-03-22T14:58:29.833" v="226" actId="164"/>
          <ac:spMkLst>
            <pc:docMk/>
            <pc:sldMk cId="265570816" sldId="568"/>
            <ac:spMk id="15" creationId="{37216102-F9A6-4554-95CA-CF989C690972}"/>
          </ac:spMkLst>
        </pc:spChg>
        <pc:spChg chg="add mod">
          <ac:chgData name="Jean-Louis SCOTTO-DI-QUAQUERO" userId="5b7c4864-d3b3-4c12-a33e-5ea7a2094109" providerId="ADAL" clId="{182E78CA-68CF-4743-BE97-284CCB418FE4}" dt="2021-03-22T14:58:29.833" v="226" actId="164"/>
          <ac:spMkLst>
            <pc:docMk/>
            <pc:sldMk cId="265570816" sldId="568"/>
            <ac:spMk id="16" creationId="{80E826CA-CBE7-4208-B80E-28E921E18CBA}"/>
          </ac:spMkLst>
        </pc:spChg>
        <pc:spChg chg="add mod">
          <ac:chgData name="Jean-Louis SCOTTO-DI-QUAQUERO" userId="5b7c4864-d3b3-4c12-a33e-5ea7a2094109" providerId="ADAL" clId="{182E78CA-68CF-4743-BE97-284CCB418FE4}" dt="2021-03-22T14:58:29.833" v="226" actId="164"/>
          <ac:spMkLst>
            <pc:docMk/>
            <pc:sldMk cId="265570816" sldId="568"/>
            <ac:spMk id="18" creationId="{793918DB-0EE0-468A-89CD-BA31144BA345}"/>
          </ac:spMkLst>
        </pc:spChg>
        <pc:spChg chg="mod">
          <ac:chgData name="Jean-Louis SCOTTO-DI-QUAQUERO" userId="5b7c4864-d3b3-4c12-a33e-5ea7a2094109" providerId="ADAL" clId="{182E78CA-68CF-4743-BE97-284CCB418FE4}" dt="2021-03-22T14:58:13.689" v="223"/>
          <ac:spMkLst>
            <pc:docMk/>
            <pc:sldMk cId="265570816" sldId="568"/>
            <ac:spMk id="21" creationId="{99227207-F8F7-4194-9BC6-889E615119AD}"/>
          </ac:spMkLst>
        </pc:spChg>
        <pc:grpChg chg="add mod">
          <ac:chgData name="Jean-Louis SCOTTO-DI-QUAQUERO" userId="5b7c4864-d3b3-4c12-a33e-5ea7a2094109" providerId="ADAL" clId="{182E78CA-68CF-4743-BE97-284CCB418FE4}" dt="2021-03-22T14:58:29.833" v="226" actId="164"/>
          <ac:grpSpMkLst>
            <pc:docMk/>
            <pc:sldMk cId="265570816" sldId="568"/>
            <ac:grpSpMk id="19" creationId="{67472FAD-74CA-4EFB-8353-6BE9F8910AC2}"/>
          </ac:grpSpMkLst>
        </pc:grpChg>
        <pc:grpChg chg="add mod">
          <ac:chgData name="Jean-Louis SCOTTO-DI-QUAQUERO" userId="5b7c4864-d3b3-4c12-a33e-5ea7a2094109" providerId="ADAL" clId="{182E78CA-68CF-4743-BE97-284CCB418FE4}" dt="2021-03-22T14:58:35.742" v="228" actId="1076"/>
          <ac:grpSpMkLst>
            <pc:docMk/>
            <pc:sldMk cId="265570816" sldId="568"/>
            <ac:grpSpMk id="22" creationId="{1D5FEFF7-33C7-419F-B1EB-96E7D1B1B7F0}"/>
          </ac:grpSpMkLst>
        </pc:grpChg>
        <pc:picChg chg="add mod">
          <ac:chgData name="Jean-Louis SCOTTO-DI-QUAQUERO" userId="5b7c4864-d3b3-4c12-a33e-5ea7a2094109" providerId="ADAL" clId="{182E78CA-68CF-4743-BE97-284CCB418FE4}" dt="2021-03-22T14:58:29.833" v="226" actId="164"/>
          <ac:picMkLst>
            <pc:docMk/>
            <pc:sldMk cId="265570816" sldId="568"/>
            <ac:picMk id="6" creationId="{4EE691F6-BF84-429F-8373-3001A297FE05}"/>
          </ac:picMkLst>
        </pc:picChg>
        <pc:picChg chg="add mod">
          <ac:chgData name="Jean-Louis SCOTTO-DI-QUAQUERO" userId="5b7c4864-d3b3-4c12-a33e-5ea7a2094109" providerId="ADAL" clId="{182E78CA-68CF-4743-BE97-284CCB418FE4}" dt="2021-03-22T14:58:29.833" v="226" actId="164"/>
          <ac:picMkLst>
            <pc:docMk/>
            <pc:sldMk cId="265570816" sldId="568"/>
            <ac:picMk id="7" creationId="{614D1D5C-24E8-4328-8962-409C71F148A4}"/>
          </ac:picMkLst>
        </pc:picChg>
        <pc:picChg chg="mod">
          <ac:chgData name="Jean-Louis SCOTTO-DI-QUAQUERO" userId="5b7c4864-d3b3-4c12-a33e-5ea7a2094109" providerId="ADAL" clId="{182E78CA-68CF-4743-BE97-284CCB418FE4}" dt="2021-03-22T14:58:13.689" v="223"/>
          <ac:picMkLst>
            <pc:docMk/>
            <pc:sldMk cId="265570816" sldId="568"/>
            <ac:picMk id="20" creationId="{78A6E03B-BE4C-4ADF-8B68-32F89522BD37}"/>
          </ac:picMkLst>
        </pc:picChg>
        <pc:cxnChg chg="add mod">
          <ac:chgData name="Jean-Louis SCOTTO-DI-QUAQUERO" userId="5b7c4864-d3b3-4c12-a33e-5ea7a2094109" providerId="ADAL" clId="{182E78CA-68CF-4743-BE97-284CCB418FE4}" dt="2021-03-22T14:58:29.833" v="226" actId="164"/>
          <ac:cxnSpMkLst>
            <pc:docMk/>
            <pc:sldMk cId="265570816" sldId="568"/>
            <ac:cxnSpMk id="11" creationId="{A21DED5A-73D2-4658-9D80-A99302D2CD7A}"/>
          </ac:cxnSpMkLst>
        </pc:cxnChg>
        <pc:cxnChg chg="add mod">
          <ac:chgData name="Jean-Louis SCOTTO-DI-QUAQUERO" userId="5b7c4864-d3b3-4c12-a33e-5ea7a2094109" providerId="ADAL" clId="{182E78CA-68CF-4743-BE97-284CCB418FE4}" dt="2021-03-22T14:58:29.833" v="226" actId="164"/>
          <ac:cxnSpMkLst>
            <pc:docMk/>
            <pc:sldMk cId="265570816" sldId="568"/>
            <ac:cxnSpMk id="12" creationId="{12C2648D-6D3C-43DA-9529-9C5DADA966E3}"/>
          </ac:cxnSpMkLst>
        </pc:cxnChg>
        <pc:cxnChg chg="add mod">
          <ac:chgData name="Jean-Louis SCOTTO-DI-QUAQUERO" userId="5b7c4864-d3b3-4c12-a33e-5ea7a2094109" providerId="ADAL" clId="{182E78CA-68CF-4743-BE97-284CCB418FE4}" dt="2021-03-22T14:58:29.833" v="226" actId="164"/>
          <ac:cxnSpMkLst>
            <pc:docMk/>
            <pc:sldMk cId="265570816" sldId="568"/>
            <ac:cxnSpMk id="13" creationId="{B9BA7F29-8CE3-432D-A469-23E597AAF972}"/>
          </ac:cxnSpMkLst>
        </pc:cxnChg>
        <pc:cxnChg chg="add mod">
          <ac:chgData name="Jean-Louis SCOTTO-DI-QUAQUERO" userId="5b7c4864-d3b3-4c12-a33e-5ea7a2094109" providerId="ADAL" clId="{182E78CA-68CF-4743-BE97-284CCB418FE4}" dt="2021-03-22T14:58:29.833" v="226" actId="164"/>
          <ac:cxnSpMkLst>
            <pc:docMk/>
            <pc:sldMk cId="265570816" sldId="568"/>
            <ac:cxnSpMk id="17" creationId="{8BCAB019-6864-4443-8C14-5E3B83094959}"/>
          </ac:cxnSpMkLst>
        </pc:cxnChg>
      </pc:sldChg>
      <pc:sldChg chg="addSp delSp modSp add mod">
        <pc:chgData name="Jean-Louis SCOTTO-DI-QUAQUERO" userId="5b7c4864-d3b3-4c12-a33e-5ea7a2094109" providerId="ADAL" clId="{182E78CA-68CF-4743-BE97-284CCB418FE4}" dt="2021-03-22T14:58:58.448" v="231"/>
        <pc:sldMkLst>
          <pc:docMk/>
          <pc:sldMk cId="2403298507" sldId="569"/>
        </pc:sldMkLst>
        <pc:spChg chg="mod">
          <ac:chgData name="Jean-Louis SCOTTO-DI-QUAQUERO" userId="5b7c4864-d3b3-4c12-a33e-5ea7a2094109" providerId="ADAL" clId="{182E78CA-68CF-4743-BE97-284CCB418FE4}" dt="2021-03-22T14:58:49.816" v="229"/>
          <ac:spMkLst>
            <pc:docMk/>
            <pc:sldMk cId="2403298507" sldId="569"/>
            <ac:spMk id="4" creationId="{27D2D4DF-2672-49A2-B95D-2F8236D87193}"/>
          </ac:spMkLst>
        </pc:spChg>
        <pc:spChg chg="del">
          <ac:chgData name="Jean-Louis SCOTTO-DI-QUAQUERO" userId="5b7c4864-d3b3-4c12-a33e-5ea7a2094109" providerId="ADAL" clId="{182E78CA-68CF-4743-BE97-284CCB418FE4}" dt="2021-03-22T14:58:58.044" v="230" actId="478"/>
          <ac:spMkLst>
            <pc:docMk/>
            <pc:sldMk cId="2403298507" sldId="569"/>
            <ac:spMk id="5" creationId="{28866923-9D30-4658-83B8-0B309F00CD47}"/>
          </ac:spMkLst>
        </pc:spChg>
        <pc:spChg chg="add mod">
          <ac:chgData name="Jean-Louis SCOTTO-DI-QUAQUERO" userId="5b7c4864-d3b3-4c12-a33e-5ea7a2094109" providerId="ADAL" clId="{182E78CA-68CF-4743-BE97-284CCB418FE4}" dt="2021-03-22T14:58:58.448" v="231"/>
          <ac:spMkLst>
            <pc:docMk/>
            <pc:sldMk cId="2403298507" sldId="569"/>
            <ac:spMk id="6" creationId="{74A7808E-956B-441A-9E65-3DF7C256A6E6}"/>
          </ac:spMkLst>
        </pc:spChg>
      </pc:sldChg>
      <pc:sldChg chg="addSp delSp modSp add mod">
        <pc:chgData name="Jean-Louis SCOTTO-DI-QUAQUERO" userId="5b7c4864-d3b3-4c12-a33e-5ea7a2094109" providerId="ADAL" clId="{182E78CA-68CF-4743-BE97-284CCB418FE4}" dt="2021-03-22T14:59:28.494" v="242" actId="20577"/>
        <pc:sldMkLst>
          <pc:docMk/>
          <pc:sldMk cId="3589455560" sldId="570"/>
        </pc:sldMkLst>
        <pc:spChg chg="mod">
          <ac:chgData name="Jean-Louis SCOTTO-DI-QUAQUERO" userId="5b7c4864-d3b3-4c12-a33e-5ea7a2094109" providerId="ADAL" clId="{182E78CA-68CF-4743-BE97-284CCB418FE4}" dt="2021-03-22T14:59:24.466" v="232"/>
          <ac:spMkLst>
            <pc:docMk/>
            <pc:sldMk cId="3589455560" sldId="570"/>
            <ac:spMk id="2" creationId="{761580CE-89A9-474D-8996-2BBA48E31943}"/>
          </ac:spMkLst>
        </pc:spChg>
        <pc:spChg chg="mod">
          <ac:chgData name="Jean-Louis SCOTTO-DI-QUAQUERO" userId="5b7c4864-d3b3-4c12-a33e-5ea7a2094109" providerId="ADAL" clId="{182E78CA-68CF-4743-BE97-284CCB418FE4}" dt="2021-03-22T14:59:24.466" v="232"/>
          <ac:spMkLst>
            <pc:docMk/>
            <pc:sldMk cId="3589455560" sldId="570"/>
            <ac:spMk id="3" creationId="{7D958B24-CF75-4DDD-B98F-D2BB19D375D9}"/>
          </ac:spMkLst>
        </pc:spChg>
        <pc:spChg chg="del">
          <ac:chgData name="Jean-Louis SCOTTO-DI-QUAQUERO" userId="5b7c4864-d3b3-4c12-a33e-5ea7a2094109" providerId="ADAL" clId="{182E78CA-68CF-4743-BE97-284CCB418FE4}" dt="2021-03-22T14:59:24.466" v="232"/>
          <ac:spMkLst>
            <pc:docMk/>
            <pc:sldMk cId="3589455560" sldId="570"/>
            <ac:spMk id="4" creationId="{27D2D4DF-2672-49A2-B95D-2F8236D87193}"/>
          </ac:spMkLst>
        </pc:spChg>
        <pc:spChg chg="del">
          <ac:chgData name="Jean-Louis SCOTTO-DI-QUAQUERO" userId="5b7c4864-d3b3-4c12-a33e-5ea7a2094109" providerId="ADAL" clId="{182E78CA-68CF-4743-BE97-284CCB418FE4}" dt="2021-03-22T14:59:24.466" v="232"/>
          <ac:spMkLst>
            <pc:docMk/>
            <pc:sldMk cId="3589455560" sldId="570"/>
            <ac:spMk id="5" creationId="{28866923-9D30-4658-83B8-0B309F00CD47}"/>
          </ac:spMkLst>
        </pc:spChg>
        <pc:spChg chg="add mod">
          <ac:chgData name="Jean-Louis SCOTTO-DI-QUAQUERO" userId="5b7c4864-d3b3-4c12-a33e-5ea7a2094109" providerId="ADAL" clId="{182E78CA-68CF-4743-BE97-284CCB418FE4}" dt="2021-03-22T14:59:28.494" v="242" actId="20577"/>
          <ac:spMkLst>
            <pc:docMk/>
            <pc:sldMk cId="3589455560" sldId="570"/>
            <ac:spMk id="6" creationId="{9736DF66-503C-4E41-9E13-A346C7AB01F9}"/>
          </ac:spMkLst>
        </pc:spChg>
      </pc:sldChg>
      <pc:sldChg chg="addSp delSp modSp add mod">
        <pc:chgData name="Jean-Louis SCOTTO-DI-QUAQUERO" userId="5b7c4864-d3b3-4c12-a33e-5ea7a2094109" providerId="ADAL" clId="{182E78CA-68CF-4743-BE97-284CCB418FE4}" dt="2021-03-22T15:00:34.039" v="258"/>
        <pc:sldMkLst>
          <pc:docMk/>
          <pc:sldMk cId="1437974823" sldId="571"/>
        </pc:sldMkLst>
        <pc:spChg chg="mod">
          <ac:chgData name="Jean-Louis SCOTTO-DI-QUAQUERO" userId="5b7c4864-d3b3-4c12-a33e-5ea7a2094109" providerId="ADAL" clId="{182E78CA-68CF-4743-BE97-284CCB418FE4}" dt="2021-03-22T14:59:41.909" v="254" actId="20577"/>
          <ac:spMkLst>
            <pc:docMk/>
            <pc:sldMk cId="1437974823" sldId="571"/>
            <ac:spMk id="4" creationId="{27D2D4DF-2672-49A2-B95D-2F8236D87193}"/>
          </ac:spMkLst>
        </pc:spChg>
        <pc:spChg chg="del">
          <ac:chgData name="Jean-Louis SCOTTO-DI-QUAQUERO" userId="5b7c4864-d3b3-4c12-a33e-5ea7a2094109" providerId="ADAL" clId="{182E78CA-68CF-4743-BE97-284CCB418FE4}" dt="2021-03-22T14:59:45.506" v="255" actId="478"/>
          <ac:spMkLst>
            <pc:docMk/>
            <pc:sldMk cId="1437974823" sldId="571"/>
            <ac:spMk id="5" creationId="{28866923-9D30-4658-83B8-0B309F00CD47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6" creationId="{78A34646-F297-45F1-A100-3E6317D8F5FF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7" creationId="{EC08E0B2-360A-4250-AEE2-F72D821BD8C4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9" creationId="{7393951F-CED9-4F8D-AC77-DF20E29D7364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10" creationId="{F8EBB5CB-B09D-453B-B210-DB8AFE110B43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11" creationId="{25C33ECB-32D1-4371-83CB-68B247975F3A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12" creationId="{530918B5-F108-4F5F-BC54-77991FA610DD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13" creationId="{98BB71ED-3014-41F5-BDA5-CCE722FE5970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14" creationId="{7C678CE2-6F4B-489E-BCBA-0FC29B9481B5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15" creationId="{611091CD-D415-4B5C-ACC8-724F5E8C234C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16" creationId="{41E27E2D-CFF5-4E4A-8B22-3BE1125E0B37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17" creationId="{1F6AB27F-B242-4D3E-8145-12ED63F4487B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18" creationId="{C13A28EE-7AEB-4F2E-BF16-8E5A92C5F0B3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19" creationId="{23112806-E29B-4CA5-8423-51F6C8F225CE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20" creationId="{F4EE8E90-079F-49A5-90C8-7B24D297C151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21" creationId="{5775DA35-ECA1-4AB2-9ACB-AD7D42970600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22" creationId="{635C48D5-8B5D-4237-BD09-3209CBF126C9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23" creationId="{8011B599-58E9-4FBE-B002-C5ADE9D28AFA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24" creationId="{2EF0664C-924F-4D5A-AC64-478D7A17672B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25" creationId="{D99B48B6-9A9E-4003-BAEB-9709568A15FA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26" creationId="{5A99A993-0815-476E-ACA1-4AD678EBF1A9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27" creationId="{B9FD59B1-15A4-4396-8900-9EF6616F5B74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28" creationId="{2A06713E-0C6C-4E9A-924D-2114F11B320A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29" creationId="{446C3E07-9AFB-43E9-AF06-A9E87DAE0037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32" creationId="{2E488BFB-FD35-486F-81B1-830D69F8C57F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33" creationId="{28779E26-1CDB-4618-8C6A-D4ED8318E789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34" creationId="{B66D4D95-6BD9-4127-9E9F-A36E9CAAD61C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35" creationId="{3CEB0EFC-B172-498E-A619-10A23D42DF71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36" creationId="{529220CD-2E58-489B-9465-074934CCCD6D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37" creationId="{46748F85-E51F-4BDB-BEEC-AFCC058627C5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38" creationId="{59509A39-8468-4F5A-A3BA-E6BBCB57D68B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39" creationId="{7874C701-9088-49C4-B1D2-D9A030B4BE1C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40" creationId="{06CCE642-C808-4430-977E-97593EEEDF71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41" creationId="{AC2ECC3B-F335-4ABC-B809-D969B9647CBB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42" creationId="{C43EFA11-4FB7-4A59-B68B-B065C1B0CAD1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43" creationId="{139E30FD-6508-4BBF-B04C-6B1FDA0BA55B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44" creationId="{E9FA8606-B948-4DBE-875A-3213C84EE4DD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45" creationId="{E978742E-10C3-43F0-AC1E-AE8EC574254B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46" creationId="{8D65CD4B-C17A-445A-A8DF-4602C3B01E1D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47" creationId="{681E97A5-6937-4753-A814-8C434B45FF65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48" creationId="{F276AE50-DA83-4718-B23F-86C169D58D13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49" creationId="{0DE3FA5A-78A0-4A5B-B448-F37036787C60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50" creationId="{1942C5F8-0761-4394-AF41-C02E8E094B18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51" creationId="{5BDB301B-091A-4B56-9749-7B1725BDBA5C}"/>
          </ac:spMkLst>
        </pc:spChg>
        <pc:spChg chg="add mod">
          <ac:chgData name="Jean-Louis SCOTTO-DI-QUAQUERO" userId="5b7c4864-d3b3-4c12-a33e-5ea7a2094109" providerId="ADAL" clId="{182E78CA-68CF-4743-BE97-284CCB418FE4}" dt="2021-03-22T15:00:02.631" v="256"/>
          <ac:spMkLst>
            <pc:docMk/>
            <pc:sldMk cId="1437974823" sldId="571"/>
            <ac:spMk id="52" creationId="{55689662-DD23-4E0D-8FDC-2BDF10DDBEF4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53" creationId="{0FAD5918-4687-434E-B9A0-A96A0D1A5DC1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54" creationId="{FDCD1227-B632-4913-A0B3-7C5D23780CB8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56" creationId="{A27D1DE2-08D8-4869-AC21-FA547CC98CA1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57" creationId="{C730D28F-EF55-4CAF-B0C8-2EBD2C71BA31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58" creationId="{8292CACB-9E66-4D0A-93AF-A02903A36304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59" creationId="{A396D0AD-0F8F-41B7-922F-5C0583B58E75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60" creationId="{9F7560D1-BE21-4424-B9B5-37B69EB09C3C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61" creationId="{0AEC3F8B-98E8-4583-9721-CEE288163500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62" creationId="{03B52B0E-64B6-4E73-8041-BD5DC23CD6E1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63" creationId="{2302948B-EF67-434A-9BDF-10A8661B4F27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64" creationId="{FF92C138-F0B4-4687-9664-B289C8B18E43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65" creationId="{903DC0A3-CAD8-493E-B9A8-444CD4C41288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66" creationId="{3B40DC16-D927-4397-99DC-0BFD4ABB69E6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67" creationId="{3A59C350-6CE9-4089-B432-043D55BA94EA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68" creationId="{9FAC7A7D-47C2-4096-B946-DF62FECDE4F1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69" creationId="{53F8BEEA-4BCC-4888-80E6-F96220E1DAA1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70" creationId="{6EC1EA3F-F4D2-43EC-8307-010661EB6737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71" creationId="{37626F4E-46B2-4527-9C77-9C83AACC8D5D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72" creationId="{00A2C129-13ED-4C03-AE51-51036EFB157C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73" creationId="{E9CBB026-9D2E-48E8-B894-DA218A5C30D3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74" creationId="{E78C3158-9E1F-45CF-83D7-905096F2169C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75" creationId="{A6F8AED3-0F80-4F4D-AA60-EAB5B7DC5C78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76" creationId="{4A3F1F71-7A87-4A6E-B1F0-A8F833410C79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79" creationId="{B6EDD764-633E-45AA-87F8-0F1F2417DC58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80" creationId="{3CD81B5C-BCFA-46B4-BDCF-7149CE1AB53E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81" creationId="{F3B9E5DA-A9B3-45AF-8367-4732840A63A0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82" creationId="{F4CF5AD3-BE26-4641-9957-10F401EC6CFE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83" creationId="{714C9A2E-0D64-4AA1-BDE4-450CE553B053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84" creationId="{E65AAE63-2081-4B51-90B9-0D2DB3CFB09B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85" creationId="{D3B57A33-15B8-4896-9E93-5D0D9AFDC74E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86" creationId="{7ADD8A3F-5134-4119-9774-EC4BB8EBDFE9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87" creationId="{8F643F6A-E1A1-4E50-A1A9-A052C9F1E9E9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88" creationId="{35AF925B-9A79-47A6-B6B3-DB61B18E93FA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89" creationId="{63402C06-8391-44B3-BE22-9E815AFEC357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90" creationId="{CB8AFAEA-FDCF-4D5D-B2B2-BEC62D57C183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91" creationId="{12FD5193-DB67-40CE-A4BC-FEECAD37CC36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92" creationId="{5D1962CE-F491-4171-88F0-05115DF9274E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93" creationId="{25B07EF8-DE71-4E56-9250-054D7E066B99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94" creationId="{FC2DEE4F-2F16-4113-8191-BE3744050793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95" creationId="{9BE28089-F793-410A-9E19-DA735E9C1AED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96" creationId="{EC8C78CA-BA58-434E-9651-F555D1080C47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97" creationId="{EBBDDE11-0789-4B50-965E-AD5DAB0ADC20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98" creationId="{57A036A0-BD37-484E-9B0E-A2400C3BD05D}"/>
          </ac:spMkLst>
        </pc:spChg>
        <pc:spChg chg="add del mod">
          <ac:chgData name="Jean-Louis SCOTTO-DI-QUAQUERO" userId="5b7c4864-d3b3-4c12-a33e-5ea7a2094109" providerId="ADAL" clId="{182E78CA-68CF-4743-BE97-284CCB418FE4}" dt="2021-03-22T15:00:34.039" v="258"/>
          <ac:spMkLst>
            <pc:docMk/>
            <pc:sldMk cId="1437974823" sldId="571"/>
            <ac:spMk id="99" creationId="{339EDF43-A793-4E97-954B-EC1670231E66}"/>
          </ac:spMkLst>
        </pc:spChg>
        <pc:picChg chg="add mod">
          <ac:chgData name="Jean-Louis SCOTTO-DI-QUAQUERO" userId="5b7c4864-d3b3-4c12-a33e-5ea7a2094109" providerId="ADAL" clId="{182E78CA-68CF-4743-BE97-284CCB418FE4}" dt="2021-03-22T15:00:02.631" v="256"/>
          <ac:picMkLst>
            <pc:docMk/>
            <pc:sldMk cId="1437974823" sldId="571"/>
            <ac:picMk id="8" creationId="{7D0EF126-97D5-4F98-AF93-C5020311388A}"/>
          </ac:picMkLst>
        </pc:picChg>
        <pc:picChg chg="add del mod">
          <ac:chgData name="Jean-Louis SCOTTO-DI-QUAQUERO" userId="5b7c4864-d3b3-4c12-a33e-5ea7a2094109" providerId="ADAL" clId="{182E78CA-68CF-4743-BE97-284CCB418FE4}" dt="2021-03-22T15:00:34.039" v="258"/>
          <ac:picMkLst>
            <pc:docMk/>
            <pc:sldMk cId="1437974823" sldId="571"/>
            <ac:picMk id="55" creationId="{558C9120-04D6-40AD-A901-6169F6DDC7EA}"/>
          </ac:picMkLst>
        </pc:picChg>
        <pc:cxnChg chg="add mod">
          <ac:chgData name="Jean-Louis SCOTTO-DI-QUAQUERO" userId="5b7c4864-d3b3-4c12-a33e-5ea7a2094109" providerId="ADAL" clId="{182E78CA-68CF-4743-BE97-284CCB418FE4}" dt="2021-03-22T15:00:02.631" v="256"/>
          <ac:cxnSpMkLst>
            <pc:docMk/>
            <pc:sldMk cId="1437974823" sldId="571"/>
            <ac:cxnSpMk id="30" creationId="{72E59AA0-A802-4264-A17E-7A53E77B99B6}"/>
          </ac:cxnSpMkLst>
        </pc:cxnChg>
        <pc:cxnChg chg="add mod">
          <ac:chgData name="Jean-Louis SCOTTO-DI-QUAQUERO" userId="5b7c4864-d3b3-4c12-a33e-5ea7a2094109" providerId="ADAL" clId="{182E78CA-68CF-4743-BE97-284CCB418FE4}" dt="2021-03-22T15:00:02.631" v="256"/>
          <ac:cxnSpMkLst>
            <pc:docMk/>
            <pc:sldMk cId="1437974823" sldId="571"/>
            <ac:cxnSpMk id="31" creationId="{DE0FBC74-8934-4EAD-A732-DEA494DC724D}"/>
          </ac:cxnSpMkLst>
        </pc:cxnChg>
        <pc:cxnChg chg="add del mod">
          <ac:chgData name="Jean-Louis SCOTTO-DI-QUAQUERO" userId="5b7c4864-d3b3-4c12-a33e-5ea7a2094109" providerId="ADAL" clId="{182E78CA-68CF-4743-BE97-284CCB418FE4}" dt="2021-03-22T15:00:34.039" v="258"/>
          <ac:cxnSpMkLst>
            <pc:docMk/>
            <pc:sldMk cId="1437974823" sldId="571"/>
            <ac:cxnSpMk id="77" creationId="{8884C83B-CAFD-4215-990B-65426641C43A}"/>
          </ac:cxnSpMkLst>
        </pc:cxnChg>
        <pc:cxnChg chg="add del mod">
          <ac:chgData name="Jean-Louis SCOTTO-DI-QUAQUERO" userId="5b7c4864-d3b3-4c12-a33e-5ea7a2094109" providerId="ADAL" clId="{182E78CA-68CF-4743-BE97-284CCB418FE4}" dt="2021-03-22T15:00:34.039" v="258"/>
          <ac:cxnSpMkLst>
            <pc:docMk/>
            <pc:sldMk cId="1437974823" sldId="571"/>
            <ac:cxnSpMk id="78" creationId="{E1C3A2DD-9FB8-4860-8CC2-CB550E8732AF}"/>
          </ac:cxnSpMkLst>
        </pc:cxnChg>
      </pc:sldChg>
      <pc:sldChg chg="addSp delSp modSp add mod">
        <pc:chgData name="Jean-Louis SCOTTO-DI-QUAQUERO" userId="5b7c4864-d3b3-4c12-a33e-5ea7a2094109" providerId="ADAL" clId="{182E78CA-68CF-4743-BE97-284CCB418FE4}" dt="2021-03-22T15:01:25.572" v="281"/>
        <pc:sldMkLst>
          <pc:docMk/>
          <pc:sldMk cId="3923267260" sldId="572"/>
        </pc:sldMkLst>
        <pc:spChg chg="mod">
          <ac:chgData name="Jean-Louis SCOTTO-DI-QUAQUERO" userId="5b7c4864-d3b3-4c12-a33e-5ea7a2094109" providerId="ADAL" clId="{182E78CA-68CF-4743-BE97-284CCB418FE4}" dt="2021-03-22T15:00:46.679" v="273" actId="20577"/>
          <ac:spMkLst>
            <pc:docMk/>
            <pc:sldMk cId="3923267260" sldId="572"/>
            <ac:spMk id="4" creationId="{27D2D4DF-2672-49A2-B95D-2F8236D87193}"/>
          </ac:spMkLst>
        </pc:spChg>
        <pc:spChg chg="del">
          <ac:chgData name="Jean-Louis SCOTTO-DI-QUAQUERO" userId="5b7c4864-d3b3-4c12-a33e-5ea7a2094109" providerId="ADAL" clId="{182E78CA-68CF-4743-BE97-284CCB418FE4}" dt="2021-03-22T15:00:49.749" v="274" actId="478"/>
          <ac:spMkLst>
            <pc:docMk/>
            <pc:sldMk cId="3923267260" sldId="572"/>
            <ac:spMk id="5" creationId="{28866923-9D30-4658-83B8-0B309F00CD47}"/>
          </ac:spMkLst>
        </pc:spChg>
        <pc:spChg chg="add mod">
          <ac:chgData name="Jean-Louis SCOTTO-DI-QUAQUERO" userId="5b7c4864-d3b3-4c12-a33e-5ea7a2094109" providerId="ADAL" clId="{182E78CA-68CF-4743-BE97-284CCB418FE4}" dt="2021-03-22T15:01:25.572" v="281"/>
          <ac:spMkLst>
            <pc:docMk/>
            <pc:sldMk cId="3923267260" sldId="572"/>
            <ac:spMk id="6" creationId="{D101CAE6-60B7-4BE7-9257-63A2629BE0A7}"/>
          </ac:spMkLst>
        </pc:spChg>
      </pc:sldChg>
      <pc:sldChg chg="modSp add mod ord">
        <pc:chgData name="Jean-Louis SCOTTO-DI-QUAQUERO" userId="5b7c4864-d3b3-4c12-a33e-5ea7a2094109" providerId="ADAL" clId="{182E78CA-68CF-4743-BE97-284CCB418FE4}" dt="2021-03-22T15:00:41.041" v="263" actId="20577"/>
        <pc:sldMkLst>
          <pc:docMk/>
          <pc:sldMk cId="378062235" sldId="573"/>
        </pc:sldMkLst>
        <pc:spChg chg="mod">
          <ac:chgData name="Jean-Louis SCOTTO-DI-QUAQUERO" userId="5b7c4864-d3b3-4c12-a33e-5ea7a2094109" providerId="ADAL" clId="{182E78CA-68CF-4743-BE97-284CCB418FE4}" dt="2021-03-22T15:00:41.041" v="263" actId="20577"/>
          <ac:spMkLst>
            <pc:docMk/>
            <pc:sldMk cId="378062235" sldId="573"/>
            <ac:spMk id="6" creationId="{9736DF66-503C-4E41-9E13-A346C7AB01F9}"/>
          </ac:spMkLst>
        </pc:spChg>
      </pc:sldChg>
      <pc:sldChg chg="new del">
        <pc:chgData name="Jean-Louis SCOTTO-DI-QUAQUERO" userId="5b7c4864-d3b3-4c12-a33e-5ea7a2094109" providerId="ADAL" clId="{182E78CA-68CF-4743-BE97-284CCB418FE4}" dt="2021-03-22T15:02:01.780" v="282" actId="47"/>
        <pc:sldMkLst>
          <pc:docMk/>
          <pc:sldMk cId="2943804269" sldId="574"/>
        </pc:sldMkLst>
      </pc:sldChg>
      <pc:sldChg chg="add del">
        <pc:chgData name="Jean-Louis SCOTTO-DI-QUAQUERO" userId="5b7c4864-d3b3-4c12-a33e-5ea7a2094109" providerId="ADAL" clId="{182E78CA-68CF-4743-BE97-284CCB418FE4}" dt="2021-03-22T15:02:01.780" v="282" actId="47"/>
        <pc:sldMkLst>
          <pc:docMk/>
          <pc:sldMk cId="3378829162" sldId="575"/>
        </pc:sldMkLst>
      </pc:sldChg>
      <pc:sldChg chg="add del">
        <pc:chgData name="Jean-Louis SCOTTO-DI-QUAQUERO" userId="5b7c4864-d3b3-4c12-a33e-5ea7a2094109" providerId="ADAL" clId="{182E78CA-68CF-4743-BE97-284CCB418FE4}" dt="2021-03-22T15:02:01.780" v="282" actId="47"/>
        <pc:sldMkLst>
          <pc:docMk/>
          <pc:sldMk cId="1495599005" sldId="576"/>
        </pc:sldMkLst>
      </pc:sldChg>
      <pc:sldChg chg="add del">
        <pc:chgData name="Jean-Louis SCOTTO-DI-QUAQUERO" userId="5b7c4864-d3b3-4c12-a33e-5ea7a2094109" providerId="ADAL" clId="{182E78CA-68CF-4743-BE97-284CCB418FE4}" dt="2021-03-22T15:02:01.780" v="282" actId="47"/>
        <pc:sldMkLst>
          <pc:docMk/>
          <pc:sldMk cId="3855190075" sldId="577"/>
        </pc:sldMkLst>
      </pc:sldChg>
      <pc:sldChg chg="add del">
        <pc:chgData name="Jean-Louis SCOTTO-DI-QUAQUERO" userId="5b7c4864-d3b3-4c12-a33e-5ea7a2094109" providerId="ADAL" clId="{182E78CA-68CF-4743-BE97-284CCB418FE4}" dt="2021-03-22T15:02:01.780" v="282" actId="47"/>
        <pc:sldMkLst>
          <pc:docMk/>
          <pc:sldMk cId="3234329825" sldId="578"/>
        </pc:sldMkLst>
      </pc:sldChg>
      <pc:sldChg chg="add del">
        <pc:chgData name="Jean-Louis SCOTTO-DI-QUAQUERO" userId="5b7c4864-d3b3-4c12-a33e-5ea7a2094109" providerId="ADAL" clId="{182E78CA-68CF-4743-BE97-284CCB418FE4}" dt="2021-03-22T15:02:01.780" v="282" actId="47"/>
        <pc:sldMkLst>
          <pc:docMk/>
          <pc:sldMk cId="3105977925" sldId="579"/>
        </pc:sldMkLst>
      </pc:sldChg>
      <pc:sldChg chg="add">
        <pc:chgData name="Jean-Louis SCOTTO-DI-QUAQUERO" userId="5b7c4864-d3b3-4c12-a33e-5ea7a2094109" providerId="ADAL" clId="{182E78CA-68CF-4743-BE97-284CCB418FE4}" dt="2021-03-22T15:02:05.733" v="283"/>
        <pc:sldMkLst>
          <pc:docMk/>
          <pc:sldMk cId="1492619757" sldId="580"/>
        </pc:sldMkLst>
      </pc:sldChg>
    </pc:docChg>
  </pc:docChgLst>
  <pc:docChgLst>
    <pc:chgData name="Jean-Louis SCOTTO-DI-QUAQUERO" userId="5b7c4864-d3b3-4c12-a33e-5ea7a2094109" providerId="ADAL" clId="{B502D81B-A6BD-4511-8C98-011980455E31}"/>
    <pc:docChg chg="undo custSel addSld delSld modSld modMainMaster modSection">
      <pc:chgData name="Jean-Louis SCOTTO-DI-QUAQUERO" userId="5b7c4864-d3b3-4c12-a33e-5ea7a2094109" providerId="ADAL" clId="{B502D81B-A6BD-4511-8C98-011980455E31}" dt="2020-11-19T07:46:55.756" v="1080" actId="790"/>
      <pc:docMkLst>
        <pc:docMk/>
      </pc:docMkLst>
      <pc:sldChg chg="modSp">
        <pc:chgData name="Jean-Louis SCOTTO-DI-QUAQUERO" userId="5b7c4864-d3b3-4c12-a33e-5ea7a2094109" providerId="ADAL" clId="{B502D81B-A6BD-4511-8C98-011980455E31}" dt="2020-11-19T07:31:48.629" v="79" actId="1076"/>
        <pc:sldMkLst>
          <pc:docMk/>
          <pc:sldMk cId="1232820293" sldId="461"/>
        </pc:sldMkLst>
        <pc:spChg chg="mod">
          <ac:chgData name="Jean-Louis SCOTTO-DI-QUAQUERO" userId="5b7c4864-d3b3-4c12-a33e-5ea7a2094109" providerId="ADAL" clId="{B502D81B-A6BD-4511-8C98-011980455E31}" dt="2020-11-19T07:31:13.194" v="65" actId="1076"/>
          <ac:spMkLst>
            <pc:docMk/>
            <pc:sldMk cId="1232820293" sldId="461"/>
            <ac:spMk id="5" creationId="{00000000-0000-0000-0000-000000000000}"/>
          </ac:spMkLst>
        </pc:spChg>
        <pc:spChg chg="mod">
          <ac:chgData name="Jean-Louis SCOTTO-DI-QUAQUERO" userId="5b7c4864-d3b3-4c12-a33e-5ea7a2094109" providerId="ADAL" clId="{B502D81B-A6BD-4511-8C98-011980455E31}" dt="2020-11-19T07:31:48.629" v="79" actId="1076"/>
          <ac:spMkLst>
            <pc:docMk/>
            <pc:sldMk cId="1232820293" sldId="461"/>
            <ac:spMk id="9" creationId="{66B75A39-2557-4215-8253-B3BFA97C535A}"/>
          </ac:spMkLst>
        </pc:spChg>
        <pc:picChg chg="mod">
          <ac:chgData name="Jean-Louis SCOTTO-DI-QUAQUERO" userId="5b7c4864-d3b3-4c12-a33e-5ea7a2094109" providerId="ADAL" clId="{B502D81B-A6BD-4511-8C98-011980455E31}" dt="2020-11-19T07:31:46.489" v="78" actId="1076"/>
          <ac:picMkLst>
            <pc:docMk/>
            <pc:sldMk cId="1232820293" sldId="461"/>
            <ac:picMk id="8" creationId="{00000000-0000-0000-0000-000000000000}"/>
          </ac:picMkLst>
        </pc:picChg>
      </pc:sldChg>
      <pc:sldChg chg="modSp del">
        <pc:chgData name="Jean-Louis SCOTTO-DI-QUAQUERO" userId="5b7c4864-d3b3-4c12-a33e-5ea7a2094109" providerId="ADAL" clId="{B502D81B-A6BD-4511-8C98-011980455E31}" dt="2020-11-19T07:35:07.140" v="137" actId="2696"/>
        <pc:sldMkLst>
          <pc:docMk/>
          <pc:sldMk cId="3257217052" sldId="462"/>
        </pc:sldMkLst>
        <pc:spChg chg="mod">
          <ac:chgData name="Jean-Louis SCOTTO-DI-QUAQUERO" userId="5b7c4864-d3b3-4c12-a33e-5ea7a2094109" providerId="ADAL" clId="{B502D81B-A6BD-4511-8C98-011980455E31}" dt="2020-11-19T07:32:28.414" v="83" actId="207"/>
          <ac:spMkLst>
            <pc:docMk/>
            <pc:sldMk cId="3257217052" sldId="462"/>
            <ac:spMk id="5" creationId="{EEA479C6-82E1-4421-8253-74935FEF36BD}"/>
          </ac:spMkLst>
        </pc:spChg>
      </pc:sldChg>
      <pc:sldChg chg="addSp delSp modSp del">
        <pc:chgData name="Jean-Louis SCOTTO-DI-QUAQUERO" userId="5b7c4864-d3b3-4c12-a33e-5ea7a2094109" providerId="ADAL" clId="{B502D81B-A6BD-4511-8C98-011980455E31}" dt="2020-11-19T07:38:10.466" v="157" actId="2696"/>
        <pc:sldMkLst>
          <pc:docMk/>
          <pc:sldMk cId="3915493480" sldId="491"/>
        </pc:sldMkLst>
        <pc:spChg chg="add del mod">
          <ac:chgData name="Jean-Louis SCOTTO-DI-QUAQUERO" userId="5b7c4864-d3b3-4c12-a33e-5ea7a2094109" providerId="ADAL" clId="{B502D81B-A6BD-4511-8C98-011980455E31}" dt="2020-11-19T07:38:01.450" v="154" actId="478"/>
          <ac:spMkLst>
            <pc:docMk/>
            <pc:sldMk cId="3915493480" sldId="491"/>
            <ac:spMk id="5" creationId="{4E3CE0C1-D838-4FAA-BFBA-95DE4F15BAD0}"/>
          </ac:spMkLst>
        </pc:spChg>
        <pc:spChg chg="add del mod">
          <ac:chgData name="Jean-Louis SCOTTO-DI-QUAQUERO" userId="5b7c4864-d3b3-4c12-a33e-5ea7a2094109" providerId="ADAL" clId="{B502D81B-A6BD-4511-8C98-011980455E31}" dt="2020-11-19T07:37:55.371" v="152" actId="478"/>
          <ac:spMkLst>
            <pc:docMk/>
            <pc:sldMk cId="3915493480" sldId="491"/>
            <ac:spMk id="6" creationId="{4BE3279D-B1ED-4547-AC42-E3D0D4EFAD13}"/>
          </ac:spMkLst>
        </pc:spChg>
        <pc:spChg chg="add del mod">
          <ac:chgData name="Jean-Louis SCOTTO-DI-QUAQUERO" userId="5b7c4864-d3b3-4c12-a33e-5ea7a2094109" providerId="ADAL" clId="{B502D81B-A6BD-4511-8C98-011980455E31}" dt="2020-11-19T07:37:52.810" v="151" actId="478"/>
          <ac:spMkLst>
            <pc:docMk/>
            <pc:sldMk cId="3915493480" sldId="491"/>
            <ac:spMk id="8" creationId="{8BE04849-1A0C-44A7-9B29-404F7A2388CF}"/>
          </ac:spMkLst>
        </pc:spChg>
      </pc:sldChg>
      <pc:sldChg chg="modSp">
        <pc:chgData name="Jean-Louis SCOTTO-DI-QUAQUERO" userId="5b7c4864-d3b3-4c12-a33e-5ea7a2094109" providerId="ADAL" clId="{B502D81B-A6BD-4511-8C98-011980455E31}" dt="2020-11-19T07:33:13.115" v="95" actId="20577"/>
        <pc:sldMkLst>
          <pc:docMk/>
          <pc:sldMk cId="959782804" sldId="492"/>
        </pc:sldMkLst>
        <pc:spChg chg="mod">
          <ac:chgData name="Jean-Louis SCOTTO-DI-QUAQUERO" userId="5b7c4864-d3b3-4c12-a33e-5ea7a2094109" providerId="ADAL" clId="{B502D81B-A6BD-4511-8C98-011980455E31}" dt="2020-11-19T07:33:13.115" v="95" actId="20577"/>
          <ac:spMkLst>
            <pc:docMk/>
            <pc:sldMk cId="959782804" sldId="492"/>
            <ac:spMk id="5" creationId="{C4EFB57A-2772-4B13-947F-F384FD87F3A2}"/>
          </ac:spMkLst>
        </pc:spChg>
      </pc:sldChg>
      <pc:sldChg chg="add del">
        <pc:chgData name="Jean-Louis SCOTTO-DI-QUAQUERO" userId="5b7c4864-d3b3-4c12-a33e-5ea7a2094109" providerId="ADAL" clId="{B502D81B-A6BD-4511-8C98-011980455E31}" dt="2020-11-19T07:31:59.612" v="80" actId="2696"/>
        <pc:sldMkLst>
          <pc:docMk/>
          <pc:sldMk cId="3420663044" sldId="559"/>
        </pc:sldMkLst>
      </pc:sldChg>
      <pc:sldChg chg="addSp modSp add">
        <pc:chgData name="Jean-Louis SCOTTO-DI-QUAQUERO" userId="5b7c4864-d3b3-4c12-a33e-5ea7a2094109" providerId="ADAL" clId="{B502D81B-A6BD-4511-8C98-011980455E31}" dt="2020-11-19T07:37:03.894" v="141" actId="20577"/>
        <pc:sldMkLst>
          <pc:docMk/>
          <pc:sldMk cId="4113719392" sldId="559"/>
        </pc:sldMkLst>
        <pc:spChg chg="mod">
          <ac:chgData name="Jean-Louis SCOTTO-DI-QUAQUERO" userId="5b7c4864-d3b3-4c12-a33e-5ea7a2094109" providerId="ADAL" clId="{B502D81B-A6BD-4511-8C98-011980455E31}" dt="2020-11-19T07:33:56.240" v="109" actId="20577"/>
          <ac:spMkLst>
            <pc:docMk/>
            <pc:sldMk cId="4113719392" sldId="559"/>
            <ac:spMk id="4" creationId="{5E110484-7C01-4617-903A-503AD67ED395}"/>
          </ac:spMkLst>
        </pc:spChg>
        <pc:spChg chg="mod">
          <ac:chgData name="Jean-Louis SCOTTO-DI-QUAQUERO" userId="5b7c4864-d3b3-4c12-a33e-5ea7a2094109" providerId="ADAL" clId="{B502D81B-A6BD-4511-8C98-011980455E31}" dt="2020-11-19T07:37:03.894" v="141" actId="20577"/>
          <ac:spMkLst>
            <pc:docMk/>
            <pc:sldMk cId="4113719392" sldId="559"/>
            <ac:spMk id="5" creationId="{4A0BAB5A-BB55-46E0-9F57-B6937674FD25}"/>
          </ac:spMkLst>
        </pc:spChg>
        <pc:picChg chg="add">
          <ac:chgData name="Jean-Louis SCOTTO-DI-QUAQUERO" userId="5b7c4864-d3b3-4c12-a33e-5ea7a2094109" providerId="ADAL" clId="{B502D81B-A6BD-4511-8C98-011980455E31}" dt="2020-11-19T07:34:02.829" v="111"/>
          <ac:picMkLst>
            <pc:docMk/>
            <pc:sldMk cId="4113719392" sldId="559"/>
            <ac:picMk id="6" creationId="{B9DF16C9-BA6A-46BB-AF98-C4D2B83185C5}"/>
          </ac:picMkLst>
        </pc:picChg>
        <pc:picChg chg="add">
          <ac:chgData name="Jean-Louis SCOTTO-DI-QUAQUERO" userId="5b7c4864-d3b3-4c12-a33e-5ea7a2094109" providerId="ADAL" clId="{B502D81B-A6BD-4511-8C98-011980455E31}" dt="2020-11-19T07:34:02.829" v="111"/>
          <ac:picMkLst>
            <pc:docMk/>
            <pc:sldMk cId="4113719392" sldId="559"/>
            <ac:picMk id="7" creationId="{54147ADD-7875-44BA-AC4F-8175FEBA5CF4}"/>
          </ac:picMkLst>
        </pc:picChg>
      </pc:sldChg>
      <pc:sldChg chg="addSp delSp modSp add">
        <pc:chgData name="Jean-Louis SCOTTO-DI-QUAQUERO" userId="5b7c4864-d3b3-4c12-a33e-5ea7a2094109" providerId="ADAL" clId="{B502D81B-A6BD-4511-8C98-011980455E31}" dt="2020-11-19T07:46:55.756" v="1080" actId="790"/>
        <pc:sldMkLst>
          <pc:docMk/>
          <pc:sldMk cId="622109117" sldId="560"/>
        </pc:sldMkLst>
        <pc:spChg chg="mod">
          <ac:chgData name="Jean-Louis SCOTTO-DI-QUAQUERO" userId="5b7c4864-d3b3-4c12-a33e-5ea7a2094109" providerId="ADAL" clId="{B502D81B-A6BD-4511-8C98-011980455E31}" dt="2020-11-19T07:38:20.039" v="174" actId="20577"/>
          <ac:spMkLst>
            <pc:docMk/>
            <pc:sldMk cId="622109117" sldId="560"/>
            <ac:spMk id="4" creationId="{6AE02550-06AD-49D5-A1D8-8EDD6C263472}"/>
          </ac:spMkLst>
        </pc:spChg>
        <pc:spChg chg="mod">
          <ac:chgData name="Jean-Louis SCOTTO-DI-QUAQUERO" userId="5b7c4864-d3b3-4c12-a33e-5ea7a2094109" providerId="ADAL" clId="{B502D81B-A6BD-4511-8C98-011980455E31}" dt="2020-11-19T07:45:21.499" v="958" actId="6549"/>
          <ac:spMkLst>
            <pc:docMk/>
            <pc:sldMk cId="622109117" sldId="560"/>
            <ac:spMk id="5" creationId="{22EF6DB6-A9E0-4050-A6E5-DBC63A70B189}"/>
          </ac:spMkLst>
        </pc:spChg>
        <pc:spChg chg="add mod">
          <ac:chgData name="Jean-Louis SCOTTO-DI-QUAQUERO" userId="5b7c4864-d3b3-4c12-a33e-5ea7a2094109" providerId="ADAL" clId="{B502D81B-A6BD-4511-8C98-011980455E31}" dt="2020-11-19T07:46:55.756" v="1080" actId="790"/>
          <ac:spMkLst>
            <pc:docMk/>
            <pc:sldMk cId="622109117" sldId="560"/>
            <ac:spMk id="6" creationId="{CD687D65-B8B5-4368-BCA2-2B80E6490C47}"/>
          </ac:spMkLst>
        </pc:spChg>
        <pc:spChg chg="add del mod">
          <ac:chgData name="Jean-Louis SCOTTO-DI-QUAQUERO" userId="5b7c4864-d3b3-4c12-a33e-5ea7a2094109" providerId="ADAL" clId="{B502D81B-A6BD-4511-8C98-011980455E31}" dt="2020-11-19T07:45:56.194" v="965" actId="478"/>
          <ac:spMkLst>
            <pc:docMk/>
            <pc:sldMk cId="622109117" sldId="560"/>
            <ac:spMk id="7" creationId="{9DF60372-3A13-4BA1-A56B-6A01696AA11B}"/>
          </ac:spMkLst>
        </pc:spChg>
      </pc:sldChg>
      <pc:sldMasterChg chg="modSp modSldLayout">
        <pc:chgData name="Jean-Louis SCOTTO-DI-QUAQUERO" userId="5b7c4864-d3b3-4c12-a33e-5ea7a2094109" providerId="ADAL" clId="{B502D81B-A6BD-4511-8C98-011980455E31}" dt="2020-11-19T07:30:26.943" v="62" actId="14100"/>
        <pc:sldMasterMkLst>
          <pc:docMk/>
          <pc:sldMasterMk cId="2778691957" sldId="2147483648"/>
        </pc:sldMasterMkLst>
        <pc:spChg chg="mod">
          <ac:chgData name="Jean-Louis SCOTTO-DI-QUAQUERO" userId="5b7c4864-d3b3-4c12-a33e-5ea7a2094109" providerId="ADAL" clId="{B502D81B-A6BD-4511-8C98-011980455E31}" dt="2020-11-19T07:26:31.084" v="35" actId="207"/>
          <ac:spMkLst>
            <pc:docMk/>
            <pc:sldMasterMk cId="2778691957" sldId="2147483648"/>
            <ac:spMk id="2" creationId="{00000000-0000-0000-0000-000000000000}"/>
          </ac:spMkLst>
        </pc:spChg>
        <pc:spChg chg="mod">
          <ac:chgData name="Jean-Louis SCOTTO-DI-QUAQUERO" userId="5b7c4864-d3b3-4c12-a33e-5ea7a2094109" providerId="ADAL" clId="{B502D81B-A6BD-4511-8C98-011980455E31}" dt="2020-11-19T07:26:22.856" v="34" actId="207"/>
          <ac:spMkLst>
            <pc:docMk/>
            <pc:sldMasterMk cId="2778691957" sldId="2147483648"/>
            <ac:spMk id="10" creationId="{00000000-0000-0000-0000-000000000000}"/>
          </ac:spMkLst>
        </pc:spChg>
        <pc:spChg chg="mod">
          <ac:chgData name="Jean-Louis SCOTTO-DI-QUAQUERO" userId="5b7c4864-d3b3-4c12-a33e-5ea7a2094109" providerId="ADAL" clId="{B502D81B-A6BD-4511-8C98-011980455E31}" dt="2020-11-19T07:25:01.194" v="32" actId="14100"/>
          <ac:spMkLst>
            <pc:docMk/>
            <pc:sldMasterMk cId="2778691957" sldId="2147483648"/>
            <ac:spMk id="11" creationId="{21A99670-3C7F-4452-88C8-5B9767E5A0A2}"/>
          </ac:spMkLst>
        </pc:spChg>
        <pc:picChg chg="mod">
          <ac:chgData name="Jean-Louis SCOTTO-DI-QUAQUERO" userId="5b7c4864-d3b3-4c12-a33e-5ea7a2094109" providerId="ADAL" clId="{B502D81B-A6BD-4511-8C98-011980455E31}" dt="2020-11-19T07:29:31.746" v="50" actId="14100"/>
          <ac:picMkLst>
            <pc:docMk/>
            <pc:sldMasterMk cId="2778691957" sldId="2147483648"/>
            <ac:picMk id="12" creationId="{4EE049B8-76EA-4D46-A6BA-7E3A868D75FE}"/>
          </ac:picMkLst>
        </pc:picChg>
        <pc:sldLayoutChg chg="modSp">
          <pc:chgData name="Jean-Louis SCOTTO-DI-QUAQUERO" userId="5b7c4864-d3b3-4c12-a33e-5ea7a2094109" providerId="ADAL" clId="{B502D81B-A6BD-4511-8C98-011980455E31}" dt="2020-11-19T07:30:26.943" v="62" actId="14100"/>
          <pc:sldLayoutMkLst>
            <pc:docMk/>
            <pc:sldMasterMk cId="2778691957" sldId="2147483648"/>
            <pc:sldLayoutMk cId="2427066217" sldId="2147483677"/>
          </pc:sldLayoutMkLst>
          <pc:spChg chg="mod">
            <ac:chgData name="Jean-Louis SCOTTO-DI-QUAQUERO" userId="5b7c4864-d3b3-4c12-a33e-5ea7a2094109" providerId="ADAL" clId="{B502D81B-A6BD-4511-8C98-011980455E31}" dt="2020-11-19T07:27:05.738" v="41" actId="207"/>
            <ac:spMkLst>
              <pc:docMk/>
              <pc:sldMasterMk cId="2778691957" sldId="2147483648"/>
              <pc:sldLayoutMk cId="2427066217" sldId="2147483677"/>
              <ac:spMk id="8" creationId="{DEDE1B7C-156C-450E-9E03-E965737874B4}"/>
            </ac:spMkLst>
          </pc:spChg>
          <pc:spChg chg="mod">
            <ac:chgData name="Jean-Louis SCOTTO-DI-QUAQUERO" userId="5b7c4864-d3b3-4c12-a33e-5ea7a2094109" providerId="ADAL" clId="{B502D81B-A6BD-4511-8C98-011980455E31}" dt="2020-11-19T07:30:26.943" v="62" actId="14100"/>
            <ac:spMkLst>
              <pc:docMk/>
              <pc:sldMasterMk cId="2778691957" sldId="2147483648"/>
              <pc:sldLayoutMk cId="2427066217" sldId="2147483677"/>
              <ac:spMk id="10" creationId="{C0D0EAA7-4717-4677-93E4-5956B73F0AF1}"/>
            </ac:spMkLst>
          </pc:spChg>
        </pc:sldLayoutChg>
        <pc:sldLayoutChg chg="modSp">
          <pc:chgData name="Jean-Louis SCOTTO-DI-QUAQUERO" userId="5b7c4864-d3b3-4c12-a33e-5ea7a2094109" providerId="ADAL" clId="{B502D81B-A6BD-4511-8C98-011980455E31}" dt="2020-11-19T07:27:39.804" v="42" actId="166"/>
          <pc:sldLayoutMkLst>
            <pc:docMk/>
            <pc:sldMasterMk cId="2778691957" sldId="2147483648"/>
            <pc:sldLayoutMk cId="2092381167" sldId="2147483688"/>
          </pc:sldLayoutMkLst>
          <pc:spChg chg="ord">
            <ac:chgData name="Jean-Louis SCOTTO-DI-QUAQUERO" userId="5b7c4864-d3b3-4c12-a33e-5ea7a2094109" providerId="ADAL" clId="{B502D81B-A6BD-4511-8C98-011980455E31}" dt="2020-11-19T07:27:39.804" v="42" actId="166"/>
            <ac:spMkLst>
              <pc:docMk/>
              <pc:sldMasterMk cId="2778691957" sldId="2147483648"/>
              <pc:sldLayoutMk cId="2092381167" sldId="2147483688"/>
              <ac:spMk id="6" creationId="{00000000-0000-0000-0000-000000000000}"/>
            </ac:spMkLst>
          </pc:spChg>
        </pc:sldLayoutChg>
        <pc:sldLayoutChg chg="modSp">
          <pc:chgData name="Jean-Louis SCOTTO-DI-QUAQUERO" userId="5b7c4864-d3b3-4c12-a33e-5ea7a2094109" providerId="ADAL" clId="{B502D81B-A6BD-4511-8C98-011980455E31}" dt="2020-11-19T07:27:45.294" v="43" actId="166"/>
          <pc:sldLayoutMkLst>
            <pc:docMk/>
            <pc:sldMasterMk cId="2778691957" sldId="2147483648"/>
            <pc:sldLayoutMk cId="667150664" sldId="2147483689"/>
          </pc:sldLayoutMkLst>
          <pc:spChg chg="ord">
            <ac:chgData name="Jean-Louis SCOTTO-DI-QUAQUERO" userId="5b7c4864-d3b3-4c12-a33e-5ea7a2094109" providerId="ADAL" clId="{B502D81B-A6BD-4511-8C98-011980455E31}" dt="2020-11-19T07:27:45.294" v="43" actId="166"/>
            <ac:spMkLst>
              <pc:docMk/>
              <pc:sldMasterMk cId="2778691957" sldId="2147483648"/>
              <pc:sldLayoutMk cId="667150664" sldId="2147483689"/>
              <ac:spMk id="6" creationId="{00000000-0000-0000-0000-000000000000}"/>
            </ac:spMkLst>
          </pc:spChg>
        </pc:sldLayoutChg>
        <pc:sldLayoutChg chg="modSp">
          <pc:chgData name="Jean-Louis SCOTTO-DI-QUAQUERO" userId="5b7c4864-d3b3-4c12-a33e-5ea7a2094109" providerId="ADAL" clId="{B502D81B-A6BD-4511-8C98-011980455E31}" dt="2020-11-19T07:27:53.800" v="44" actId="166"/>
          <pc:sldLayoutMkLst>
            <pc:docMk/>
            <pc:sldMasterMk cId="2778691957" sldId="2147483648"/>
            <pc:sldLayoutMk cId="490193605" sldId="2147483690"/>
          </pc:sldLayoutMkLst>
          <pc:spChg chg="ord">
            <ac:chgData name="Jean-Louis SCOTTO-DI-QUAQUERO" userId="5b7c4864-d3b3-4c12-a33e-5ea7a2094109" providerId="ADAL" clId="{B502D81B-A6BD-4511-8C98-011980455E31}" dt="2020-11-19T07:27:53.800" v="44" actId="166"/>
            <ac:spMkLst>
              <pc:docMk/>
              <pc:sldMasterMk cId="2778691957" sldId="2147483648"/>
              <pc:sldLayoutMk cId="490193605" sldId="2147483690"/>
              <ac:spMk id="6" creationId="{00000000-0000-0000-0000-000000000000}"/>
            </ac:spMkLst>
          </pc:spChg>
        </pc:sldLayoutChg>
        <pc:sldLayoutChg chg="modSp">
          <pc:chgData name="Jean-Louis SCOTTO-DI-QUAQUERO" userId="5b7c4864-d3b3-4c12-a33e-5ea7a2094109" providerId="ADAL" clId="{B502D81B-A6BD-4511-8C98-011980455E31}" dt="2020-11-19T07:27:58.332" v="45" actId="166"/>
          <pc:sldLayoutMkLst>
            <pc:docMk/>
            <pc:sldMasterMk cId="2778691957" sldId="2147483648"/>
            <pc:sldLayoutMk cId="413560804" sldId="2147483691"/>
          </pc:sldLayoutMkLst>
          <pc:spChg chg="ord">
            <ac:chgData name="Jean-Louis SCOTTO-DI-QUAQUERO" userId="5b7c4864-d3b3-4c12-a33e-5ea7a2094109" providerId="ADAL" clId="{B502D81B-A6BD-4511-8C98-011980455E31}" dt="2020-11-19T07:27:58.332" v="45" actId="166"/>
            <ac:spMkLst>
              <pc:docMk/>
              <pc:sldMasterMk cId="2778691957" sldId="2147483648"/>
              <pc:sldLayoutMk cId="413560804" sldId="2147483691"/>
              <ac:spMk id="6" creationId="{00000000-0000-0000-0000-000000000000}"/>
            </ac:spMkLst>
          </pc:spChg>
        </pc:sldLayoutChg>
        <pc:sldLayoutChg chg="modSp">
          <pc:chgData name="Jean-Louis SCOTTO-DI-QUAQUERO" userId="5b7c4864-d3b3-4c12-a33e-5ea7a2094109" providerId="ADAL" clId="{B502D81B-A6BD-4511-8C98-011980455E31}" dt="2020-11-19T07:28:03.825" v="46" actId="166"/>
          <pc:sldLayoutMkLst>
            <pc:docMk/>
            <pc:sldMasterMk cId="2778691957" sldId="2147483648"/>
            <pc:sldLayoutMk cId="4274009489" sldId="2147483692"/>
          </pc:sldLayoutMkLst>
          <pc:spChg chg="ord">
            <ac:chgData name="Jean-Louis SCOTTO-DI-QUAQUERO" userId="5b7c4864-d3b3-4c12-a33e-5ea7a2094109" providerId="ADAL" clId="{B502D81B-A6BD-4511-8C98-011980455E31}" dt="2020-11-19T07:28:03.825" v="46" actId="166"/>
            <ac:spMkLst>
              <pc:docMk/>
              <pc:sldMasterMk cId="2778691957" sldId="2147483648"/>
              <pc:sldLayoutMk cId="4274009489" sldId="2147483692"/>
              <ac:spMk id="6" creationId="{00000000-0000-0000-0000-000000000000}"/>
            </ac:spMkLst>
          </pc:spChg>
        </pc:sldLayoutChg>
      </pc:sldMasterChg>
      <pc:sldMasterChg chg="addSp modSp">
        <pc:chgData name="Jean-Louis SCOTTO-DI-QUAQUERO" userId="5b7c4864-d3b3-4c12-a33e-5ea7a2094109" providerId="ADAL" clId="{B502D81B-A6BD-4511-8C98-011980455E31}" dt="2020-11-19T07:30:50.503" v="63"/>
        <pc:sldMasterMkLst>
          <pc:docMk/>
          <pc:sldMasterMk cId="3441157078" sldId="2147483711"/>
        </pc:sldMasterMkLst>
        <pc:spChg chg="add mod">
          <ac:chgData name="Jean-Louis SCOTTO-DI-QUAQUERO" userId="5b7c4864-d3b3-4c12-a33e-5ea7a2094109" providerId="ADAL" clId="{B502D81B-A6BD-4511-8C98-011980455E31}" dt="2020-11-19T07:30:50.503" v="63"/>
          <ac:spMkLst>
            <pc:docMk/>
            <pc:sldMasterMk cId="3441157078" sldId="2147483711"/>
            <ac:spMk id="2" creationId="{29B8EF41-771D-4DB5-9DC1-5227F73AF43E}"/>
          </ac:spMkLst>
        </pc:spChg>
        <pc:spChg chg="add mod">
          <ac:chgData name="Jean-Louis SCOTTO-DI-QUAQUERO" userId="5b7c4864-d3b3-4c12-a33e-5ea7a2094109" providerId="ADAL" clId="{B502D81B-A6BD-4511-8C98-011980455E31}" dt="2020-11-19T07:30:50.503" v="63"/>
          <ac:spMkLst>
            <pc:docMk/>
            <pc:sldMasterMk cId="3441157078" sldId="2147483711"/>
            <ac:spMk id="3" creationId="{343E1955-ADF1-4F39-9A40-BED9E409E373}"/>
          </ac:spMkLst>
        </pc:spChg>
        <pc:spChg chg="add mod">
          <ac:chgData name="Jean-Louis SCOTTO-DI-QUAQUERO" userId="5b7c4864-d3b3-4c12-a33e-5ea7a2094109" providerId="ADAL" clId="{B502D81B-A6BD-4511-8C98-011980455E31}" dt="2020-11-19T07:30:50.503" v="63"/>
          <ac:spMkLst>
            <pc:docMk/>
            <pc:sldMasterMk cId="3441157078" sldId="2147483711"/>
            <ac:spMk id="4" creationId="{937155F3-D3AB-4683-9440-8031637B1308}"/>
          </ac:spMkLst>
        </pc:spChg>
        <pc:spChg chg="add mod">
          <ac:chgData name="Jean-Louis SCOTTO-DI-QUAQUERO" userId="5b7c4864-d3b3-4c12-a33e-5ea7a2094109" providerId="ADAL" clId="{B502D81B-A6BD-4511-8C98-011980455E31}" dt="2020-11-19T07:30:50.503" v="63"/>
          <ac:spMkLst>
            <pc:docMk/>
            <pc:sldMasterMk cId="3441157078" sldId="2147483711"/>
            <ac:spMk id="5" creationId="{635345E8-3DD1-49D4-A2CC-1438C72FFD6E}"/>
          </ac:spMkLst>
        </pc:spChg>
        <pc:spChg chg="add mod">
          <ac:chgData name="Jean-Louis SCOTTO-DI-QUAQUERO" userId="5b7c4864-d3b3-4c12-a33e-5ea7a2094109" providerId="ADAL" clId="{B502D81B-A6BD-4511-8C98-011980455E31}" dt="2020-11-19T07:30:50.503" v="63"/>
          <ac:spMkLst>
            <pc:docMk/>
            <pc:sldMasterMk cId="3441157078" sldId="2147483711"/>
            <ac:spMk id="6" creationId="{EDB4C9D1-E752-4F55-98F9-BC7119DB8539}"/>
          </ac:spMkLst>
        </pc:spChg>
      </pc:sldMasterChg>
    </pc:docChg>
  </pc:docChgLst>
  <pc:docChgLst>
    <pc:chgData name="Jean-Louis SCOTTO-DI-QUAQUERO" userId="S::jean-louis.scotto-di-quaquero@yncrea.fr::5b7c4864-d3b3-4c12-a33e-5ea7a2094109" providerId="AD" clId="Web-{E4218793-BEA3-490F-A650-C16BDEC0C3A3}"/>
    <pc:docChg chg="addSld modSld modSection">
      <pc:chgData name="Jean-Louis SCOTTO-DI-QUAQUERO" userId="S::jean-louis.scotto-di-quaquero@yncrea.fr::5b7c4864-d3b3-4c12-a33e-5ea7a2094109" providerId="AD" clId="Web-{E4218793-BEA3-490F-A650-C16BDEC0C3A3}" dt="2020-03-06T16:34:40.675" v="2" actId="20577"/>
      <pc:docMkLst>
        <pc:docMk/>
      </pc:docMkLst>
      <pc:sldChg chg="modSp">
        <pc:chgData name="Jean-Louis SCOTTO-DI-QUAQUERO" userId="S::jean-louis.scotto-di-quaquero@yncrea.fr::5b7c4864-d3b3-4c12-a33e-5ea7a2094109" providerId="AD" clId="Web-{E4218793-BEA3-490F-A650-C16BDEC0C3A3}" dt="2020-03-06T16:34:40.675" v="2" actId="20577"/>
        <pc:sldMkLst>
          <pc:docMk/>
          <pc:sldMk cId="3915493480" sldId="491"/>
        </pc:sldMkLst>
        <pc:spChg chg="mod">
          <ac:chgData name="Jean-Louis SCOTTO-DI-QUAQUERO" userId="S::jean-louis.scotto-di-quaquero@yncrea.fr::5b7c4864-d3b3-4c12-a33e-5ea7a2094109" providerId="AD" clId="Web-{E4218793-BEA3-490F-A650-C16BDEC0C3A3}" dt="2020-03-06T16:34:40.675" v="2" actId="20577"/>
          <ac:spMkLst>
            <pc:docMk/>
            <pc:sldMk cId="3915493480" sldId="491"/>
            <ac:spMk id="5" creationId="{4E3CE0C1-D838-4FAA-BFBA-95DE4F15BAD0}"/>
          </ac:spMkLst>
        </pc:spChg>
      </pc:sldChg>
      <pc:sldChg chg="add mod replId modShow">
        <pc:chgData name="Jean-Louis SCOTTO-DI-QUAQUERO" userId="S::jean-louis.scotto-di-quaquero@yncrea.fr::5b7c4864-d3b3-4c12-a33e-5ea7a2094109" providerId="AD" clId="Web-{E4218793-BEA3-490F-A650-C16BDEC0C3A3}" dt="2020-03-06T16:34:32.159" v="1"/>
        <pc:sldMkLst>
          <pc:docMk/>
          <pc:sldMk cId="2705965178" sldId="559"/>
        </pc:sldMkLst>
      </pc:sldChg>
    </pc:docChg>
  </pc:docChgLst>
  <pc:docChgLst>
    <pc:chgData name="Jean-Louis SCOTTO-DI-QUAQUERO" userId="5b7c4864-d3b3-4c12-a33e-5ea7a2094109" providerId="ADAL" clId="{A8B37FC5-D1BE-4C6D-B0E7-B73D02B0697E}"/>
    <pc:docChg chg="custSel delSld modSld modSection">
      <pc:chgData name="Jean-Louis SCOTTO-DI-QUAQUERO" userId="5b7c4864-d3b3-4c12-a33e-5ea7a2094109" providerId="ADAL" clId="{A8B37FC5-D1BE-4C6D-B0E7-B73D02B0697E}" dt="2023-01-04T17:09:57.333" v="2" actId="47"/>
      <pc:docMkLst>
        <pc:docMk/>
      </pc:docMkLst>
      <pc:sldChg chg="del">
        <pc:chgData name="Jean-Louis SCOTTO-DI-QUAQUERO" userId="5b7c4864-d3b3-4c12-a33e-5ea7a2094109" providerId="ADAL" clId="{A8B37FC5-D1BE-4C6D-B0E7-B73D02B0697E}" dt="2023-01-04T17:09:57.333" v="2" actId="47"/>
        <pc:sldMkLst>
          <pc:docMk/>
          <pc:sldMk cId="3320234982" sldId="333"/>
        </pc:sldMkLst>
      </pc:sldChg>
      <pc:sldChg chg="del">
        <pc:chgData name="Jean-Louis SCOTTO-DI-QUAQUERO" userId="5b7c4864-d3b3-4c12-a33e-5ea7a2094109" providerId="ADAL" clId="{A8B37FC5-D1BE-4C6D-B0E7-B73D02B0697E}" dt="2023-01-04T17:09:57.333" v="2" actId="47"/>
        <pc:sldMkLst>
          <pc:docMk/>
          <pc:sldMk cId="2681599172" sldId="334"/>
        </pc:sldMkLst>
      </pc:sldChg>
      <pc:sldChg chg="del">
        <pc:chgData name="Jean-Louis SCOTTO-DI-QUAQUERO" userId="5b7c4864-d3b3-4c12-a33e-5ea7a2094109" providerId="ADAL" clId="{A8B37FC5-D1BE-4C6D-B0E7-B73D02B0697E}" dt="2023-01-04T17:09:57.333" v="2" actId="47"/>
        <pc:sldMkLst>
          <pc:docMk/>
          <pc:sldMk cId="4177442620" sldId="335"/>
        </pc:sldMkLst>
      </pc:sldChg>
      <pc:sldChg chg="del">
        <pc:chgData name="Jean-Louis SCOTTO-DI-QUAQUERO" userId="5b7c4864-d3b3-4c12-a33e-5ea7a2094109" providerId="ADAL" clId="{A8B37FC5-D1BE-4C6D-B0E7-B73D02B0697E}" dt="2023-01-04T17:09:57.333" v="2" actId="47"/>
        <pc:sldMkLst>
          <pc:docMk/>
          <pc:sldMk cId="1833176489" sldId="336"/>
        </pc:sldMkLst>
      </pc:sldChg>
      <pc:sldChg chg="del">
        <pc:chgData name="Jean-Louis SCOTTO-DI-QUAQUERO" userId="5b7c4864-d3b3-4c12-a33e-5ea7a2094109" providerId="ADAL" clId="{A8B37FC5-D1BE-4C6D-B0E7-B73D02B0697E}" dt="2023-01-04T17:09:57.333" v="2" actId="47"/>
        <pc:sldMkLst>
          <pc:docMk/>
          <pc:sldMk cId="1276127810" sldId="339"/>
        </pc:sldMkLst>
      </pc:sldChg>
      <pc:sldChg chg="del">
        <pc:chgData name="Jean-Louis SCOTTO-DI-QUAQUERO" userId="5b7c4864-d3b3-4c12-a33e-5ea7a2094109" providerId="ADAL" clId="{A8B37FC5-D1BE-4C6D-B0E7-B73D02B0697E}" dt="2023-01-04T17:09:57.333" v="2" actId="47"/>
        <pc:sldMkLst>
          <pc:docMk/>
          <pc:sldMk cId="788354266" sldId="347"/>
        </pc:sldMkLst>
      </pc:sldChg>
      <pc:sldChg chg="del">
        <pc:chgData name="Jean-Louis SCOTTO-DI-QUAQUERO" userId="5b7c4864-d3b3-4c12-a33e-5ea7a2094109" providerId="ADAL" clId="{A8B37FC5-D1BE-4C6D-B0E7-B73D02B0697E}" dt="2023-01-04T17:09:57.333" v="2" actId="47"/>
        <pc:sldMkLst>
          <pc:docMk/>
          <pc:sldMk cId="3483972827" sldId="348"/>
        </pc:sldMkLst>
      </pc:sldChg>
      <pc:sldChg chg="addSp delSp modSp mod">
        <pc:chgData name="Jean-Louis SCOTTO-DI-QUAQUERO" userId="5b7c4864-d3b3-4c12-a33e-5ea7a2094109" providerId="ADAL" clId="{A8B37FC5-D1BE-4C6D-B0E7-B73D02B0697E}" dt="2023-01-04T17:09:04.770" v="1"/>
        <pc:sldMkLst>
          <pc:docMk/>
          <pc:sldMk cId="1232820293" sldId="461"/>
        </pc:sldMkLst>
        <pc:spChg chg="add mod">
          <ac:chgData name="Jean-Louis SCOTTO-DI-QUAQUERO" userId="5b7c4864-d3b3-4c12-a33e-5ea7a2094109" providerId="ADAL" clId="{A8B37FC5-D1BE-4C6D-B0E7-B73D02B0697E}" dt="2023-01-04T17:09:04.770" v="1"/>
          <ac:spMkLst>
            <pc:docMk/>
            <pc:sldMk cId="1232820293" sldId="461"/>
            <ac:spMk id="2" creationId="{217E94D7-D769-3B53-8F31-9F451643B404}"/>
          </ac:spMkLst>
        </pc:spChg>
        <pc:spChg chg="del">
          <ac:chgData name="Jean-Louis SCOTTO-DI-QUAQUERO" userId="5b7c4864-d3b3-4c12-a33e-5ea7a2094109" providerId="ADAL" clId="{A8B37FC5-D1BE-4C6D-B0E7-B73D02B0697E}" dt="2023-01-04T17:09:04.460" v="0" actId="478"/>
          <ac:spMkLst>
            <pc:docMk/>
            <pc:sldMk cId="1232820293" sldId="461"/>
            <ac:spMk id="9" creationId="{66B75A39-2557-4215-8253-B3BFA97C535A}"/>
          </ac:spMkLst>
        </pc:spChg>
      </pc:sldChg>
      <pc:sldChg chg="del">
        <pc:chgData name="Jean-Louis SCOTTO-DI-QUAQUERO" userId="5b7c4864-d3b3-4c12-a33e-5ea7a2094109" providerId="ADAL" clId="{A8B37FC5-D1BE-4C6D-B0E7-B73D02B0697E}" dt="2023-01-04T17:09:57.333" v="2" actId="47"/>
        <pc:sldMkLst>
          <pc:docMk/>
          <pc:sldMk cId="1492619757" sldId="580"/>
        </pc:sldMkLst>
      </pc:sldChg>
    </pc:docChg>
  </pc:docChgLst>
  <pc:docChgLst>
    <pc:chgData name="Jean-Louis SCOTTO-DI-QUAQUERO" userId="5b7c4864-d3b3-4c12-a33e-5ea7a2094109" providerId="ADAL" clId="{22D5903A-4F66-432F-99F6-F40130E16CED}"/>
    <pc:docChg chg="undo redo custSel addSld delSld modSld sldOrd modMainMaster modSection">
      <pc:chgData name="Jean-Louis SCOTTO-DI-QUAQUERO" userId="5b7c4864-d3b3-4c12-a33e-5ea7a2094109" providerId="ADAL" clId="{22D5903A-4F66-432F-99F6-F40130E16CED}" dt="2020-11-24T14:10:47.859" v="12504" actId="20577"/>
      <pc:docMkLst>
        <pc:docMk/>
      </pc:docMkLst>
      <pc:sldChg chg="modSp">
        <pc:chgData name="Jean-Louis SCOTTO-DI-QUAQUERO" userId="5b7c4864-d3b3-4c12-a33e-5ea7a2094109" providerId="ADAL" clId="{22D5903A-4F66-432F-99F6-F40130E16CED}" dt="2020-11-19T17:23:53.720" v="11176" actId="20577"/>
        <pc:sldMkLst>
          <pc:docMk/>
          <pc:sldMk cId="1232820293" sldId="461"/>
        </pc:sldMkLst>
        <pc:spChg chg="mod">
          <ac:chgData name="Jean-Louis SCOTTO-DI-QUAQUERO" userId="5b7c4864-d3b3-4c12-a33e-5ea7a2094109" providerId="ADAL" clId="{22D5903A-4F66-432F-99F6-F40130E16CED}" dt="2020-11-19T17:23:53.720" v="11176" actId="20577"/>
          <ac:spMkLst>
            <pc:docMk/>
            <pc:sldMk cId="1232820293" sldId="461"/>
            <ac:spMk id="5" creationId="{00000000-0000-0000-0000-000000000000}"/>
          </ac:spMkLst>
        </pc:spChg>
      </pc:sldChg>
      <pc:sldChg chg="modSp del">
        <pc:chgData name="Jean-Louis SCOTTO-DI-QUAQUERO" userId="5b7c4864-d3b3-4c12-a33e-5ea7a2094109" providerId="ADAL" clId="{22D5903A-4F66-432F-99F6-F40130E16CED}" dt="2020-11-19T08:26:02.653" v="1212" actId="2696"/>
        <pc:sldMkLst>
          <pc:docMk/>
          <pc:sldMk cId="2946823431" sldId="463"/>
        </pc:sldMkLst>
        <pc:spChg chg="mod">
          <ac:chgData name="Jean-Louis SCOTTO-DI-QUAQUERO" userId="5b7c4864-d3b3-4c12-a33e-5ea7a2094109" providerId="ADAL" clId="{22D5903A-4F66-432F-99F6-F40130E16CED}" dt="2020-11-19T08:16:20.720" v="1116" actId="404"/>
          <ac:spMkLst>
            <pc:docMk/>
            <pc:sldMk cId="2946823431" sldId="463"/>
            <ac:spMk id="6" creationId="{B3BA4AE4-256E-4F71-BAA8-DB46F88E448B}"/>
          </ac:spMkLst>
        </pc:spChg>
      </pc:sldChg>
      <pc:sldChg chg="modSp del">
        <pc:chgData name="Jean-Louis SCOTTO-DI-QUAQUERO" userId="5b7c4864-d3b3-4c12-a33e-5ea7a2094109" providerId="ADAL" clId="{22D5903A-4F66-432F-99F6-F40130E16CED}" dt="2020-11-19T11:09:09.171" v="5266" actId="2696"/>
        <pc:sldMkLst>
          <pc:docMk/>
          <pc:sldMk cId="208480874" sldId="464"/>
        </pc:sldMkLst>
        <pc:picChg chg="mod">
          <ac:chgData name="Jean-Louis SCOTTO-DI-QUAQUERO" userId="5b7c4864-d3b3-4c12-a33e-5ea7a2094109" providerId="ADAL" clId="{22D5903A-4F66-432F-99F6-F40130E16CED}" dt="2020-11-19T11:08:18.121" v="5234" actId="1076"/>
          <ac:picMkLst>
            <pc:docMk/>
            <pc:sldMk cId="208480874" sldId="464"/>
            <ac:picMk id="6" creationId="{54448A47-E3A6-48AC-A568-D20297A7727E}"/>
          </ac:picMkLst>
        </pc:picChg>
      </pc:sldChg>
      <pc:sldChg chg="addSp modSp">
        <pc:chgData name="Jean-Louis SCOTTO-DI-QUAQUERO" userId="5b7c4864-d3b3-4c12-a33e-5ea7a2094109" providerId="ADAL" clId="{22D5903A-4F66-432F-99F6-F40130E16CED}" dt="2020-11-23T15:53:30.918" v="12106" actId="114"/>
        <pc:sldMkLst>
          <pc:docMk/>
          <pc:sldMk cId="1764272056" sldId="467"/>
        </pc:sldMkLst>
        <pc:spChg chg="add mod">
          <ac:chgData name="Jean-Louis SCOTTO-DI-QUAQUERO" userId="5b7c4864-d3b3-4c12-a33e-5ea7a2094109" providerId="ADAL" clId="{22D5903A-4F66-432F-99F6-F40130E16CED}" dt="2020-11-23T15:53:30.918" v="12106" actId="114"/>
          <ac:spMkLst>
            <pc:docMk/>
            <pc:sldMk cId="1764272056" sldId="467"/>
            <ac:spMk id="5" creationId="{C5C47C77-2F0D-41B6-A7C5-DA8110C79C19}"/>
          </ac:spMkLst>
        </pc:spChg>
      </pc:sldChg>
      <pc:sldChg chg="addSp delSp modSp">
        <pc:chgData name="Jean-Louis SCOTTO-DI-QUAQUERO" userId="5b7c4864-d3b3-4c12-a33e-5ea7a2094109" providerId="ADAL" clId="{22D5903A-4F66-432F-99F6-F40130E16CED}" dt="2020-11-23T15:59:56.664" v="12386" actId="478"/>
        <pc:sldMkLst>
          <pc:docMk/>
          <pc:sldMk cId="1827155440" sldId="468"/>
        </pc:sldMkLst>
        <pc:spChg chg="mod">
          <ac:chgData name="Jean-Louis SCOTTO-DI-QUAQUERO" userId="5b7c4864-d3b3-4c12-a33e-5ea7a2094109" providerId="ADAL" clId="{22D5903A-4F66-432F-99F6-F40130E16CED}" dt="2020-11-23T15:59:53.970" v="12385" actId="20577"/>
          <ac:spMkLst>
            <pc:docMk/>
            <pc:sldMk cId="1827155440" sldId="468"/>
            <ac:spMk id="4" creationId="{65043154-9D41-48B7-93EB-9CCCDCDA4070}"/>
          </ac:spMkLst>
        </pc:spChg>
        <pc:spChg chg="add mod">
          <ac:chgData name="Jean-Louis SCOTTO-DI-QUAQUERO" userId="5b7c4864-d3b3-4c12-a33e-5ea7a2094109" providerId="ADAL" clId="{22D5903A-4F66-432F-99F6-F40130E16CED}" dt="2020-11-23T15:59:34.001" v="12367" actId="1076"/>
          <ac:spMkLst>
            <pc:docMk/>
            <pc:sldMk cId="1827155440" sldId="468"/>
            <ac:spMk id="5" creationId="{9E8790B4-BA6A-48A8-AED8-ABB89EEFA590}"/>
          </ac:spMkLst>
        </pc:spChg>
        <pc:spChg chg="del mod">
          <ac:chgData name="Jean-Louis SCOTTO-DI-QUAQUERO" userId="5b7c4864-d3b3-4c12-a33e-5ea7a2094109" providerId="ADAL" clId="{22D5903A-4F66-432F-99F6-F40130E16CED}" dt="2020-11-23T15:59:56.664" v="12386" actId="478"/>
          <ac:spMkLst>
            <pc:docMk/>
            <pc:sldMk cId="1827155440" sldId="468"/>
            <ac:spMk id="10" creationId="{6DA7BE9B-2614-462E-B051-7FDB9FED6295}"/>
          </ac:spMkLst>
        </pc:spChg>
        <pc:spChg chg="mod">
          <ac:chgData name="Jean-Louis SCOTTO-DI-QUAQUERO" userId="5b7c4864-d3b3-4c12-a33e-5ea7a2094109" providerId="ADAL" clId="{22D5903A-4F66-432F-99F6-F40130E16CED}" dt="2020-11-23T15:59:19.156" v="12362" actId="1076"/>
          <ac:spMkLst>
            <pc:docMk/>
            <pc:sldMk cId="1827155440" sldId="468"/>
            <ac:spMk id="11" creationId="{A0A45211-1C30-496F-9C5E-179A275560A2}"/>
          </ac:spMkLst>
        </pc:spChg>
        <pc:picChg chg="mod ord">
          <ac:chgData name="Jean-Louis SCOTTO-DI-QUAQUERO" userId="5b7c4864-d3b3-4c12-a33e-5ea7a2094109" providerId="ADAL" clId="{22D5903A-4F66-432F-99F6-F40130E16CED}" dt="2020-11-23T15:54:13.315" v="12109" actId="14100"/>
          <ac:picMkLst>
            <pc:docMk/>
            <pc:sldMk cId="1827155440" sldId="468"/>
            <ac:picMk id="6" creationId="{525652CA-BCAE-40F2-B95E-B706A335395C}"/>
          </ac:picMkLst>
        </pc:picChg>
        <pc:picChg chg="mod">
          <ac:chgData name="Jean-Louis SCOTTO-DI-QUAQUERO" userId="5b7c4864-d3b3-4c12-a33e-5ea7a2094109" providerId="ADAL" clId="{22D5903A-4F66-432F-99F6-F40130E16CED}" dt="2020-11-23T15:59:19.156" v="12362" actId="1076"/>
          <ac:picMkLst>
            <pc:docMk/>
            <pc:sldMk cId="1827155440" sldId="468"/>
            <ac:picMk id="7" creationId="{B99CFEA3-EE84-45DC-B35C-AC7150B974E5}"/>
          </ac:picMkLst>
        </pc:picChg>
        <pc:picChg chg="add mod">
          <ac:chgData name="Jean-Louis SCOTTO-DI-QUAQUERO" userId="5b7c4864-d3b3-4c12-a33e-5ea7a2094109" providerId="ADAL" clId="{22D5903A-4F66-432F-99F6-F40130E16CED}" dt="2020-11-23T15:59:29.162" v="12365" actId="1076"/>
          <ac:picMkLst>
            <pc:docMk/>
            <pc:sldMk cId="1827155440" sldId="468"/>
            <ac:picMk id="13" creationId="{30D89E2D-7D83-4AF1-9DAB-CFE95F28A4A0}"/>
          </ac:picMkLst>
        </pc:picChg>
        <pc:picChg chg="add mod">
          <ac:chgData name="Jean-Louis SCOTTO-DI-QUAQUERO" userId="5b7c4864-d3b3-4c12-a33e-5ea7a2094109" providerId="ADAL" clId="{22D5903A-4F66-432F-99F6-F40130E16CED}" dt="2020-11-23T15:59:34.001" v="12367" actId="1076"/>
          <ac:picMkLst>
            <pc:docMk/>
            <pc:sldMk cId="1827155440" sldId="468"/>
            <ac:picMk id="1026" creationId="{A905261F-51B8-4F16-A0DD-B1D6F6D42937}"/>
          </ac:picMkLst>
        </pc:picChg>
        <pc:cxnChg chg="mod">
          <ac:chgData name="Jean-Louis SCOTTO-DI-QUAQUERO" userId="5b7c4864-d3b3-4c12-a33e-5ea7a2094109" providerId="ADAL" clId="{22D5903A-4F66-432F-99F6-F40130E16CED}" dt="2020-11-23T15:59:26.135" v="12364" actId="14100"/>
          <ac:cxnSpMkLst>
            <pc:docMk/>
            <pc:sldMk cId="1827155440" sldId="468"/>
            <ac:cxnSpMk id="8" creationId="{46A79BAC-DED8-4E26-A237-4DCF502354FD}"/>
          </ac:cxnSpMkLst>
        </pc:cxnChg>
        <pc:cxnChg chg="mod">
          <ac:chgData name="Jean-Louis SCOTTO-DI-QUAQUERO" userId="5b7c4864-d3b3-4c12-a33e-5ea7a2094109" providerId="ADAL" clId="{22D5903A-4F66-432F-99F6-F40130E16CED}" dt="2020-11-23T15:59:21.931" v="12363" actId="14100"/>
          <ac:cxnSpMkLst>
            <pc:docMk/>
            <pc:sldMk cId="1827155440" sldId="468"/>
            <ac:cxnSpMk id="9" creationId="{01309785-03F8-4484-BE70-687150595C59}"/>
          </ac:cxnSpMkLst>
        </pc:cxnChg>
      </pc:sldChg>
      <pc:sldChg chg="modSp">
        <pc:chgData name="Jean-Louis SCOTTO-DI-QUAQUERO" userId="5b7c4864-d3b3-4c12-a33e-5ea7a2094109" providerId="ADAL" clId="{22D5903A-4F66-432F-99F6-F40130E16CED}" dt="2020-11-19T16:46:25.087" v="10887" actId="6549"/>
        <pc:sldMkLst>
          <pc:docMk/>
          <pc:sldMk cId="3436890610" sldId="469"/>
        </pc:sldMkLst>
        <pc:spChg chg="mod">
          <ac:chgData name="Jean-Louis SCOTTO-DI-QUAQUERO" userId="5b7c4864-d3b3-4c12-a33e-5ea7a2094109" providerId="ADAL" clId="{22D5903A-4F66-432F-99F6-F40130E16CED}" dt="2020-11-19T16:46:25.087" v="10887" actId="6549"/>
          <ac:spMkLst>
            <pc:docMk/>
            <pc:sldMk cId="3436890610" sldId="469"/>
            <ac:spMk id="6" creationId="{D79B20A4-7918-44BD-ACB8-40F88E2FDEA1}"/>
          </ac:spMkLst>
        </pc:spChg>
      </pc:sldChg>
      <pc:sldChg chg="addSp modSp">
        <pc:chgData name="Jean-Louis SCOTTO-DI-QUAQUERO" userId="5b7c4864-d3b3-4c12-a33e-5ea7a2094109" providerId="ADAL" clId="{22D5903A-4F66-432F-99F6-F40130E16CED}" dt="2020-11-19T16:50:46.535" v="10993" actId="20577"/>
        <pc:sldMkLst>
          <pc:docMk/>
          <pc:sldMk cId="2294064126" sldId="471"/>
        </pc:sldMkLst>
        <pc:spChg chg="add mod">
          <ac:chgData name="Jean-Louis SCOTTO-DI-QUAQUERO" userId="5b7c4864-d3b3-4c12-a33e-5ea7a2094109" providerId="ADAL" clId="{22D5903A-4F66-432F-99F6-F40130E16CED}" dt="2020-11-19T16:50:46.535" v="10993" actId="20577"/>
          <ac:spMkLst>
            <pc:docMk/>
            <pc:sldMk cId="2294064126" sldId="471"/>
            <ac:spMk id="5" creationId="{3AA1DF0E-BBD1-4E13-84ED-4948F8F5FD86}"/>
          </ac:spMkLst>
        </pc:spChg>
        <pc:graphicFrameChg chg="mod modGraphic">
          <ac:chgData name="Jean-Louis SCOTTO-DI-QUAQUERO" userId="5b7c4864-d3b3-4c12-a33e-5ea7a2094109" providerId="ADAL" clId="{22D5903A-4F66-432F-99F6-F40130E16CED}" dt="2020-11-19T16:49:41.393" v="10922" actId="1076"/>
          <ac:graphicFrameMkLst>
            <pc:docMk/>
            <pc:sldMk cId="2294064126" sldId="471"/>
            <ac:graphicFrameMk id="6" creationId="{7E7EAAD2-ECD0-4C2A-8659-98532E8A7423}"/>
          </ac:graphicFrameMkLst>
        </pc:graphicFrameChg>
      </pc:sldChg>
      <pc:sldChg chg="modSp">
        <pc:chgData name="Jean-Louis SCOTTO-DI-QUAQUERO" userId="5b7c4864-d3b3-4c12-a33e-5ea7a2094109" providerId="ADAL" clId="{22D5903A-4F66-432F-99F6-F40130E16CED}" dt="2020-11-19T16:55:27.270" v="10994" actId="14100"/>
        <pc:sldMkLst>
          <pc:docMk/>
          <pc:sldMk cId="3758076490" sldId="472"/>
        </pc:sldMkLst>
        <pc:spChg chg="mod">
          <ac:chgData name="Jean-Louis SCOTTO-DI-QUAQUERO" userId="5b7c4864-d3b3-4c12-a33e-5ea7a2094109" providerId="ADAL" clId="{22D5903A-4F66-432F-99F6-F40130E16CED}" dt="2020-11-19T16:55:27.270" v="10994" actId="14100"/>
          <ac:spMkLst>
            <pc:docMk/>
            <pc:sldMk cId="3758076490" sldId="472"/>
            <ac:spMk id="7" creationId="{34A8CD0D-B03E-4199-BA06-3144E15335B4}"/>
          </ac:spMkLst>
        </pc:spChg>
      </pc:sldChg>
      <pc:sldChg chg="addSp delSp modSp">
        <pc:chgData name="Jean-Louis SCOTTO-DI-QUAQUERO" userId="5b7c4864-d3b3-4c12-a33e-5ea7a2094109" providerId="ADAL" clId="{22D5903A-4F66-432F-99F6-F40130E16CED}" dt="2020-11-19T17:05:02.134" v="11081" actId="20577"/>
        <pc:sldMkLst>
          <pc:docMk/>
          <pc:sldMk cId="868591742" sldId="474"/>
        </pc:sldMkLst>
        <pc:spChg chg="add mod">
          <ac:chgData name="Jean-Louis SCOTTO-DI-QUAQUERO" userId="5b7c4864-d3b3-4c12-a33e-5ea7a2094109" providerId="ADAL" clId="{22D5903A-4F66-432F-99F6-F40130E16CED}" dt="2020-11-19T17:00:11.278" v="11054" actId="164"/>
          <ac:spMkLst>
            <pc:docMk/>
            <pc:sldMk cId="868591742" sldId="474"/>
            <ac:spMk id="5" creationId="{D81B0FB6-0CD6-4F15-A9FF-800E3BF8186D}"/>
          </ac:spMkLst>
        </pc:spChg>
        <pc:spChg chg="del">
          <ac:chgData name="Jean-Louis SCOTTO-DI-QUAQUERO" userId="5b7c4864-d3b3-4c12-a33e-5ea7a2094109" providerId="ADAL" clId="{22D5903A-4F66-432F-99F6-F40130E16CED}" dt="2020-11-19T17:00:24.452" v="11056" actId="478"/>
          <ac:spMkLst>
            <pc:docMk/>
            <pc:sldMk cId="868591742" sldId="474"/>
            <ac:spMk id="10" creationId="{B737467E-8536-4F01-B9DB-88CFBF8D2318}"/>
          </ac:spMkLst>
        </pc:spChg>
        <pc:spChg chg="add mod">
          <ac:chgData name="Jean-Louis SCOTTO-DI-QUAQUERO" userId="5b7c4864-d3b3-4c12-a33e-5ea7a2094109" providerId="ADAL" clId="{22D5903A-4F66-432F-99F6-F40130E16CED}" dt="2020-11-19T17:00:11.278" v="11054" actId="164"/>
          <ac:spMkLst>
            <pc:docMk/>
            <pc:sldMk cId="868591742" sldId="474"/>
            <ac:spMk id="13" creationId="{F30F24F7-06DD-4885-BBC6-2CD0565058EF}"/>
          </ac:spMkLst>
        </pc:spChg>
        <pc:spChg chg="add mod">
          <ac:chgData name="Jean-Louis SCOTTO-DI-QUAQUERO" userId="5b7c4864-d3b3-4c12-a33e-5ea7a2094109" providerId="ADAL" clId="{22D5903A-4F66-432F-99F6-F40130E16CED}" dt="2020-11-19T17:00:11.278" v="11054" actId="164"/>
          <ac:spMkLst>
            <pc:docMk/>
            <pc:sldMk cId="868591742" sldId="474"/>
            <ac:spMk id="14" creationId="{FD8859CA-3A0B-4DD6-92B8-76F3DA8107F5}"/>
          </ac:spMkLst>
        </pc:spChg>
        <pc:spChg chg="mod">
          <ac:chgData name="Jean-Louis SCOTTO-DI-QUAQUERO" userId="5b7c4864-d3b3-4c12-a33e-5ea7a2094109" providerId="ADAL" clId="{22D5903A-4F66-432F-99F6-F40130E16CED}" dt="2020-11-19T17:05:02.134" v="11081" actId="20577"/>
          <ac:spMkLst>
            <pc:docMk/>
            <pc:sldMk cId="868591742" sldId="474"/>
            <ac:spMk id="32" creationId="{A1332D66-0F51-419F-88DE-97D78E165B5A}"/>
          </ac:spMkLst>
        </pc:spChg>
        <pc:grpChg chg="add del mod">
          <ac:chgData name="Jean-Louis SCOTTO-DI-QUAQUERO" userId="5b7c4864-d3b3-4c12-a33e-5ea7a2094109" providerId="ADAL" clId="{22D5903A-4F66-432F-99F6-F40130E16CED}" dt="2020-11-19T17:04:54.834" v="11074" actId="478"/>
          <ac:grpSpMkLst>
            <pc:docMk/>
            <pc:sldMk cId="868591742" sldId="474"/>
            <ac:grpSpMk id="28" creationId="{99953B2A-D078-4589-9421-7F967DB1E039}"/>
          </ac:grpSpMkLst>
        </pc:grpChg>
        <pc:grpChg chg="add">
          <ac:chgData name="Jean-Louis SCOTTO-DI-QUAQUERO" userId="5b7c4864-d3b3-4c12-a33e-5ea7a2094109" providerId="ADAL" clId="{22D5903A-4F66-432F-99F6-F40130E16CED}" dt="2020-11-19T17:04:52.004" v="11073"/>
          <ac:grpSpMkLst>
            <pc:docMk/>
            <pc:sldMk cId="868591742" sldId="474"/>
            <ac:grpSpMk id="29" creationId="{A42EBC4D-A06C-4CE1-AA65-EAE9EF92551C}"/>
          </ac:grpSpMkLst>
        </pc:grpChg>
        <pc:picChg chg="add">
          <ac:chgData name="Jean-Louis SCOTTO-DI-QUAQUERO" userId="5b7c4864-d3b3-4c12-a33e-5ea7a2094109" providerId="ADAL" clId="{22D5903A-4F66-432F-99F6-F40130E16CED}" dt="2020-11-19T17:04:52.004" v="11073"/>
          <ac:picMkLst>
            <pc:docMk/>
            <pc:sldMk cId="868591742" sldId="474"/>
            <ac:picMk id="35" creationId="{E3F81D49-BE08-4BC0-9E98-115D37744DC9}"/>
          </ac:picMkLst>
        </pc:picChg>
        <pc:cxnChg chg="add mod">
          <ac:chgData name="Jean-Louis SCOTTO-DI-QUAQUERO" userId="5b7c4864-d3b3-4c12-a33e-5ea7a2094109" providerId="ADAL" clId="{22D5903A-4F66-432F-99F6-F40130E16CED}" dt="2020-11-19T17:00:11.278" v="11054" actId="164"/>
          <ac:cxnSpMkLst>
            <pc:docMk/>
            <pc:sldMk cId="868591742" sldId="474"/>
            <ac:cxnSpMk id="16" creationId="{5CDD289F-15A8-49A9-A621-1603061B289D}"/>
          </ac:cxnSpMkLst>
        </pc:cxnChg>
        <pc:cxnChg chg="add mod">
          <ac:chgData name="Jean-Louis SCOTTO-DI-QUAQUERO" userId="5b7c4864-d3b3-4c12-a33e-5ea7a2094109" providerId="ADAL" clId="{22D5903A-4F66-432F-99F6-F40130E16CED}" dt="2020-11-19T17:00:11.278" v="11054" actId="164"/>
          <ac:cxnSpMkLst>
            <pc:docMk/>
            <pc:sldMk cId="868591742" sldId="474"/>
            <ac:cxnSpMk id="22" creationId="{EC691FAE-28F7-4566-A219-DAFAA0550B4A}"/>
          </ac:cxnSpMkLst>
        </pc:cxnChg>
      </pc:sldChg>
      <pc:sldChg chg="addSp delSp modSp">
        <pc:chgData name="Jean-Louis SCOTTO-DI-QUAQUERO" userId="5b7c4864-d3b3-4c12-a33e-5ea7a2094109" providerId="ADAL" clId="{22D5903A-4F66-432F-99F6-F40130E16CED}" dt="2020-11-19T17:04:45.286" v="11072" actId="1076"/>
        <pc:sldMkLst>
          <pc:docMk/>
          <pc:sldMk cId="2364681587" sldId="477"/>
        </pc:sldMkLst>
        <pc:spChg chg="add del">
          <ac:chgData name="Jean-Louis SCOTTO-DI-QUAQUERO" userId="5b7c4864-d3b3-4c12-a33e-5ea7a2094109" providerId="ADAL" clId="{22D5903A-4F66-432F-99F6-F40130E16CED}" dt="2020-11-19T17:02:52.667" v="11066"/>
          <ac:spMkLst>
            <pc:docMk/>
            <pc:sldMk cId="2364681587" sldId="477"/>
            <ac:spMk id="5" creationId="{9D7C2A1A-7B24-41F0-ACE0-E6BA50808FAB}"/>
          </ac:spMkLst>
        </pc:spChg>
        <pc:spChg chg="del">
          <ac:chgData name="Jean-Louis SCOTTO-DI-QUAQUERO" userId="5b7c4864-d3b3-4c12-a33e-5ea7a2094109" providerId="ADAL" clId="{22D5903A-4F66-432F-99F6-F40130E16CED}" dt="2020-11-19T17:00:58.464" v="11058" actId="478"/>
          <ac:spMkLst>
            <pc:docMk/>
            <pc:sldMk cId="2364681587" sldId="477"/>
            <ac:spMk id="10" creationId="{EAC7399B-07BD-44A2-928C-9A38FD5AE89C}"/>
          </ac:spMkLst>
        </pc:spChg>
        <pc:spChg chg="mod">
          <ac:chgData name="Jean-Louis SCOTTO-DI-QUAQUERO" userId="5b7c4864-d3b3-4c12-a33e-5ea7a2094109" providerId="ADAL" clId="{22D5903A-4F66-432F-99F6-F40130E16CED}" dt="2020-11-19T17:01:08.488" v="11064" actId="20577"/>
          <ac:spMkLst>
            <pc:docMk/>
            <pc:sldMk cId="2364681587" sldId="477"/>
            <ac:spMk id="16" creationId="{1F3CDDC3-B627-4524-A99F-41FCCA53FA17}"/>
          </ac:spMkLst>
        </pc:spChg>
        <pc:grpChg chg="add mod">
          <ac:chgData name="Jean-Louis SCOTTO-DI-QUAQUERO" userId="5b7c4864-d3b3-4c12-a33e-5ea7a2094109" providerId="ADAL" clId="{22D5903A-4F66-432F-99F6-F40130E16CED}" dt="2020-11-19T17:04:45.286" v="11072" actId="1076"/>
          <ac:grpSpMkLst>
            <pc:docMk/>
            <pc:sldMk cId="2364681587" sldId="477"/>
            <ac:grpSpMk id="13" creationId="{E0561A31-9FF4-4632-91D0-2C06E735217A}"/>
          </ac:grpSpMkLst>
        </pc:grpChg>
        <pc:picChg chg="add mod">
          <ac:chgData name="Jean-Louis SCOTTO-DI-QUAQUERO" userId="5b7c4864-d3b3-4c12-a33e-5ea7a2094109" providerId="ADAL" clId="{22D5903A-4F66-432F-99F6-F40130E16CED}" dt="2020-11-19T17:04:41.725" v="11071" actId="1076"/>
          <ac:picMkLst>
            <pc:docMk/>
            <pc:sldMk cId="2364681587" sldId="477"/>
            <ac:picMk id="19" creationId="{338278AD-BC4B-4B73-8F64-642E0F6A068E}"/>
          </ac:picMkLst>
        </pc:picChg>
      </pc:sldChg>
      <pc:sldChg chg="modSp">
        <pc:chgData name="Jean-Louis SCOTTO-DI-QUAQUERO" userId="5b7c4864-d3b3-4c12-a33e-5ea7a2094109" providerId="ADAL" clId="{22D5903A-4F66-432F-99F6-F40130E16CED}" dt="2020-11-23T16:06:39.397" v="12490" actId="20577"/>
        <pc:sldMkLst>
          <pc:docMk/>
          <pc:sldMk cId="2918888441" sldId="479"/>
        </pc:sldMkLst>
        <pc:spChg chg="mod">
          <ac:chgData name="Jean-Louis SCOTTO-DI-QUAQUERO" userId="5b7c4864-d3b3-4c12-a33e-5ea7a2094109" providerId="ADAL" clId="{22D5903A-4F66-432F-99F6-F40130E16CED}" dt="2020-11-23T16:06:39.397" v="12490" actId="20577"/>
          <ac:spMkLst>
            <pc:docMk/>
            <pc:sldMk cId="2918888441" sldId="479"/>
            <ac:spMk id="5" creationId="{5F90ABEB-060F-4D51-835C-156E9B23B050}"/>
          </ac:spMkLst>
        </pc:spChg>
      </pc:sldChg>
      <pc:sldChg chg="del">
        <pc:chgData name="Jean-Louis SCOTTO-DI-QUAQUERO" userId="5b7c4864-d3b3-4c12-a33e-5ea7a2094109" providerId="ADAL" clId="{22D5903A-4F66-432F-99F6-F40130E16CED}" dt="2020-11-19T17:10:56.843" v="11082" actId="2696"/>
        <pc:sldMkLst>
          <pc:docMk/>
          <pc:sldMk cId="2310492701" sldId="480"/>
        </pc:sldMkLst>
      </pc:sldChg>
      <pc:sldChg chg="modSp add">
        <pc:chgData name="Jean-Louis SCOTTO-DI-QUAQUERO" userId="5b7c4864-d3b3-4c12-a33e-5ea7a2094109" providerId="ADAL" clId="{22D5903A-4F66-432F-99F6-F40130E16CED}" dt="2020-11-19T17:11:19" v="11084" actId="1076"/>
        <pc:sldMkLst>
          <pc:docMk/>
          <pc:sldMk cId="3602046563" sldId="480"/>
        </pc:sldMkLst>
        <pc:spChg chg="mod">
          <ac:chgData name="Jean-Louis SCOTTO-DI-QUAQUERO" userId="5b7c4864-d3b3-4c12-a33e-5ea7a2094109" providerId="ADAL" clId="{22D5903A-4F66-432F-99F6-F40130E16CED}" dt="2020-11-19T17:11:19" v="11084" actId="1076"/>
          <ac:spMkLst>
            <pc:docMk/>
            <pc:sldMk cId="3602046563" sldId="480"/>
            <ac:spMk id="16" creationId="{FB25F78E-1B50-448D-A459-F32101A588A6}"/>
          </ac:spMkLst>
        </pc:spChg>
        <pc:cxnChg chg="mod">
          <ac:chgData name="Jean-Louis SCOTTO-DI-QUAQUERO" userId="5b7c4864-d3b3-4c12-a33e-5ea7a2094109" providerId="ADAL" clId="{22D5903A-4F66-432F-99F6-F40130E16CED}" dt="2020-11-19T17:11:19" v="11084" actId="1076"/>
          <ac:cxnSpMkLst>
            <pc:docMk/>
            <pc:sldMk cId="3602046563" sldId="480"/>
            <ac:cxnSpMk id="10" creationId="{BF0AFF34-7E96-4BAD-8162-692CEDE605B9}"/>
          </ac:cxnSpMkLst>
        </pc:cxnChg>
        <pc:cxnChg chg="mod">
          <ac:chgData name="Jean-Louis SCOTTO-DI-QUAQUERO" userId="5b7c4864-d3b3-4c12-a33e-5ea7a2094109" providerId="ADAL" clId="{22D5903A-4F66-432F-99F6-F40130E16CED}" dt="2020-11-19T17:11:19" v="11084" actId="1076"/>
          <ac:cxnSpMkLst>
            <pc:docMk/>
            <pc:sldMk cId="3602046563" sldId="480"/>
            <ac:cxnSpMk id="17" creationId="{A7616A68-0E63-498B-8122-02D28FACB37F}"/>
          </ac:cxnSpMkLst>
        </pc:cxnChg>
        <pc:cxnChg chg="mod">
          <ac:chgData name="Jean-Louis SCOTTO-DI-QUAQUERO" userId="5b7c4864-d3b3-4c12-a33e-5ea7a2094109" providerId="ADAL" clId="{22D5903A-4F66-432F-99F6-F40130E16CED}" dt="2020-11-19T17:11:19" v="11084" actId="1076"/>
          <ac:cxnSpMkLst>
            <pc:docMk/>
            <pc:sldMk cId="3602046563" sldId="480"/>
            <ac:cxnSpMk id="22" creationId="{ACF187D3-AE56-4B0E-BDA3-069A5ED64F91}"/>
          </ac:cxnSpMkLst>
        </pc:cxnChg>
      </pc:sldChg>
      <pc:sldChg chg="modSp">
        <pc:chgData name="Jean-Louis SCOTTO-DI-QUAQUERO" userId="5b7c4864-d3b3-4c12-a33e-5ea7a2094109" providerId="ADAL" clId="{22D5903A-4F66-432F-99F6-F40130E16CED}" dt="2020-11-23T16:06:04.580" v="12470" actId="20577"/>
        <pc:sldMkLst>
          <pc:docMk/>
          <pc:sldMk cId="1389499144" sldId="481"/>
        </pc:sldMkLst>
        <pc:spChg chg="mod">
          <ac:chgData name="Jean-Louis SCOTTO-DI-QUAQUERO" userId="5b7c4864-d3b3-4c12-a33e-5ea7a2094109" providerId="ADAL" clId="{22D5903A-4F66-432F-99F6-F40130E16CED}" dt="2020-11-23T16:06:04.580" v="12470" actId="20577"/>
          <ac:spMkLst>
            <pc:docMk/>
            <pc:sldMk cId="1389499144" sldId="481"/>
            <ac:spMk id="5" creationId="{5F90ABEB-060F-4D51-835C-156E9B23B050}"/>
          </ac:spMkLst>
        </pc:spChg>
      </pc:sldChg>
      <pc:sldChg chg="addSp modSp">
        <pc:chgData name="Jean-Louis SCOTTO-DI-QUAQUERO" userId="5b7c4864-d3b3-4c12-a33e-5ea7a2094109" providerId="ADAL" clId="{22D5903A-4F66-432F-99F6-F40130E16CED}" dt="2020-11-19T17:46:36.465" v="11497" actId="1076"/>
        <pc:sldMkLst>
          <pc:docMk/>
          <pc:sldMk cId="219931156" sldId="482"/>
        </pc:sldMkLst>
        <pc:spChg chg="mod">
          <ac:chgData name="Jean-Louis SCOTTO-DI-QUAQUERO" userId="5b7c4864-d3b3-4c12-a33e-5ea7a2094109" providerId="ADAL" clId="{22D5903A-4F66-432F-99F6-F40130E16CED}" dt="2020-11-19T17:13:40.396" v="11146" actId="6549"/>
          <ac:spMkLst>
            <pc:docMk/>
            <pc:sldMk cId="219931156" sldId="482"/>
            <ac:spMk id="8" creationId="{0B7F1B37-92AE-42EB-8B49-FD33EB3B2416}"/>
          </ac:spMkLst>
        </pc:spChg>
        <pc:picChg chg="add mod">
          <ac:chgData name="Jean-Louis SCOTTO-DI-QUAQUERO" userId="5b7c4864-d3b3-4c12-a33e-5ea7a2094109" providerId="ADAL" clId="{22D5903A-4F66-432F-99F6-F40130E16CED}" dt="2020-11-19T17:46:36.465" v="11497" actId="1076"/>
          <ac:picMkLst>
            <pc:docMk/>
            <pc:sldMk cId="219931156" sldId="482"/>
            <ac:picMk id="5" creationId="{4AE0886F-C5FA-46EF-BB2D-71986EB8608A}"/>
          </ac:picMkLst>
        </pc:picChg>
      </pc:sldChg>
      <pc:sldChg chg="modSp add del">
        <pc:chgData name="Jean-Louis SCOTTO-DI-QUAQUERO" userId="5b7c4864-d3b3-4c12-a33e-5ea7a2094109" providerId="ADAL" clId="{22D5903A-4F66-432F-99F6-F40130E16CED}" dt="2020-11-23T15:09:57.870" v="11564" actId="2696"/>
        <pc:sldMkLst>
          <pc:docMk/>
          <pc:sldMk cId="2398962553" sldId="483"/>
        </pc:sldMkLst>
        <pc:spChg chg="mod">
          <ac:chgData name="Jean-Louis SCOTTO-DI-QUAQUERO" userId="5b7c4864-d3b3-4c12-a33e-5ea7a2094109" providerId="ADAL" clId="{22D5903A-4F66-432F-99F6-F40130E16CED}" dt="2020-11-23T15:09:52.861" v="11562"/>
          <ac:spMkLst>
            <pc:docMk/>
            <pc:sldMk cId="2398962553" sldId="483"/>
            <ac:spMk id="5" creationId="{5F90ABEB-060F-4D51-835C-156E9B23B050}"/>
          </ac:spMkLst>
        </pc:spChg>
      </pc:sldChg>
      <pc:sldChg chg="del">
        <pc:chgData name="Jean-Louis SCOTTO-DI-QUAQUERO" userId="5b7c4864-d3b3-4c12-a33e-5ea7a2094109" providerId="ADAL" clId="{22D5903A-4F66-432F-99F6-F40130E16CED}" dt="2020-11-23T15:09:38.621" v="11560" actId="2696"/>
        <pc:sldMkLst>
          <pc:docMk/>
          <pc:sldMk cId="3360130222" sldId="483"/>
        </pc:sldMkLst>
      </pc:sldChg>
      <pc:sldChg chg="addSp modSp">
        <pc:chgData name="Jean-Louis SCOTTO-DI-QUAQUERO" userId="5b7c4864-d3b3-4c12-a33e-5ea7a2094109" providerId="ADAL" clId="{22D5903A-4F66-432F-99F6-F40130E16CED}" dt="2020-11-19T17:16:22.500" v="11148" actId="1076"/>
        <pc:sldMkLst>
          <pc:docMk/>
          <pc:sldMk cId="3756539530" sldId="484"/>
        </pc:sldMkLst>
        <pc:picChg chg="add mod">
          <ac:chgData name="Jean-Louis SCOTTO-DI-QUAQUERO" userId="5b7c4864-d3b3-4c12-a33e-5ea7a2094109" providerId="ADAL" clId="{22D5903A-4F66-432F-99F6-F40130E16CED}" dt="2020-11-19T17:16:22.500" v="11148" actId="1076"/>
          <ac:picMkLst>
            <pc:docMk/>
            <pc:sldMk cId="3756539530" sldId="484"/>
            <ac:picMk id="6" creationId="{7A836523-D42D-4D77-8032-6DB5B1C03F10}"/>
          </ac:picMkLst>
        </pc:picChg>
      </pc:sldChg>
      <pc:sldChg chg="modSp add">
        <pc:chgData name="Jean-Louis SCOTTO-DI-QUAQUERO" userId="5b7c4864-d3b3-4c12-a33e-5ea7a2094109" providerId="ADAL" clId="{22D5903A-4F66-432F-99F6-F40130E16CED}" dt="2020-11-23T16:02:39.644" v="12449" actId="20577"/>
        <pc:sldMkLst>
          <pc:docMk/>
          <pc:sldMk cId="802199368" sldId="486"/>
        </pc:sldMkLst>
        <pc:spChg chg="mod">
          <ac:chgData name="Jean-Louis SCOTTO-DI-QUAQUERO" userId="5b7c4864-d3b3-4c12-a33e-5ea7a2094109" providerId="ADAL" clId="{22D5903A-4F66-432F-99F6-F40130E16CED}" dt="2020-11-23T16:02:39.644" v="12449" actId="20577"/>
          <ac:spMkLst>
            <pc:docMk/>
            <pc:sldMk cId="802199368" sldId="486"/>
            <ac:spMk id="5" creationId="{5F90ABEB-060F-4D51-835C-156E9B23B050}"/>
          </ac:spMkLst>
        </pc:spChg>
      </pc:sldChg>
      <pc:sldChg chg="del">
        <pc:chgData name="Jean-Louis SCOTTO-DI-QUAQUERO" userId="5b7c4864-d3b3-4c12-a33e-5ea7a2094109" providerId="ADAL" clId="{22D5903A-4F66-432F-99F6-F40130E16CED}" dt="2020-11-19T16:55:59.123" v="10996" actId="2696"/>
        <pc:sldMkLst>
          <pc:docMk/>
          <pc:sldMk cId="2219001540" sldId="486"/>
        </pc:sldMkLst>
      </pc:sldChg>
      <pc:sldChg chg="modSp add">
        <pc:chgData name="Jean-Louis SCOTTO-DI-QUAQUERO" userId="5b7c4864-d3b3-4c12-a33e-5ea7a2094109" providerId="ADAL" clId="{22D5903A-4F66-432F-99F6-F40130E16CED}" dt="2020-11-23T16:03:24.678" v="12450" actId="20577"/>
        <pc:sldMkLst>
          <pc:docMk/>
          <pc:sldMk cId="642298236" sldId="487"/>
        </pc:sldMkLst>
        <pc:spChg chg="mod">
          <ac:chgData name="Jean-Louis SCOTTO-DI-QUAQUERO" userId="5b7c4864-d3b3-4c12-a33e-5ea7a2094109" providerId="ADAL" clId="{22D5903A-4F66-432F-99F6-F40130E16CED}" dt="2020-11-23T16:03:24.678" v="12450" actId="20577"/>
          <ac:spMkLst>
            <pc:docMk/>
            <pc:sldMk cId="642298236" sldId="487"/>
            <ac:spMk id="5" creationId="{5F90ABEB-060F-4D51-835C-156E9B23B050}"/>
          </ac:spMkLst>
        </pc:spChg>
      </pc:sldChg>
      <pc:sldChg chg="del">
        <pc:chgData name="Jean-Louis SCOTTO-DI-QUAQUERO" userId="5b7c4864-d3b3-4c12-a33e-5ea7a2094109" providerId="ADAL" clId="{22D5903A-4F66-432F-99F6-F40130E16CED}" dt="2020-11-19T16:55:59.111" v="10995" actId="2696"/>
        <pc:sldMkLst>
          <pc:docMk/>
          <pc:sldMk cId="668879808" sldId="487"/>
        </pc:sldMkLst>
      </pc:sldChg>
      <pc:sldChg chg="del">
        <pc:chgData name="Jean-Louis SCOTTO-DI-QUAQUERO" userId="5b7c4864-d3b3-4c12-a33e-5ea7a2094109" providerId="ADAL" clId="{22D5903A-4F66-432F-99F6-F40130E16CED}" dt="2020-11-19T17:12:26.761" v="11092" actId="2696"/>
        <pc:sldMkLst>
          <pc:docMk/>
          <pc:sldMk cId="2558487478" sldId="488"/>
        </pc:sldMkLst>
      </pc:sldChg>
      <pc:sldChg chg="del">
        <pc:chgData name="Jean-Louis SCOTTO-DI-QUAQUERO" userId="5b7c4864-d3b3-4c12-a33e-5ea7a2094109" providerId="ADAL" clId="{22D5903A-4F66-432F-99F6-F40130E16CED}" dt="2020-11-19T17:12:48.831" v="11095" actId="2696"/>
        <pc:sldMkLst>
          <pc:docMk/>
          <pc:sldMk cId="2855194432" sldId="489"/>
        </pc:sldMkLst>
      </pc:sldChg>
      <pc:sldChg chg="modSp del">
        <pc:chgData name="Jean-Louis SCOTTO-DI-QUAQUERO" userId="5b7c4864-d3b3-4c12-a33e-5ea7a2094109" providerId="ADAL" clId="{22D5903A-4F66-432F-99F6-F40130E16CED}" dt="2020-11-19T08:08:59.581" v="516" actId="2696"/>
        <pc:sldMkLst>
          <pc:docMk/>
          <pc:sldMk cId="959782804" sldId="492"/>
        </pc:sldMkLst>
        <pc:spChg chg="mod">
          <ac:chgData name="Jean-Louis SCOTTO-DI-QUAQUERO" userId="5b7c4864-d3b3-4c12-a33e-5ea7a2094109" providerId="ADAL" clId="{22D5903A-4F66-432F-99F6-F40130E16CED}" dt="2020-11-19T08:08:32.225" v="488" actId="20577"/>
          <ac:spMkLst>
            <pc:docMk/>
            <pc:sldMk cId="959782804" sldId="492"/>
            <ac:spMk id="4" creationId="{BA4D2543-4EE8-4285-A2EC-6CF55D43C44D}"/>
          </ac:spMkLst>
        </pc:spChg>
      </pc:sldChg>
      <pc:sldChg chg="addSp modSp">
        <pc:chgData name="Jean-Louis SCOTTO-DI-QUAQUERO" userId="5b7c4864-d3b3-4c12-a33e-5ea7a2094109" providerId="ADAL" clId="{22D5903A-4F66-432F-99F6-F40130E16CED}" dt="2020-11-19T16:17:21.486" v="10423" actId="20577"/>
        <pc:sldMkLst>
          <pc:docMk/>
          <pc:sldMk cId="142312782" sldId="493"/>
        </pc:sldMkLst>
        <pc:spChg chg="mod">
          <ac:chgData name="Jean-Louis SCOTTO-DI-QUAQUERO" userId="5b7c4864-d3b3-4c12-a33e-5ea7a2094109" providerId="ADAL" clId="{22D5903A-4F66-432F-99F6-F40130E16CED}" dt="2020-11-19T16:17:21.486" v="10423" actId="20577"/>
          <ac:spMkLst>
            <pc:docMk/>
            <pc:sldMk cId="142312782" sldId="493"/>
            <ac:spMk id="2" creationId="{A5C38B03-BF0A-4CBC-9572-A808490F95D8}"/>
          </ac:spMkLst>
        </pc:spChg>
        <pc:picChg chg="add mod">
          <ac:chgData name="Jean-Louis SCOTTO-DI-QUAQUERO" userId="5b7c4864-d3b3-4c12-a33e-5ea7a2094109" providerId="ADAL" clId="{22D5903A-4F66-432F-99F6-F40130E16CED}" dt="2020-11-19T16:17:10.006" v="10421" actId="1076"/>
          <ac:picMkLst>
            <pc:docMk/>
            <pc:sldMk cId="142312782" sldId="493"/>
            <ac:picMk id="3" creationId="{96BF4BE8-753D-4DA6-A5A0-D649686B96C2}"/>
          </ac:picMkLst>
        </pc:picChg>
        <pc:picChg chg="add mod">
          <ac:chgData name="Jean-Louis SCOTTO-DI-QUAQUERO" userId="5b7c4864-d3b3-4c12-a33e-5ea7a2094109" providerId="ADAL" clId="{22D5903A-4F66-432F-99F6-F40130E16CED}" dt="2020-11-19T16:17:10.006" v="10421" actId="1076"/>
          <ac:picMkLst>
            <pc:docMk/>
            <pc:sldMk cId="142312782" sldId="493"/>
            <ac:picMk id="4" creationId="{6CC9BA1F-64FE-4DBE-8828-1608DBDD0812}"/>
          </ac:picMkLst>
        </pc:picChg>
      </pc:sldChg>
      <pc:sldChg chg="addSp delSp modSp">
        <pc:chgData name="Jean-Louis SCOTTO-DI-QUAQUERO" userId="5b7c4864-d3b3-4c12-a33e-5ea7a2094109" providerId="ADAL" clId="{22D5903A-4F66-432F-99F6-F40130E16CED}" dt="2020-11-19T13:51:16.161" v="8179" actId="1035"/>
        <pc:sldMkLst>
          <pc:docMk/>
          <pc:sldMk cId="1344065961" sldId="495"/>
        </pc:sldMkLst>
        <pc:spChg chg="mod">
          <ac:chgData name="Jean-Louis SCOTTO-DI-QUAQUERO" userId="5b7c4864-d3b3-4c12-a33e-5ea7a2094109" providerId="ADAL" clId="{22D5903A-4F66-432F-99F6-F40130E16CED}" dt="2020-11-19T13:51:11.471" v="8171" actId="403"/>
          <ac:spMkLst>
            <pc:docMk/>
            <pc:sldMk cId="1344065961" sldId="495"/>
            <ac:spMk id="4" creationId="{EBAA1C8A-D011-45AA-8973-1388E45C43A1}"/>
          </ac:spMkLst>
        </pc:spChg>
        <pc:picChg chg="add mod">
          <ac:chgData name="Jean-Louis SCOTTO-DI-QUAQUERO" userId="5b7c4864-d3b3-4c12-a33e-5ea7a2094109" providerId="ADAL" clId="{22D5903A-4F66-432F-99F6-F40130E16CED}" dt="2020-11-19T13:51:16.161" v="8179" actId="1035"/>
          <ac:picMkLst>
            <pc:docMk/>
            <pc:sldMk cId="1344065961" sldId="495"/>
            <ac:picMk id="6" creationId="{FE6A38DD-6854-4163-88B4-8A6925F6F1F1}"/>
          </ac:picMkLst>
        </pc:picChg>
        <pc:picChg chg="del">
          <ac:chgData name="Jean-Louis SCOTTO-DI-QUAQUERO" userId="5b7c4864-d3b3-4c12-a33e-5ea7a2094109" providerId="ADAL" clId="{22D5903A-4F66-432F-99F6-F40130E16CED}" dt="2020-11-19T13:47:57.088" v="8085" actId="478"/>
          <ac:picMkLst>
            <pc:docMk/>
            <pc:sldMk cId="1344065961" sldId="495"/>
            <ac:picMk id="7" creationId="{ED46FDBA-60CC-4206-AA83-A9CE99571E83}"/>
          </ac:picMkLst>
        </pc:picChg>
      </pc:sldChg>
      <pc:sldChg chg="modSp">
        <pc:chgData name="Jean-Louis SCOTTO-DI-QUAQUERO" userId="5b7c4864-d3b3-4c12-a33e-5ea7a2094109" providerId="ADAL" clId="{22D5903A-4F66-432F-99F6-F40130E16CED}" dt="2020-11-19T16:33:20.897" v="10679" actId="1035"/>
        <pc:sldMkLst>
          <pc:docMk/>
          <pc:sldMk cId="476574179" sldId="497"/>
        </pc:sldMkLst>
        <pc:spChg chg="mod">
          <ac:chgData name="Jean-Louis SCOTTO-DI-QUAQUERO" userId="5b7c4864-d3b3-4c12-a33e-5ea7a2094109" providerId="ADAL" clId="{22D5903A-4F66-432F-99F6-F40130E16CED}" dt="2020-11-19T14:14:33.809" v="9210" actId="20577"/>
          <ac:spMkLst>
            <pc:docMk/>
            <pc:sldMk cId="476574179" sldId="497"/>
            <ac:spMk id="4" creationId="{8162FC23-5A13-46DF-8A03-C2B7ABFE81A3}"/>
          </ac:spMkLst>
        </pc:spChg>
        <pc:picChg chg="mod modCrop">
          <ac:chgData name="Jean-Louis SCOTTO-DI-QUAQUERO" userId="5b7c4864-d3b3-4c12-a33e-5ea7a2094109" providerId="ADAL" clId="{22D5903A-4F66-432F-99F6-F40130E16CED}" dt="2020-11-19T16:33:20.897" v="10679" actId="1035"/>
          <ac:picMkLst>
            <pc:docMk/>
            <pc:sldMk cId="476574179" sldId="497"/>
            <ac:picMk id="6" creationId="{5BCC3C27-6832-4087-9EB9-7A17C3DF46E5}"/>
          </ac:picMkLst>
        </pc:picChg>
      </pc:sldChg>
      <pc:sldChg chg="addSp modSp">
        <pc:chgData name="Jean-Louis SCOTTO-DI-QUAQUERO" userId="5b7c4864-d3b3-4c12-a33e-5ea7a2094109" providerId="ADAL" clId="{22D5903A-4F66-432F-99F6-F40130E16CED}" dt="2020-11-23T15:45:22.493" v="12032" actId="1076"/>
        <pc:sldMkLst>
          <pc:docMk/>
          <pc:sldMk cId="1858452635" sldId="498"/>
        </pc:sldMkLst>
        <pc:spChg chg="mod">
          <ac:chgData name="Jean-Louis SCOTTO-DI-QUAQUERO" userId="5b7c4864-d3b3-4c12-a33e-5ea7a2094109" providerId="ADAL" clId="{22D5903A-4F66-432F-99F6-F40130E16CED}" dt="2020-11-19T13:58:23.901" v="8346" actId="20577"/>
          <ac:spMkLst>
            <pc:docMk/>
            <pc:sldMk cId="1858452635" sldId="498"/>
            <ac:spMk id="2" creationId="{D7CFDE68-AC5A-432F-8207-DC8259164039}"/>
          </ac:spMkLst>
        </pc:spChg>
        <pc:picChg chg="add mod">
          <ac:chgData name="Jean-Louis SCOTTO-DI-QUAQUERO" userId="5b7c4864-d3b3-4c12-a33e-5ea7a2094109" providerId="ADAL" clId="{22D5903A-4F66-432F-99F6-F40130E16CED}" dt="2020-11-23T15:45:22.493" v="12032" actId="1076"/>
          <ac:picMkLst>
            <pc:docMk/>
            <pc:sldMk cId="1858452635" sldId="498"/>
            <ac:picMk id="4" creationId="{29E44CB2-ABE0-4E22-B58E-D5BBD1B031F9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4:58:28.502" v="10356" actId="2696"/>
        <pc:sldMkLst>
          <pc:docMk/>
          <pc:sldMk cId="1615529989" sldId="500"/>
        </pc:sldMkLst>
      </pc:sldChg>
      <pc:sldChg chg="addSp delSp modSp ord">
        <pc:chgData name="Jean-Louis SCOTTO-DI-QUAQUERO" userId="5b7c4864-d3b3-4c12-a33e-5ea7a2094109" providerId="ADAL" clId="{22D5903A-4F66-432F-99F6-F40130E16CED}" dt="2020-11-19T10:00:55.307" v="3849" actId="14100"/>
        <pc:sldMkLst>
          <pc:docMk/>
          <pc:sldMk cId="1322698494" sldId="501"/>
        </pc:sldMkLst>
        <pc:spChg chg="mod">
          <ac:chgData name="Jean-Louis SCOTTO-DI-QUAQUERO" userId="5b7c4864-d3b3-4c12-a33e-5ea7a2094109" providerId="ADAL" clId="{22D5903A-4F66-432F-99F6-F40130E16CED}" dt="2020-11-19T09:01:37.372" v="2200" actId="20577"/>
          <ac:spMkLst>
            <pc:docMk/>
            <pc:sldMk cId="1322698494" sldId="501"/>
            <ac:spMk id="4" creationId="{80391BCA-48E5-47D4-97F2-C292C88817F0}"/>
          </ac:spMkLst>
        </pc:spChg>
        <pc:spChg chg="add del mod">
          <ac:chgData name="Jean-Louis SCOTTO-DI-QUAQUERO" userId="5b7c4864-d3b3-4c12-a33e-5ea7a2094109" providerId="ADAL" clId="{22D5903A-4F66-432F-99F6-F40130E16CED}" dt="2020-11-19T09:01:59.905" v="2205" actId="478"/>
          <ac:spMkLst>
            <pc:docMk/>
            <pc:sldMk cId="1322698494" sldId="501"/>
            <ac:spMk id="5" creationId="{6343D377-D866-4BAD-A709-763FACADE442}"/>
          </ac:spMkLst>
        </pc:spChg>
        <pc:spChg chg="add del mod">
          <ac:chgData name="Jean-Louis SCOTTO-DI-QUAQUERO" userId="5b7c4864-d3b3-4c12-a33e-5ea7a2094109" providerId="ADAL" clId="{22D5903A-4F66-432F-99F6-F40130E16CED}" dt="2020-11-19T09:01:53.841" v="2204" actId="478"/>
          <ac:spMkLst>
            <pc:docMk/>
            <pc:sldMk cId="1322698494" sldId="501"/>
            <ac:spMk id="8" creationId="{4DEE4069-722E-4BFD-AD82-0CD805EA5A23}"/>
          </ac:spMkLst>
        </pc:spChg>
        <pc:spChg chg="add del mod">
          <ac:chgData name="Jean-Louis SCOTTO-DI-QUAQUERO" userId="5b7c4864-d3b3-4c12-a33e-5ea7a2094109" providerId="ADAL" clId="{22D5903A-4F66-432F-99F6-F40130E16CED}" dt="2020-11-19T09:11:38.256" v="2463" actId="478"/>
          <ac:spMkLst>
            <pc:docMk/>
            <pc:sldMk cId="1322698494" sldId="501"/>
            <ac:spMk id="10" creationId="{CA1D4C07-F55B-49AA-9674-FCE4C9C94FC9}"/>
          </ac:spMkLst>
        </pc:spChg>
        <pc:spChg chg="add mod topLvl">
          <ac:chgData name="Jean-Louis SCOTTO-DI-QUAQUERO" userId="5b7c4864-d3b3-4c12-a33e-5ea7a2094109" providerId="ADAL" clId="{22D5903A-4F66-432F-99F6-F40130E16CED}" dt="2020-11-19T09:56:48.321" v="3635" actId="165"/>
          <ac:spMkLst>
            <pc:docMk/>
            <pc:sldMk cId="1322698494" sldId="501"/>
            <ac:spMk id="11" creationId="{A95ABE9C-902F-4C22-9E6C-A6F23332E9DD}"/>
          </ac:spMkLst>
        </pc:spChg>
        <pc:spChg chg="add del mod">
          <ac:chgData name="Jean-Louis SCOTTO-DI-QUAQUERO" userId="5b7c4864-d3b3-4c12-a33e-5ea7a2094109" providerId="ADAL" clId="{22D5903A-4F66-432F-99F6-F40130E16CED}" dt="2020-11-19T09:11:41.576" v="2464" actId="478"/>
          <ac:spMkLst>
            <pc:docMk/>
            <pc:sldMk cId="1322698494" sldId="501"/>
            <ac:spMk id="23" creationId="{3F3F3E7D-C2E8-4BCB-B4FD-ED5325BBACF9}"/>
          </ac:spMkLst>
        </pc:spChg>
        <pc:spChg chg="add mod topLvl">
          <ac:chgData name="Jean-Louis SCOTTO-DI-QUAQUERO" userId="5b7c4864-d3b3-4c12-a33e-5ea7a2094109" providerId="ADAL" clId="{22D5903A-4F66-432F-99F6-F40130E16CED}" dt="2020-11-19T09:56:48.321" v="3635" actId="165"/>
          <ac:spMkLst>
            <pc:docMk/>
            <pc:sldMk cId="1322698494" sldId="501"/>
            <ac:spMk id="24" creationId="{66EBF1EF-ED4E-4D68-9356-FED4E93A8C4D}"/>
          </ac:spMkLst>
        </pc:spChg>
        <pc:spChg chg="add mod">
          <ac:chgData name="Jean-Louis SCOTTO-DI-QUAQUERO" userId="5b7c4864-d3b3-4c12-a33e-5ea7a2094109" providerId="ADAL" clId="{22D5903A-4F66-432F-99F6-F40130E16CED}" dt="2020-11-19T10:00:55.307" v="3849" actId="14100"/>
          <ac:spMkLst>
            <pc:docMk/>
            <pc:sldMk cId="1322698494" sldId="501"/>
            <ac:spMk id="29" creationId="{3945E5D5-1154-488E-AD7A-60C4F242E7BC}"/>
          </ac:spMkLst>
        </pc:spChg>
        <pc:grpChg chg="add mod">
          <ac:chgData name="Jean-Louis SCOTTO-DI-QUAQUERO" userId="5b7c4864-d3b3-4c12-a33e-5ea7a2094109" providerId="ADAL" clId="{22D5903A-4F66-432F-99F6-F40130E16CED}" dt="2020-11-19T09:11:49.757" v="2466" actId="164"/>
          <ac:grpSpMkLst>
            <pc:docMk/>
            <pc:sldMk cId="1322698494" sldId="501"/>
            <ac:grpSpMk id="26" creationId="{C9159D0A-0A4B-4BF9-95EB-4576D9949637}"/>
          </ac:grpSpMkLst>
        </pc:grpChg>
        <pc:grpChg chg="add del mod">
          <ac:chgData name="Jean-Louis SCOTTO-DI-QUAQUERO" userId="5b7c4864-d3b3-4c12-a33e-5ea7a2094109" providerId="ADAL" clId="{22D5903A-4F66-432F-99F6-F40130E16CED}" dt="2020-11-19T09:56:48.321" v="3635" actId="165"/>
          <ac:grpSpMkLst>
            <pc:docMk/>
            <pc:sldMk cId="1322698494" sldId="501"/>
            <ac:grpSpMk id="28" creationId="{350A98AE-05E9-4B4F-ADAD-91294C4D577D}"/>
          </ac:grpSpMkLst>
        </pc:grpChg>
        <pc:picChg chg="mod topLvl">
          <ac:chgData name="Jean-Louis SCOTTO-DI-QUAQUERO" userId="5b7c4864-d3b3-4c12-a33e-5ea7a2094109" providerId="ADAL" clId="{22D5903A-4F66-432F-99F6-F40130E16CED}" dt="2020-11-19T09:58:54.086" v="3760" actId="14100"/>
          <ac:picMkLst>
            <pc:docMk/>
            <pc:sldMk cId="1322698494" sldId="501"/>
            <ac:picMk id="7" creationId="{F061894C-0535-48F0-AB7C-1049BAA9BA63}"/>
          </ac:picMkLst>
        </pc:picChg>
        <pc:picChg chg="add mod">
          <ac:chgData name="Jean-Louis SCOTTO-DI-QUAQUERO" userId="5b7c4864-d3b3-4c12-a33e-5ea7a2094109" providerId="ADAL" clId="{22D5903A-4F66-432F-99F6-F40130E16CED}" dt="2020-11-19T09:56:41.429" v="3634" actId="1076"/>
          <ac:picMkLst>
            <pc:docMk/>
            <pc:sldMk cId="1322698494" sldId="501"/>
            <ac:picMk id="35" creationId="{7FA454CE-247C-4909-A10E-0A377C600AD6}"/>
          </ac:picMkLst>
        </pc:picChg>
        <pc:picChg chg="add mod">
          <ac:chgData name="Jean-Louis SCOTTO-DI-QUAQUERO" userId="5b7c4864-d3b3-4c12-a33e-5ea7a2094109" providerId="ADAL" clId="{22D5903A-4F66-432F-99F6-F40130E16CED}" dt="2020-11-19T09:59:29.461" v="3770" actId="1076"/>
          <ac:picMkLst>
            <pc:docMk/>
            <pc:sldMk cId="1322698494" sldId="501"/>
            <ac:picMk id="40" creationId="{9BF018C3-036C-409A-9E8B-D68742471F65}"/>
          </ac:picMkLst>
        </pc:picChg>
        <pc:picChg chg="add mod topLvl">
          <ac:chgData name="Jean-Louis SCOTTO-DI-QUAQUERO" userId="5b7c4864-d3b3-4c12-a33e-5ea7a2094109" providerId="ADAL" clId="{22D5903A-4F66-432F-99F6-F40130E16CED}" dt="2020-11-19T09:56:54.139" v="3636" actId="1076"/>
          <ac:picMkLst>
            <pc:docMk/>
            <pc:sldMk cId="1322698494" sldId="501"/>
            <ac:picMk id="1026" creationId="{FA38FD8A-AFF9-422A-94DC-669861FE0DCB}"/>
          </ac:picMkLst>
        </pc:picChg>
        <pc:picChg chg="mod topLvl">
          <ac:chgData name="Jean-Louis SCOTTO-DI-QUAQUERO" userId="5b7c4864-d3b3-4c12-a33e-5ea7a2094109" providerId="ADAL" clId="{22D5903A-4F66-432F-99F6-F40130E16CED}" dt="2020-11-19T09:59:11.334" v="3766" actId="1076"/>
          <ac:picMkLst>
            <pc:docMk/>
            <pc:sldMk cId="1322698494" sldId="501"/>
            <ac:picMk id="3076" creationId="{3C5A8505-3735-4226-A44B-D4DB3A5E7AA1}"/>
          </ac:picMkLst>
        </pc:picChg>
        <pc:picChg chg="mod topLvl">
          <ac:chgData name="Jean-Louis SCOTTO-DI-QUAQUERO" userId="5b7c4864-d3b3-4c12-a33e-5ea7a2094109" providerId="ADAL" clId="{22D5903A-4F66-432F-99F6-F40130E16CED}" dt="2020-11-19T09:59:25.807" v="3769" actId="1076"/>
          <ac:picMkLst>
            <pc:docMk/>
            <pc:sldMk cId="1322698494" sldId="501"/>
            <ac:picMk id="3078" creationId="{E39A9356-83AB-43D6-9CF2-1F5CDD2EC281}"/>
          </ac:picMkLst>
        </pc:picChg>
        <pc:picChg chg="mod topLvl">
          <ac:chgData name="Jean-Louis SCOTTO-DI-QUAQUERO" userId="5b7c4864-d3b3-4c12-a33e-5ea7a2094109" providerId="ADAL" clId="{22D5903A-4F66-432F-99F6-F40130E16CED}" dt="2020-11-19T09:59:23.807" v="3768" actId="1076"/>
          <ac:picMkLst>
            <pc:docMk/>
            <pc:sldMk cId="1322698494" sldId="501"/>
            <ac:picMk id="3080" creationId="{EF95CB3E-FA9A-4E93-BD51-DE42B2083338}"/>
          </ac:picMkLst>
        </pc:picChg>
        <pc:picChg chg="mod topLvl">
          <ac:chgData name="Jean-Louis SCOTTO-DI-QUAQUERO" userId="5b7c4864-d3b3-4c12-a33e-5ea7a2094109" providerId="ADAL" clId="{22D5903A-4F66-432F-99F6-F40130E16CED}" dt="2020-11-19T09:59:07.076" v="3765" actId="1076"/>
          <ac:picMkLst>
            <pc:docMk/>
            <pc:sldMk cId="1322698494" sldId="501"/>
            <ac:picMk id="3082" creationId="{66330B3F-A0F3-4BAC-8A3D-46E9C08FA6A5}"/>
          </ac:picMkLst>
        </pc:picChg>
        <pc:picChg chg="mod topLvl">
          <ac:chgData name="Jean-Louis SCOTTO-DI-QUAQUERO" userId="5b7c4864-d3b3-4c12-a33e-5ea7a2094109" providerId="ADAL" clId="{22D5903A-4F66-432F-99F6-F40130E16CED}" dt="2020-11-19T09:59:19.963" v="3767" actId="14100"/>
          <ac:picMkLst>
            <pc:docMk/>
            <pc:sldMk cId="1322698494" sldId="501"/>
            <ac:picMk id="3084" creationId="{F60FFA6F-A5BF-4B95-BE2D-99CC4A346BD9}"/>
          </ac:picMkLst>
        </pc:picChg>
        <pc:cxnChg chg="add mod topLvl">
          <ac:chgData name="Jean-Louis SCOTTO-DI-QUAQUERO" userId="5b7c4864-d3b3-4c12-a33e-5ea7a2094109" providerId="ADAL" clId="{22D5903A-4F66-432F-99F6-F40130E16CED}" dt="2020-11-19T09:56:56.737" v="3637" actId="14100"/>
          <ac:cxnSpMkLst>
            <pc:docMk/>
            <pc:sldMk cId="1322698494" sldId="501"/>
            <ac:cxnSpMk id="13" creationId="{0CC387FE-C970-4F2B-9FE0-C06DB7EA3FF0}"/>
          </ac:cxnSpMkLst>
        </pc:cxnChg>
        <pc:cxnChg chg="add mod topLvl">
          <ac:chgData name="Jean-Louis SCOTTO-DI-QUAQUERO" userId="5b7c4864-d3b3-4c12-a33e-5ea7a2094109" providerId="ADAL" clId="{22D5903A-4F66-432F-99F6-F40130E16CED}" dt="2020-11-19T09:56:48.321" v="3635" actId="165"/>
          <ac:cxnSpMkLst>
            <pc:docMk/>
            <pc:sldMk cId="1322698494" sldId="501"/>
            <ac:cxnSpMk id="20" creationId="{037E096F-EAE7-410D-BB9B-2D1E36684589}"/>
          </ac:cxnSpMkLst>
        </pc:cxnChg>
        <pc:cxnChg chg="add mod topLvl">
          <ac:chgData name="Jean-Louis SCOTTO-DI-QUAQUERO" userId="5b7c4864-d3b3-4c12-a33e-5ea7a2094109" providerId="ADAL" clId="{22D5903A-4F66-432F-99F6-F40130E16CED}" dt="2020-11-19T09:56:48.321" v="3635" actId="165"/>
          <ac:cxnSpMkLst>
            <pc:docMk/>
            <pc:sldMk cId="1322698494" sldId="501"/>
            <ac:cxnSpMk id="25" creationId="{50C35CCF-7AC0-4951-920F-23BDD4C8F203}"/>
          </ac:cxnSpMkLst>
        </pc:cxnChg>
        <pc:cxnChg chg="add mod topLvl">
          <ac:chgData name="Jean-Louis SCOTTO-DI-QUAQUERO" userId="5b7c4864-d3b3-4c12-a33e-5ea7a2094109" providerId="ADAL" clId="{22D5903A-4F66-432F-99F6-F40130E16CED}" dt="2020-11-19T09:57:00.398" v="3639" actId="14100"/>
          <ac:cxnSpMkLst>
            <pc:docMk/>
            <pc:sldMk cId="1322698494" sldId="501"/>
            <ac:cxnSpMk id="27" creationId="{56659453-E0BB-4528-8B4B-8A50AF21AA0C}"/>
          </ac:cxnSpMkLst>
        </pc:cxnChg>
      </pc:sldChg>
      <pc:sldChg chg="addSp delSp modSp">
        <pc:chgData name="Jean-Louis SCOTTO-DI-QUAQUERO" userId="5b7c4864-d3b3-4c12-a33e-5ea7a2094109" providerId="ADAL" clId="{22D5903A-4F66-432F-99F6-F40130E16CED}" dt="2020-11-19T08:59:24.074" v="2175" actId="1076"/>
        <pc:sldMkLst>
          <pc:docMk/>
          <pc:sldMk cId="1025780504" sldId="503"/>
        </pc:sldMkLst>
        <pc:spChg chg="mod">
          <ac:chgData name="Jean-Louis SCOTTO-DI-QUAQUERO" userId="5b7c4864-d3b3-4c12-a33e-5ea7a2094109" providerId="ADAL" clId="{22D5903A-4F66-432F-99F6-F40130E16CED}" dt="2020-11-19T08:29:37.749" v="1280" actId="6549"/>
          <ac:spMkLst>
            <pc:docMk/>
            <pc:sldMk cId="1025780504" sldId="503"/>
            <ac:spMk id="4" creationId="{D0C937E2-2908-43A2-AB34-C5680BDFDA52}"/>
          </ac:spMkLst>
        </pc:spChg>
        <pc:spChg chg="del mod">
          <ac:chgData name="Jean-Louis SCOTTO-DI-QUAQUERO" userId="5b7c4864-d3b3-4c12-a33e-5ea7a2094109" providerId="ADAL" clId="{22D5903A-4F66-432F-99F6-F40130E16CED}" dt="2020-11-19T08:44:08.634" v="2059" actId="478"/>
          <ac:spMkLst>
            <pc:docMk/>
            <pc:sldMk cId="1025780504" sldId="503"/>
            <ac:spMk id="5" creationId="{F0DAFF60-150B-449A-A7FE-25C99E3364E1}"/>
          </ac:spMkLst>
        </pc:spChg>
        <pc:spChg chg="add mod">
          <ac:chgData name="Jean-Louis SCOTTO-DI-QUAQUERO" userId="5b7c4864-d3b3-4c12-a33e-5ea7a2094109" providerId="ADAL" clId="{22D5903A-4F66-432F-99F6-F40130E16CED}" dt="2020-11-19T08:59:09.178" v="2171" actId="1076"/>
          <ac:spMkLst>
            <pc:docMk/>
            <pc:sldMk cId="1025780504" sldId="503"/>
            <ac:spMk id="7" creationId="{CB8FDC2E-42DD-4928-8F08-D12C3CABFC0C}"/>
          </ac:spMkLst>
        </pc:spChg>
        <pc:spChg chg="add mod">
          <ac:chgData name="Jean-Louis SCOTTO-DI-QUAQUERO" userId="5b7c4864-d3b3-4c12-a33e-5ea7a2094109" providerId="ADAL" clId="{22D5903A-4F66-432F-99F6-F40130E16CED}" dt="2020-11-19T08:59:09.178" v="2171" actId="1076"/>
          <ac:spMkLst>
            <pc:docMk/>
            <pc:sldMk cId="1025780504" sldId="503"/>
            <ac:spMk id="9" creationId="{BEF95834-D07C-49B1-ABC1-ED980713E004}"/>
          </ac:spMkLst>
        </pc:spChg>
        <pc:spChg chg="add mod">
          <ac:chgData name="Jean-Louis SCOTTO-DI-QUAQUERO" userId="5b7c4864-d3b3-4c12-a33e-5ea7a2094109" providerId="ADAL" clId="{22D5903A-4F66-432F-99F6-F40130E16CED}" dt="2020-11-19T08:59:09.178" v="2171" actId="1076"/>
          <ac:spMkLst>
            <pc:docMk/>
            <pc:sldMk cId="1025780504" sldId="503"/>
            <ac:spMk id="10" creationId="{1E9738EE-70FB-4D08-86C0-48E4CF8DC420}"/>
          </ac:spMkLst>
        </pc:spChg>
        <pc:spChg chg="add mod">
          <ac:chgData name="Jean-Louis SCOTTO-DI-QUAQUERO" userId="5b7c4864-d3b3-4c12-a33e-5ea7a2094109" providerId="ADAL" clId="{22D5903A-4F66-432F-99F6-F40130E16CED}" dt="2020-11-19T08:59:09.178" v="2171" actId="1076"/>
          <ac:spMkLst>
            <pc:docMk/>
            <pc:sldMk cId="1025780504" sldId="503"/>
            <ac:spMk id="11" creationId="{8A685B3F-41C3-4F23-A052-F822C3F644F6}"/>
          </ac:spMkLst>
        </pc:spChg>
        <pc:spChg chg="add mod">
          <ac:chgData name="Jean-Louis SCOTTO-DI-QUAQUERO" userId="5b7c4864-d3b3-4c12-a33e-5ea7a2094109" providerId="ADAL" clId="{22D5903A-4F66-432F-99F6-F40130E16CED}" dt="2020-11-19T08:45:56.318" v="2098" actId="571"/>
          <ac:spMkLst>
            <pc:docMk/>
            <pc:sldMk cId="1025780504" sldId="503"/>
            <ac:spMk id="12" creationId="{B51D7E3C-5F56-4DA0-AAFE-2D82CBB0CFAD}"/>
          </ac:spMkLst>
        </pc:spChg>
        <pc:grpChg chg="add mod">
          <ac:chgData name="Jean-Louis SCOTTO-DI-QUAQUERO" userId="5b7c4864-d3b3-4c12-a33e-5ea7a2094109" providerId="ADAL" clId="{22D5903A-4F66-432F-99F6-F40130E16CED}" dt="2020-11-19T08:59:09.178" v="2171" actId="1076"/>
          <ac:grpSpMkLst>
            <pc:docMk/>
            <pc:sldMk cId="1025780504" sldId="503"/>
            <ac:grpSpMk id="15" creationId="{AB45E39A-FE33-4846-B413-3D5C8FC5D202}"/>
          </ac:grpSpMkLst>
        </pc:grpChg>
        <pc:picChg chg="del mod ord">
          <ac:chgData name="Jean-Louis SCOTTO-DI-QUAQUERO" userId="5b7c4864-d3b3-4c12-a33e-5ea7a2094109" providerId="ADAL" clId="{22D5903A-4F66-432F-99F6-F40130E16CED}" dt="2020-11-19T08:44:05.917" v="2058" actId="478"/>
          <ac:picMkLst>
            <pc:docMk/>
            <pc:sldMk cId="1025780504" sldId="503"/>
            <ac:picMk id="6" creationId="{C19BFF95-D46E-4650-AF0A-7EAD36D6571C}"/>
          </ac:picMkLst>
        </pc:picChg>
        <pc:picChg chg="add mod">
          <ac:chgData name="Jean-Louis SCOTTO-DI-QUAQUERO" userId="5b7c4864-d3b3-4c12-a33e-5ea7a2094109" providerId="ADAL" clId="{22D5903A-4F66-432F-99F6-F40130E16CED}" dt="2020-11-19T08:53:08.141" v="2141" actId="164"/>
          <ac:picMkLst>
            <pc:docMk/>
            <pc:sldMk cId="1025780504" sldId="503"/>
            <ac:picMk id="8" creationId="{4D42C243-1BBC-4689-8DFC-5F7DCE3D7AE8}"/>
          </ac:picMkLst>
        </pc:picChg>
        <pc:picChg chg="add mod">
          <ac:chgData name="Jean-Louis SCOTTO-DI-QUAQUERO" userId="5b7c4864-d3b3-4c12-a33e-5ea7a2094109" providerId="ADAL" clId="{22D5903A-4F66-432F-99F6-F40130E16CED}" dt="2020-11-19T08:53:08.141" v="2141" actId="164"/>
          <ac:picMkLst>
            <pc:docMk/>
            <pc:sldMk cId="1025780504" sldId="503"/>
            <ac:picMk id="13" creationId="{E8057222-70D2-4DC9-8E7A-785F6CC0A82F}"/>
          </ac:picMkLst>
        </pc:picChg>
        <pc:picChg chg="add mod">
          <ac:chgData name="Jean-Louis SCOTTO-DI-QUAQUERO" userId="5b7c4864-d3b3-4c12-a33e-5ea7a2094109" providerId="ADAL" clId="{22D5903A-4F66-432F-99F6-F40130E16CED}" dt="2020-11-19T08:59:09.178" v="2171" actId="1076"/>
          <ac:picMkLst>
            <pc:docMk/>
            <pc:sldMk cId="1025780504" sldId="503"/>
            <ac:picMk id="14" creationId="{6CD2918E-F4D8-440C-B3EA-33C36B403529}"/>
          </ac:picMkLst>
        </pc:picChg>
        <pc:picChg chg="add mod">
          <ac:chgData name="Jean-Louis SCOTTO-DI-QUAQUERO" userId="5b7c4864-d3b3-4c12-a33e-5ea7a2094109" providerId="ADAL" clId="{22D5903A-4F66-432F-99F6-F40130E16CED}" dt="2020-11-19T08:59:09.178" v="2171" actId="1076"/>
          <ac:picMkLst>
            <pc:docMk/>
            <pc:sldMk cId="1025780504" sldId="503"/>
            <ac:picMk id="16" creationId="{EFD4CB8D-7E55-47EA-8237-5C1B16B7CA3D}"/>
          </ac:picMkLst>
        </pc:picChg>
        <pc:picChg chg="add mod">
          <ac:chgData name="Jean-Louis SCOTTO-DI-QUAQUERO" userId="5b7c4864-d3b3-4c12-a33e-5ea7a2094109" providerId="ADAL" clId="{22D5903A-4F66-432F-99F6-F40130E16CED}" dt="2020-11-19T08:59:09.178" v="2171" actId="1076"/>
          <ac:picMkLst>
            <pc:docMk/>
            <pc:sldMk cId="1025780504" sldId="503"/>
            <ac:picMk id="17" creationId="{8696BEAE-1AE5-444E-8E03-84BE320E8245}"/>
          </ac:picMkLst>
        </pc:picChg>
        <pc:picChg chg="add mod">
          <ac:chgData name="Jean-Louis SCOTTO-DI-QUAQUERO" userId="5b7c4864-d3b3-4c12-a33e-5ea7a2094109" providerId="ADAL" clId="{22D5903A-4F66-432F-99F6-F40130E16CED}" dt="2020-11-19T08:59:09.178" v="2171" actId="1076"/>
          <ac:picMkLst>
            <pc:docMk/>
            <pc:sldMk cId="1025780504" sldId="503"/>
            <ac:picMk id="18" creationId="{8559843C-2859-4393-8933-895BAD2E850F}"/>
          </ac:picMkLst>
        </pc:picChg>
        <pc:picChg chg="mod">
          <ac:chgData name="Jean-Louis SCOTTO-DI-QUAQUERO" userId="5b7c4864-d3b3-4c12-a33e-5ea7a2094109" providerId="ADAL" clId="{22D5903A-4F66-432F-99F6-F40130E16CED}" dt="2020-11-19T08:59:24.074" v="2175" actId="1076"/>
          <ac:picMkLst>
            <pc:docMk/>
            <pc:sldMk cId="1025780504" sldId="503"/>
            <ac:picMk id="1026" creationId="{5C067485-4627-4BC6-8F82-77E4B6FB1D1A}"/>
          </ac:picMkLst>
        </pc:picChg>
      </pc:sldChg>
      <pc:sldChg chg="delSp modSp">
        <pc:chgData name="Jean-Louis SCOTTO-DI-QUAQUERO" userId="5b7c4864-d3b3-4c12-a33e-5ea7a2094109" providerId="ADAL" clId="{22D5903A-4F66-432F-99F6-F40130E16CED}" dt="2020-11-19T17:25:35.284" v="11187" actId="478"/>
        <pc:sldMkLst>
          <pc:docMk/>
          <pc:sldMk cId="1383808336" sldId="504"/>
        </pc:sldMkLst>
        <pc:spChg chg="mod">
          <ac:chgData name="Jean-Louis SCOTTO-DI-QUAQUERO" userId="5b7c4864-d3b3-4c12-a33e-5ea7a2094109" providerId="ADAL" clId="{22D5903A-4F66-432F-99F6-F40130E16CED}" dt="2020-11-19T08:19:34.126" v="1208" actId="313"/>
          <ac:spMkLst>
            <pc:docMk/>
            <pc:sldMk cId="1383808336" sldId="504"/>
            <ac:spMk id="4" creationId="{040F4069-BBF7-4330-8688-3745A42D9812}"/>
          </ac:spMkLst>
        </pc:spChg>
        <pc:spChg chg="del">
          <ac:chgData name="Jean-Louis SCOTTO-DI-QUAQUERO" userId="5b7c4864-d3b3-4c12-a33e-5ea7a2094109" providerId="ADAL" clId="{22D5903A-4F66-432F-99F6-F40130E16CED}" dt="2020-11-19T17:25:35.284" v="11187" actId="478"/>
          <ac:spMkLst>
            <pc:docMk/>
            <pc:sldMk cId="1383808336" sldId="504"/>
            <ac:spMk id="5" creationId="{973E4EED-B46D-4C4E-BC6F-79A4CB2524BB}"/>
          </ac:spMkLst>
        </pc:spChg>
        <pc:spChg chg="mod">
          <ac:chgData name="Jean-Louis SCOTTO-DI-QUAQUERO" userId="5b7c4864-d3b3-4c12-a33e-5ea7a2094109" providerId="ADAL" clId="{22D5903A-4F66-432F-99F6-F40130E16CED}" dt="2020-11-19T17:25:30.143" v="11185" actId="1076"/>
          <ac:spMkLst>
            <pc:docMk/>
            <pc:sldMk cId="1383808336" sldId="504"/>
            <ac:spMk id="6" creationId="{AD04AE15-9C90-4ADB-B8C5-B55972C0C06C}"/>
          </ac:spMkLst>
        </pc:spChg>
        <pc:picChg chg="mod">
          <ac:chgData name="Jean-Louis SCOTTO-DI-QUAQUERO" userId="5b7c4864-d3b3-4c12-a33e-5ea7a2094109" providerId="ADAL" clId="{22D5903A-4F66-432F-99F6-F40130E16CED}" dt="2020-11-19T17:25:32.165" v="11186" actId="1035"/>
          <ac:picMkLst>
            <pc:docMk/>
            <pc:sldMk cId="1383808336" sldId="504"/>
            <ac:picMk id="2050" creationId="{436D60F4-E4EE-47CC-A94D-60F85D12998F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7:12:35.653" v="11093" actId="2696"/>
        <pc:sldMkLst>
          <pc:docMk/>
          <pc:sldMk cId="3978144365" sldId="508"/>
        </pc:sldMkLst>
      </pc:sldChg>
      <pc:sldChg chg="del">
        <pc:chgData name="Jean-Louis SCOTTO-DI-QUAQUERO" userId="5b7c4864-d3b3-4c12-a33e-5ea7a2094109" providerId="ADAL" clId="{22D5903A-4F66-432F-99F6-F40130E16CED}" dt="2020-11-19T12:51:01.815" v="5580" actId="2696"/>
        <pc:sldMkLst>
          <pc:docMk/>
          <pc:sldMk cId="2221976797" sldId="509"/>
        </pc:sldMkLst>
      </pc:sldChg>
      <pc:sldChg chg="del">
        <pc:chgData name="Jean-Louis SCOTTO-DI-QUAQUERO" userId="5b7c4864-d3b3-4c12-a33e-5ea7a2094109" providerId="ADAL" clId="{22D5903A-4F66-432F-99F6-F40130E16CED}" dt="2020-11-19T12:51:35.411" v="5593" actId="2696"/>
        <pc:sldMkLst>
          <pc:docMk/>
          <pc:sldMk cId="1387195995" sldId="510"/>
        </pc:sldMkLst>
      </pc:sldChg>
      <pc:sldChg chg="delSp del">
        <pc:chgData name="Jean-Louis SCOTTO-DI-QUAQUERO" userId="5b7c4864-d3b3-4c12-a33e-5ea7a2094109" providerId="ADAL" clId="{22D5903A-4F66-432F-99F6-F40130E16CED}" dt="2020-11-19T12:58:11.117" v="5811" actId="2696"/>
        <pc:sldMkLst>
          <pc:docMk/>
          <pc:sldMk cId="2343089695" sldId="511"/>
        </pc:sldMkLst>
        <pc:picChg chg="del">
          <ac:chgData name="Jean-Louis SCOTTO-DI-QUAQUERO" userId="5b7c4864-d3b3-4c12-a33e-5ea7a2094109" providerId="ADAL" clId="{22D5903A-4F66-432F-99F6-F40130E16CED}" dt="2020-11-19T12:55:55.520" v="5735"/>
          <ac:picMkLst>
            <pc:docMk/>
            <pc:sldMk cId="2343089695" sldId="511"/>
            <ac:picMk id="3080" creationId="{E09C3493-114A-4253-B2D8-779E3235C913}"/>
          </ac:picMkLst>
        </pc:picChg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2338646425" sldId="512"/>
        </pc:sldMkLst>
      </pc:sldChg>
      <pc:sldChg chg="modSp del">
        <pc:chgData name="Jean-Louis SCOTTO-DI-QUAQUERO" userId="5b7c4864-d3b3-4c12-a33e-5ea7a2094109" providerId="ADAL" clId="{22D5903A-4F66-432F-99F6-F40130E16CED}" dt="2020-11-19T13:09:06.794" v="6329" actId="2696"/>
        <pc:sldMkLst>
          <pc:docMk/>
          <pc:sldMk cId="3150106455" sldId="512"/>
        </pc:sldMkLst>
        <pc:picChg chg="mod">
          <ac:chgData name="Jean-Louis SCOTTO-DI-QUAQUERO" userId="5b7c4864-d3b3-4c12-a33e-5ea7a2094109" providerId="ADAL" clId="{22D5903A-4F66-432F-99F6-F40130E16CED}" dt="2020-11-19T13:07:51.891" v="6306" actId="1076"/>
          <ac:picMkLst>
            <pc:docMk/>
            <pc:sldMk cId="3150106455" sldId="512"/>
            <ac:picMk id="4" creationId="{EF41E9B4-CCF4-4983-BC40-74CF47C6E421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3:29:09.857" v="6946" actId="2696"/>
        <pc:sldMkLst>
          <pc:docMk/>
          <pc:sldMk cId="1299916330" sldId="514"/>
        </pc:sldMkLst>
      </pc:sldChg>
      <pc:sldChg chg="modSp del">
        <pc:chgData name="Jean-Louis SCOTTO-DI-QUAQUERO" userId="5b7c4864-d3b3-4c12-a33e-5ea7a2094109" providerId="ADAL" clId="{22D5903A-4F66-432F-99F6-F40130E16CED}" dt="2020-11-19T14:13:54.932" v="9164" actId="2696"/>
        <pc:sldMkLst>
          <pc:docMk/>
          <pc:sldMk cId="1555738889" sldId="515"/>
        </pc:sldMkLst>
        <pc:picChg chg="mod">
          <ac:chgData name="Jean-Louis SCOTTO-DI-QUAQUERO" userId="5b7c4864-d3b3-4c12-a33e-5ea7a2094109" providerId="ADAL" clId="{22D5903A-4F66-432F-99F6-F40130E16CED}" dt="2020-11-19T14:08:22.655" v="9115" actId="1076"/>
          <ac:picMkLst>
            <pc:docMk/>
            <pc:sldMk cId="1555738889" sldId="515"/>
            <ac:picMk id="6" creationId="{FFC7E246-F057-4FF6-8077-7C80BC808E11}"/>
          </ac:picMkLst>
        </pc:picChg>
      </pc:sldChg>
      <pc:sldChg chg="addSp delSp modSp">
        <pc:chgData name="Jean-Louis SCOTTO-DI-QUAQUERO" userId="5b7c4864-d3b3-4c12-a33e-5ea7a2094109" providerId="ADAL" clId="{22D5903A-4F66-432F-99F6-F40130E16CED}" dt="2020-11-19T13:43:57.740" v="8081" actId="20577"/>
        <pc:sldMkLst>
          <pc:docMk/>
          <pc:sldMk cId="185249087" sldId="516"/>
        </pc:sldMkLst>
        <pc:spChg chg="mod">
          <ac:chgData name="Jean-Louis SCOTTO-DI-QUAQUERO" userId="5b7c4864-d3b3-4c12-a33e-5ea7a2094109" providerId="ADAL" clId="{22D5903A-4F66-432F-99F6-F40130E16CED}" dt="2020-11-19T13:30:57.160" v="6976" actId="313"/>
          <ac:spMkLst>
            <pc:docMk/>
            <pc:sldMk cId="185249087" sldId="516"/>
            <ac:spMk id="4" creationId="{7E578A9A-BD3E-44A9-80D7-385EB4C3640E}"/>
          </ac:spMkLst>
        </pc:spChg>
        <pc:spChg chg="del mod">
          <ac:chgData name="Jean-Louis SCOTTO-DI-QUAQUERO" userId="5b7c4864-d3b3-4c12-a33e-5ea7a2094109" providerId="ADAL" clId="{22D5903A-4F66-432F-99F6-F40130E16CED}" dt="2020-11-19T13:31:16.684" v="7009" actId="478"/>
          <ac:spMkLst>
            <pc:docMk/>
            <pc:sldMk cId="185249087" sldId="516"/>
            <ac:spMk id="5" creationId="{E33A3452-785F-4EAD-A29E-853230DD466E}"/>
          </ac:spMkLst>
        </pc:spChg>
        <pc:spChg chg="del mod">
          <ac:chgData name="Jean-Louis SCOTTO-DI-QUAQUERO" userId="5b7c4864-d3b3-4c12-a33e-5ea7a2094109" providerId="ADAL" clId="{22D5903A-4F66-432F-99F6-F40130E16CED}" dt="2020-11-19T13:32:27.510" v="7199" actId="478"/>
          <ac:spMkLst>
            <pc:docMk/>
            <pc:sldMk cId="185249087" sldId="516"/>
            <ac:spMk id="7" creationId="{20C3BDBC-6596-4E92-BD70-D1A6B7539F98}"/>
          </ac:spMkLst>
        </pc:spChg>
        <pc:spChg chg="add mod">
          <ac:chgData name="Jean-Louis SCOTTO-DI-QUAQUERO" userId="5b7c4864-d3b3-4c12-a33e-5ea7a2094109" providerId="ADAL" clId="{22D5903A-4F66-432F-99F6-F40130E16CED}" dt="2020-11-19T13:42:41.231" v="7911" actId="20577"/>
          <ac:spMkLst>
            <pc:docMk/>
            <pc:sldMk cId="185249087" sldId="516"/>
            <ac:spMk id="9" creationId="{B7474AA6-B191-481E-BE47-8C9AC57F33B1}"/>
          </ac:spMkLst>
        </pc:spChg>
        <pc:spChg chg="add mod">
          <ac:chgData name="Jean-Louis SCOTTO-DI-QUAQUERO" userId="5b7c4864-d3b3-4c12-a33e-5ea7a2094109" providerId="ADAL" clId="{22D5903A-4F66-432F-99F6-F40130E16CED}" dt="2020-11-19T13:43:57.740" v="8081" actId="20577"/>
          <ac:spMkLst>
            <pc:docMk/>
            <pc:sldMk cId="185249087" sldId="516"/>
            <ac:spMk id="10" creationId="{30109778-7DE3-4D88-BFFD-F5677987ACDD}"/>
          </ac:spMkLst>
        </pc:spChg>
        <pc:picChg chg="mod ord modCrop">
          <ac:chgData name="Jean-Louis SCOTTO-DI-QUAQUERO" userId="5b7c4864-d3b3-4c12-a33e-5ea7a2094109" providerId="ADAL" clId="{22D5903A-4F66-432F-99F6-F40130E16CED}" dt="2020-11-19T13:42:09.036" v="7863" actId="1076"/>
          <ac:picMkLst>
            <pc:docMk/>
            <pc:sldMk cId="185249087" sldId="516"/>
            <ac:picMk id="6" creationId="{4F9C3247-9FB1-4784-A2E4-40061AA4589F}"/>
          </ac:picMkLst>
        </pc:picChg>
      </pc:sldChg>
      <pc:sldChg chg="modSp ord">
        <pc:chgData name="Jean-Louis SCOTTO-DI-QUAQUERO" userId="5b7c4864-d3b3-4c12-a33e-5ea7a2094109" providerId="ADAL" clId="{22D5903A-4F66-432F-99F6-F40130E16CED}" dt="2020-11-19T13:52:29.995" v="8203" actId="20577"/>
        <pc:sldMkLst>
          <pc:docMk/>
          <pc:sldMk cId="1048736069" sldId="517"/>
        </pc:sldMkLst>
        <pc:spChg chg="mod">
          <ac:chgData name="Jean-Louis SCOTTO-DI-QUAQUERO" userId="5b7c4864-d3b3-4c12-a33e-5ea7a2094109" providerId="ADAL" clId="{22D5903A-4F66-432F-99F6-F40130E16CED}" dt="2020-11-19T13:52:29.995" v="8203" actId="20577"/>
          <ac:spMkLst>
            <pc:docMk/>
            <pc:sldMk cId="1048736069" sldId="517"/>
            <ac:spMk id="4" creationId="{459D0ED1-819C-4A0C-90EA-C321E0132EDE}"/>
          </ac:spMkLst>
        </pc:spChg>
        <pc:spChg chg="mod">
          <ac:chgData name="Jean-Louis SCOTTO-DI-QUAQUERO" userId="5b7c4864-d3b3-4c12-a33e-5ea7a2094109" providerId="ADAL" clId="{22D5903A-4F66-432F-99F6-F40130E16CED}" dt="2020-11-19T13:39:14.096" v="7640" actId="1076"/>
          <ac:spMkLst>
            <pc:docMk/>
            <pc:sldMk cId="1048736069" sldId="517"/>
            <ac:spMk id="5" creationId="{BD5F5566-B1A4-4138-9E37-70A29F58265F}"/>
          </ac:spMkLst>
        </pc:spChg>
        <pc:picChg chg="mod modCrop">
          <ac:chgData name="Jean-Louis SCOTTO-DI-QUAQUERO" userId="5b7c4864-d3b3-4c12-a33e-5ea7a2094109" providerId="ADAL" clId="{22D5903A-4F66-432F-99F6-F40130E16CED}" dt="2020-11-19T13:38:48.221" v="7628" actId="732"/>
          <ac:picMkLst>
            <pc:docMk/>
            <pc:sldMk cId="1048736069" sldId="517"/>
            <ac:picMk id="6" creationId="{71F064DF-ABF8-41C3-9997-85A7EE9CFEBF}"/>
          </ac:picMkLst>
        </pc:picChg>
        <pc:picChg chg="mod">
          <ac:chgData name="Jean-Louis SCOTTO-DI-QUAQUERO" userId="5b7c4864-d3b3-4c12-a33e-5ea7a2094109" providerId="ADAL" clId="{22D5903A-4F66-432F-99F6-F40130E16CED}" dt="2020-11-19T13:38:30.030" v="7627" actId="1076"/>
          <ac:picMkLst>
            <pc:docMk/>
            <pc:sldMk cId="1048736069" sldId="517"/>
            <ac:picMk id="7" creationId="{E64FC9D2-B252-44D4-82CB-37BB46BFBFC4}"/>
          </ac:picMkLst>
        </pc:picChg>
      </pc:sldChg>
      <pc:sldChg chg="modSp ord">
        <pc:chgData name="Jean-Louis SCOTTO-DI-QUAQUERO" userId="5b7c4864-d3b3-4c12-a33e-5ea7a2094109" providerId="ADAL" clId="{22D5903A-4F66-432F-99F6-F40130E16CED}" dt="2020-11-19T13:53:11.793" v="8244" actId="20577"/>
        <pc:sldMkLst>
          <pc:docMk/>
          <pc:sldMk cId="2559486382" sldId="518"/>
        </pc:sldMkLst>
        <pc:spChg chg="mod">
          <ac:chgData name="Jean-Louis SCOTTO-DI-QUAQUERO" userId="5b7c4864-d3b3-4c12-a33e-5ea7a2094109" providerId="ADAL" clId="{22D5903A-4F66-432F-99F6-F40130E16CED}" dt="2020-11-19T13:53:11.793" v="8244" actId="20577"/>
          <ac:spMkLst>
            <pc:docMk/>
            <pc:sldMk cId="2559486382" sldId="518"/>
            <ac:spMk id="4" creationId="{9DAEAD17-F86E-422D-B91D-622ABD22CB5D}"/>
          </ac:spMkLst>
        </pc:spChg>
        <pc:spChg chg="mod">
          <ac:chgData name="Jean-Louis SCOTTO-DI-QUAQUERO" userId="5b7c4864-d3b3-4c12-a33e-5ea7a2094109" providerId="ADAL" clId="{22D5903A-4F66-432F-99F6-F40130E16CED}" dt="2020-11-19T13:49:50.626" v="8097" actId="1076"/>
          <ac:spMkLst>
            <pc:docMk/>
            <pc:sldMk cId="2559486382" sldId="518"/>
            <ac:spMk id="5" creationId="{EB6E145F-DCD7-4545-9BDC-11BB5DDE4E20}"/>
          </ac:spMkLst>
        </pc:spChg>
        <pc:picChg chg="mod">
          <ac:chgData name="Jean-Louis SCOTTO-DI-QUAQUERO" userId="5b7c4864-d3b3-4c12-a33e-5ea7a2094109" providerId="ADAL" clId="{22D5903A-4F66-432F-99F6-F40130E16CED}" dt="2020-11-19T13:49:32.188" v="8089" actId="1076"/>
          <ac:picMkLst>
            <pc:docMk/>
            <pc:sldMk cId="2559486382" sldId="518"/>
            <ac:picMk id="6" creationId="{68476A4F-C913-428D-934D-40CA3C181A2E}"/>
          </ac:picMkLst>
        </pc:picChg>
      </pc:sldChg>
      <pc:sldChg chg="modSp modNotesTx">
        <pc:chgData name="Jean-Louis SCOTTO-DI-QUAQUERO" userId="5b7c4864-d3b3-4c12-a33e-5ea7a2094109" providerId="ADAL" clId="{22D5903A-4F66-432F-99F6-F40130E16CED}" dt="2020-11-19T13:56:12.202" v="8255" actId="20577"/>
        <pc:sldMkLst>
          <pc:docMk/>
          <pc:sldMk cId="1370644091" sldId="519"/>
        </pc:sldMkLst>
        <pc:spChg chg="mod">
          <ac:chgData name="Jean-Louis SCOTTO-DI-QUAQUERO" userId="5b7c4864-d3b3-4c12-a33e-5ea7a2094109" providerId="ADAL" clId="{22D5903A-4F66-432F-99F6-F40130E16CED}" dt="2020-11-19T13:55:17.346" v="8245"/>
          <ac:spMkLst>
            <pc:docMk/>
            <pc:sldMk cId="1370644091" sldId="519"/>
            <ac:spMk id="4" creationId="{7D86DD8F-DBB1-4C37-BA91-D00FA1F12CFF}"/>
          </ac:spMkLst>
        </pc:spChg>
        <pc:spChg chg="mod">
          <ac:chgData name="Jean-Louis SCOTTO-DI-QUAQUERO" userId="5b7c4864-d3b3-4c12-a33e-5ea7a2094109" providerId="ADAL" clId="{22D5903A-4F66-432F-99F6-F40130E16CED}" dt="2020-11-19T13:55:48.610" v="8254" actId="14100"/>
          <ac:spMkLst>
            <pc:docMk/>
            <pc:sldMk cId="1370644091" sldId="519"/>
            <ac:spMk id="5" creationId="{E81E1BA2-CA94-4C81-8400-3DDF759CC020}"/>
          </ac:spMkLst>
        </pc:spChg>
        <pc:picChg chg="mod">
          <ac:chgData name="Jean-Louis SCOTTO-DI-QUAQUERO" userId="5b7c4864-d3b3-4c12-a33e-5ea7a2094109" providerId="ADAL" clId="{22D5903A-4F66-432F-99F6-F40130E16CED}" dt="2020-11-19T13:55:43.023" v="8252" actId="1076"/>
          <ac:picMkLst>
            <pc:docMk/>
            <pc:sldMk cId="1370644091" sldId="519"/>
            <ac:picMk id="6" creationId="{680647D8-7FF0-44C6-A94F-E2729691B179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3:56:17.294" v="8256" actId="2696"/>
        <pc:sldMkLst>
          <pc:docMk/>
          <pc:sldMk cId="1841835654" sldId="520"/>
        </pc:sldMkLst>
      </pc:sldChg>
      <pc:sldChg chg="addSp delSp modSp">
        <pc:chgData name="Jean-Louis SCOTTO-DI-QUAQUERO" userId="5b7c4864-d3b3-4c12-a33e-5ea7a2094109" providerId="ADAL" clId="{22D5903A-4F66-432F-99F6-F40130E16CED}" dt="2020-11-19T14:06:28.250" v="9101" actId="1076"/>
        <pc:sldMkLst>
          <pc:docMk/>
          <pc:sldMk cId="5807085" sldId="521"/>
        </pc:sldMkLst>
        <pc:spChg chg="del">
          <ac:chgData name="Jean-Louis SCOTTO-DI-QUAQUERO" userId="5b7c4864-d3b3-4c12-a33e-5ea7a2094109" providerId="ADAL" clId="{22D5903A-4F66-432F-99F6-F40130E16CED}" dt="2020-11-19T13:59:20.220" v="8350" actId="478"/>
          <ac:spMkLst>
            <pc:docMk/>
            <pc:sldMk cId="5807085" sldId="521"/>
            <ac:spMk id="5" creationId="{83F95D3B-1DDA-4CE1-8503-A1EACEEF5FE1}"/>
          </ac:spMkLst>
        </pc:spChg>
        <pc:spChg chg="mod">
          <ac:chgData name="Jean-Louis SCOTTO-DI-QUAQUERO" userId="5b7c4864-d3b3-4c12-a33e-5ea7a2094109" providerId="ADAL" clId="{22D5903A-4F66-432F-99F6-F40130E16CED}" dt="2020-11-19T13:59:05.444" v="8349" actId="114"/>
          <ac:spMkLst>
            <pc:docMk/>
            <pc:sldMk cId="5807085" sldId="521"/>
            <ac:spMk id="7" creationId="{3E4FC1D4-2C7D-4EBA-8E32-EA1B2FF90A60}"/>
          </ac:spMkLst>
        </pc:spChg>
        <pc:spChg chg="add mod">
          <ac:chgData name="Jean-Louis SCOTTO-DI-QUAQUERO" userId="5b7c4864-d3b3-4c12-a33e-5ea7a2094109" providerId="ADAL" clId="{22D5903A-4F66-432F-99F6-F40130E16CED}" dt="2020-11-19T14:06:14.055" v="9099" actId="20577"/>
          <ac:spMkLst>
            <pc:docMk/>
            <pc:sldMk cId="5807085" sldId="521"/>
            <ac:spMk id="9" creationId="{DC1FEEBB-FA32-4DEC-A02C-526AD9E164E5}"/>
          </ac:spMkLst>
        </pc:spChg>
        <pc:spChg chg="add del">
          <ac:chgData name="Jean-Louis SCOTTO-DI-QUAQUERO" userId="5b7c4864-d3b3-4c12-a33e-5ea7a2094109" providerId="ADAL" clId="{22D5903A-4F66-432F-99F6-F40130E16CED}" dt="2020-11-19T14:00:44.382" v="8467"/>
          <ac:spMkLst>
            <pc:docMk/>
            <pc:sldMk cId="5807085" sldId="521"/>
            <ac:spMk id="10" creationId="{B534CE08-DD86-49C8-90E4-552827007290}"/>
          </ac:spMkLst>
        </pc:spChg>
        <pc:spChg chg="add del mod">
          <ac:chgData name="Jean-Louis SCOTTO-DI-QUAQUERO" userId="5b7c4864-d3b3-4c12-a33e-5ea7a2094109" providerId="ADAL" clId="{22D5903A-4F66-432F-99F6-F40130E16CED}" dt="2020-11-19T14:06:24.539" v="9100" actId="478"/>
          <ac:spMkLst>
            <pc:docMk/>
            <pc:sldMk cId="5807085" sldId="521"/>
            <ac:spMk id="11" creationId="{EFDA9BC9-D2D9-4A2F-A889-07B0652DEED6}"/>
          </ac:spMkLst>
        </pc:spChg>
        <pc:picChg chg="mod">
          <ac:chgData name="Jean-Louis SCOTTO-DI-QUAQUERO" userId="5b7c4864-d3b3-4c12-a33e-5ea7a2094109" providerId="ADAL" clId="{22D5903A-4F66-432F-99F6-F40130E16CED}" dt="2020-11-19T14:06:28.250" v="9101" actId="1076"/>
          <ac:picMkLst>
            <pc:docMk/>
            <pc:sldMk cId="5807085" sldId="521"/>
            <ac:picMk id="6" creationId="{E916B828-E723-4D16-B822-D8D52D67D9EE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3:09:06.605" v="6324" actId="2696"/>
        <pc:sldMkLst>
          <pc:docMk/>
          <pc:sldMk cId="2024434137" sldId="522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2386328224" sldId="522"/>
        </pc:sldMkLst>
      </pc:sldChg>
      <pc:sldChg chg="del">
        <pc:chgData name="Jean-Louis SCOTTO-DI-QUAQUERO" userId="5b7c4864-d3b3-4c12-a33e-5ea7a2094109" providerId="ADAL" clId="{22D5903A-4F66-432F-99F6-F40130E16CED}" dt="2020-11-19T13:09:06.637" v="6325" actId="2696"/>
        <pc:sldMkLst>
          <pc:docMk/>
          <pc:sldMk cId="1229129162" sldId="523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3391648461" sldId="523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18142274" sldId="524"/>
        </pc:sldMkLst>
      </pc:sldChg>
      <pc:sldChg chg="del">
        <pc:chgData name="Jean-Louis SCOTTO-DI-QUAQUERO" userId="5b7c4864-d3b3-4c12-a33e-5ea7a2094109" providerId="ADAL" clId="{22D5903A-4F66-432F-99F6-F40130E16CED}" dt="2020-11-19T13:09:06.675" v="6326" actId="2696"/>
        <pc:sldMkLst>
          <pc:docMk/>
          <pc:sldMk cId="3422420205" sldId="524"/>
        </pc:sldMkLst>
      </pc:sldChg>
      <pc:sldChg chg="modSp del">
        <pc:chgData name="Jean-Louis SCOTTO-DI-QUAQUERO" userId="5b7c4864-d3b3-4c12-a33e-5ea7a2094109" providerId="ADAL" clId="{22D5903A-4F66-432F-99F6-F40130E16CED}" dt="2020-11-19T13:09:06.578" v="6323" actId="2696"/>
        <pc:sldMkLst>
          <pc:docMk/>
          <pc:sldMk cId="2147734783" sldId="525"/>
        </pc:sldMkLst>
        <pc:picChg chg="mod">
          <ac:chgData name="Jean-Louis SCOTTO-DI-QUAQUERO" userId="5b7c4864-d3b3-4c12-a33e-5ea7a2094109" providerId="ADAL" clId="{22D5903A-4F66-432F-99F6-F40130E16CED}" dt="2020-11-19T12:58:41.396" v="5814" actId="1076"/>
          <ac:picMkLst>
            <pc:docMk/>
            <pc:sldMk cId="2147734783" sldId="525"/>
            <ac:picMk id="5122" creationId="{E16007A3-38A5-405D-8923-23A6AFA6483D}"/>
          </ac:picMkLst>
        </pc:picChg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3792820403" sldId="525"/>
        </pc:sldMkLst>
      </pc:sldChg>
      <pc:sldChg chg="del">
        <pc:chgData name="Jean-Louis SCOTTO-DI-QUAQUERO" userId="5b7c4864-d3b3-4c12-a33e-5ea7a2094109" providerId="ADAL" clId="{22D5903A-4F66-432F-99F6-F40130E16CED}" dt="2020-11-19T13:09:06.712" v="6327" actId="2696"/>
        <pc:sldMkLst>
          <pc:docMk/>
          <pc:sldMk cId="215075079" sldId="527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2569755949" sldId="527"/>
        </pc:sldMkLst>
      </pc:sldChg>
      <pc:sldChg chg="del">
        <pc:chgData name="Jean-Louis SCOTTO-DI-QUAQUERO" userId="5b7c4864-d3b3-4c12-a33e-5ea7a2094109" providerId="ADAL" clId="{22D5903A-4F66-432F-99F6-F40130E16CED}" dt="2020-11-19T13:09:06.758" v="6328" actId="2696"/>
        <pc:sldMkLst>
          <pc:docMk/>
          <pc:sldMk cId="1945090103" sldId="528"/>
        </pc:sldMkLst>
      </pc:sldChg>
      <pc:sldChg chg="add modTransition">
        <pc:chgData name="Jean-Louis SCOTTO-DI-QUAQUERO" userId="5b7c4864-d3b3-4c12-a33e-5ea7a2094109" providerId="ADAL" clId="{22D5903A-4F66-432F-99F6-F40130E16CED}" dt="2020-11-19T13:09:16.695" v="6331"/>
        <pc:sldMkLst>
          <pc:docMk/>
          <pc:sldMk cId="2095848829" sldId="528"/>
        </pc:sldMkLst>
      </pc:sldChg>
      <pc:sldChg chg="addSp delSp modSp">
        <pc:chgData name="Jean-Louis SCOTTO-DI-QUAQUERO" userId="5b7c4864-d3b3-4c12-a33e-5ea7a2094109" providerId="ADAL" clId="{22D5903A-4F66-432F-99F6-F40130E16CED}" dt="2020-11-19T16:21:21.200" v="10432" actId="167"/>
        <pc:sldMkLst>
          <pc:docMk/>
          <pc:sldMk cId="997832779" sldId="530"/>
        </pc:sldMkLst>
        <pc:spChg chg="mod">
          <ac:chgData name="Jean-Louis SCOTTO-DI-QUAQUERO" userId="5b7c4864-d3b3-4c12-a33e-5ea7a2094109" providerId="ADAL" clId="{22D5903A-4F66-432F-99F6-F40130E16CED}" dt="2020-11-19T14:23:37.695" v="9278" actId="20577"/>
          <ac:spMkLst>
            <pc:docMk/>
            <pc:sldMk cId="997832779" sldId="530"/>
            <ac:spMk id="4" creationId="{6C3EB343-08B0-4C6D-90D3-F42BC3BEB474}"/>
          </ac:spMkLst>
        </pc:spChg>
        <pc:spChg chg="add mod">
          <ac:chgData name="Jean-Louis SCOTTO-DI-QUAQUERO" userId="5b7c4864-d3b3-4c12-a33e-5ea7a2094109" providerId="ADAL" clId="{22D5903A-4F66-432F-99F6-F40130E16CED}" dt="2020-11-19T14:23:11.940" v="9276" actId="1076"/>
          <ac:spMkLst>
            <pc:docMk/>
            <pc:sldMk cId="997832779" sldId="530"/>
            <ac:spMk id="5" creationId="{0C3B4EAF-AEDC-4294-8A83-5B4EE40631ED}"/>
          </ac:spMkLst>
        </pc:spChg>
        <pc:spChg chg="add del mod">
          <ac:chgData name="Jean-Louis SCOTTO-DI-QUAQUERO" userId="5b7c4864-d3b3-4c12-a33e-5ea7a2094109" providerId="ADAL" clId="{22D5903A-4F66-432F-99F6-F40130E16CED}" dt="2020-11-19T14:22:26.315" v="9263" actId="478"/>
          <ac:spMkLst>
            <pc:docMk/>
            <pc:sldMk cId="997832779" sldId="530"/>
            <ac:spMk id="7" creationId="{C3FDD41E-4882-4ECF-8EBF-8611CE2281A2}"/>
          </ac:spMkLst>
        </pc:spChg>
        <pc:spChg chg="add mod topLvl">
          <ac:chgData name="Jean-Louis SCOTTO-DI-QUAQUERO" userId="5b7c4864-d3b3-4c12-a33e-5ea7a2094109" providerId="ADAL" clId="{22D5903A-4F66-432F-99F6-F40130E16CED}" dt="2020-11-19T16:21:19.345" v="10431" actId="165"/>
          <ac:spMkLst>
            <pc:docMk/>
            <pc:sldMk cId="997832779" sldId="530"/>
            <ac:spMk id="8" creationId="{21C4912A-8F90-49CF-A849-C1F3089342A9}"/>
          </ac:spMkLst>
        </pc:spChg>
        <pc:spChg chg="add mod topLvl">
          <ac:chgData name="Jean-Louis SCOTTO-DI-QUAQUERO" userId="5b7c4864-d3b3-4c12-a33e-5ea7a2094109" providerId="ADAL" clId="{22D5903A-4F66-432F-99F6-F40130E16CED}" dt="2020-11-19T16:21:19.345" v="10431" actId="165"/>
          <ac:spMkLst>
            <pc:docMk/>
            <pc:sldMk cId="997832779" sldId="530"/>
            <ac:spMk id="10" creationId="{6ABDCFAA-72BB-4BE5-ACF7-2724BCADBC02}"/>
          </ac:spMkLst>
        </pc:spChg>
        <pc:grpChg chg="add del mod ord">
          <ac:chgData name="Jean-Louis SCOTTO-DI-QUAQUERO" userId="5b7c4864-d3b3-4c12-a33e-5ea7a2094109" providerId="ADAL" clId="{22D5903A-4F66-432F-99F6-F40130E16CED}" dt="2020-11-19T16:21:07.952" v="10428" actId="165"/>
          <ac:grpSpMkLst>
            <pc:docMk/>
            <pc:sldMk cId="997832779" sldId="530"/>
            <ac:grpSpMk id="9" creationId="{49877203-0423-4DBC-9770-CD5382F18F51}"/>
          </ac:grpSpMkLst>
        </pc:grpChg>
        <pc:grpChg chg="add del mod ord">
          <ac:chgData name="Jean-Louis SCOTTO-DI-QUAQUERO" userId="5b7c4864-d3b3-4c12-a33e-5ea7a2094109" providerId="ADAL" clId="{22D5903A-4F66-432F-99F6-F40130E16CED}" dt="2020-11-19T16:21:21.200" v="10432" actId="167"/>
          <ac:grpSpMkLst>
            <pc:docMk/>
            <pc:sldMk cId="997832779" sldId="530"/>
            <ac:grpSpMk id="11" creationId="{9284BDD9-8A0F-4B0C-BA92-388CF87F5C60}"/>
          </ac:grpSpMkLst>
        </pc:grpChg>
        <pc:picChg chg="mod ord topLvl">
          <ac:chgData name="Jean-Louis SCOTTO-DI-QUAQUERO" userId="5b7c4864-d3b3-4c12-a33e-5ea7a2094109" providerId="ADAL" clId="{22D5903A-4F66-432F-99F6-F40130E16CED}" dt="2020-11-19T16:21:19.345" v="10431" actId="165"/>
          <ac:picMkLst>
            <pc:docMk/>
            <pc:sldMk cId="997832779" sldId="530"/>
            <ac:picMk id="6" creationId="{375E5EFB-3344-409B-86F5-FB31D23C0224}"/>
          </ac:picMkLst>
        </pc:picChg>
      </pc:sldChg>
      <pc:sldChg chg="addSp delSp modSp">
        <pc:chgData name="Jean-Louis SCOTTO-DI-QUAQUERO" userId="5b7c4864-d3b3-4c12-a33e-5ea7a2094109" providerId="ADAL" clId="{22D5903A-4F66-432F-99F6-F40130E16CED}" dt="2020-11-24T14:10:40.298" v="12502" actId="20577"/>
        <pc:sldMkLst>
          <pc:docMk/>
          <pc:sldMk cId="711206993" sldId="531"/>
        </pc:sldMkLst>
        <pc:spChg chg="mod">
          <ac:chgData name="Jean-Louis SCOTTO-DI-QUAQUERO" userId="5b7c4864-d3b3-4c12-a33e-5ea7a2094109" providerId="ADAL" clId="{22D5903A-4F66-432F-99F6-F40130E16CED}" dt="2020-11-19T14:35:42.339" v="9715" actId="20577"/>
          <ac:spMkLst>
            <pc:docMk/>
            <pc:sldMk cId="711206993" sldId="531"/>
            <ac:spMk id="4" creationId="{3A676B17-2D70-4004-9C6A-49DA90ADE3E7}"/>
          </ac:spMkLst>
        </pc:spChg>
        <pc:spChg chg="add mod">
          <ac:chgData name="Jean-Louis SCOTTO-DI-QUAQUERO" userId="5b7c4864-d3b3-4c12-a33e-5ea7a2094109" providerId="ADAL" clId="{22D5903A-4F66-432F-99F6-F40130E16CED}" dt="2020-11-23T15:48:58.402" v="12049" actId="15"/>
          <ac:spMkLst>
            <pc:docMk/>
            <pc:sldMk cId="711206993" sldId="531"/>
            <ac:spMk id="5" creationId="{7F2F0045-2536-48D3-A6EC-FAF468C35F07}"/>
          </ac:spMkLst>
        </pc:spChg>
        <pc:spChg chg="add del mod">
          <ac:chgData name="Jean-Louis SCOTTO-DI-QUAQUERO" userId="5b7c4864-d3b3-4c12-a33e-5ea7a2094109" providerId="ADAL" clId="{22D5903A-4F66-432F-99F6-F40130E16CED}" dt="2020-11-19T14:27:43.021" v="9282"/>
          <ac:spMkLst>
            <pc:docMk/>
            <pc:sldMk cId="711206993" sldId="531"/>
            <ac:spMk id="7" creationId="{14E18DAA-A8C6-48A0-ACC6-96197054F095}"/>
          </ac:spMkLst>
        </pc:spChg>
        <pc:spChg chg="add del mod">
          <ac:chgData name="Jean-Louis SCOTTO-DI-QUAQUERO" userId="5b7c4864-d3b3-4c12-a33e-5ea7a2094109" providerId="ADAL" clId="{22D5903A-4F66-432F-99F6-F40130E16CED}" dt="2020-11-19T14:29:48.420" v="9526" actId="478"/>
          <ac:spMkLst>
            <pc:docMk/>
            <pc:sldMk cId="711206993" sldId="531"/>
            <ac:spMk id="9" creationId="{1329DC2C-CB2A-4DA1-9767-7A6A8BD49CDA}"/>
          </ac:spMkLst>
        </pc:spChg>
        <pc:spChg chg="add mod">
          <ac:chgData name="Jean-Louis SCOTTO-DI-QUAQUERO" userId="5b7c4864-d3b3-4c12-a33e-5ea7a2094109" providerId="ADAL" clId="{22D5903A-4F66-432F-99F6-F40130E16CED}" dt="2020-11-23T15:48:43.479" v="12041" actId="1076"/>
          <ac:spMkLst>
            <pc:docMk/>
            <pc:sldMk cId="711206993" sldId="531"/>
            <ac:spMk id="10" creationId="{25958AA7-6D93-41A6-AFC4-5247166EBD0A}"/>
          </ac:spMkLst>
        </pc:spChg>
        <pc:spChg chg="add mod">
          <ac:chgData name="Jean-Louis SCOTTO-DI-QUAQUERO" userId="5b7c4864-d3b3-4c12-a33e-5ea7a2094109" providerId="ADAL" clId="{22D5903A-4F66-432F-99F6-F40130E16CED}" dt="2020-11-19T14:41:00.607" v="9839" actId="164"/>
          <ac:spMkLst>
            <pc:docMk/>
            <pc:sldMk cId="711206993" sldId="531"/>
            <ac:spMk id="21" creationId="{1E3FD352-8A90-4708-932B-4B67F224B043}"/>
          </ac:spMkLst>
        </pc:spChg>
        <pc:spChg chg="add mod">
          <ac:chgData name="Jean-Louis SCOTTO-DI-QUAQUERO" userId="5b7c4864-d3b3-4c12-a33e-5ea7a2094109" providerId="ADAL" clId="{22D5903A-4F66-432F-99F6-F40130E16CED}" dt="2020-11-19T14:41:00.607" v="9839" actId="164"/>
          <ac:spMkLst>
            <pc:docMk/>
            <pc:sldMk cId="711206993" sldId="531"/>
            <ac:spMk id="25" creationId="{24E7759F-212B-44BE-9389-6DED2F9AA12A}"/>
          </ac:spMkLst>
        </pc:spChg>
        <pc:spChg chg="add mod">
          <ac:chgData name="Jean-Louis SCOTTO-DI-QUAQUERO" userId="5b7c4864-d3b3-4c12-a33e-5ea7a2094109" providerId="ADAL" clId="{22D5903A-4F66-432F-99F6-F40130E16CED}" dt="2020-11-19T14:41:00.607" v="9839" actId="164"/>
          <ac:spMkLst>
            <pc:docMk/>
            <pc:sldMk cId="711206993" sldId="531"/>
            <ac:spMk id="26" creationId="{60937E06-0322-4467-ADB8-56182AF2B73D}"/>
          </ac:spMkLst>
        </pc:spChg>
        <pc:grpChg chg="add mod">
          <ac:chgData name="Jean-Louis SCOTTO-DI-QUAQUERO" userId="5b7c4864-d3b3-4c12-a33e-5ea7a2094109" providerId="ADAL" clId="{22D5903A-4F66-432F-99F6-F40130E16CED}" dt="2020-11-19T14:41:00.607" v="9839" actId="164"/>
          <ac:grpSpMkLst>
            <pc:docMk/>
            <pc:sldMk cId="711206993" sldId="531"/>
            <ac:grpSpMk id="30" creationId="{2AFDE89E-2179-4986-95D8-3A8CC79DF11A}"/>
          </ac:grpSpMkLst>
        </pc:grpChg>
        <pc:graphicFrameChg chg="mod modGraphic">
          <ac:chgData name="Jean-Louis SCOTTO-DI-QUAQUERO" userId="5b7c4864-d3b3-4c12-a33e-5ea7a2094109" providerId="ADAL" clId="{22D5903A-4F66-432F-99F6-F40130E16CED}" dt="2020-11-24T14:10:40.298" v="12502" actId="20577"/>
          <ac:graphicFrameMkLst>
            <pc:docMk/>
            <pc:sldMk cId="711206993" sldId="531"/>
            <ac:graphicFrameMk id="8" creationId="{FC94FFB4-132A-4113-B7C3-9EC848F4D38D}"/>
          </ac:graphicFrameMkLst>
        </pc:graphicFrameChg>
        <pc:picChg chg="add mod">
          <ac:chgData name="Jean-Louis SCOTTO-DI-QUAQUERO" userId="5b7c4864-d3b3-4c12-a33e-5ea7a2094109" providerId="ADAL" clId="{22D5903A-4F66-432F-99F6-F40130E16CED}" dt="2020-11-19T14:41:00.607" v="9839" actId="164"/>
          <ac:picMkLst>
            <pc:docMk/>
            <pc:sldMk cId="711206993" sldId="531"/>
            <ac:picMk id="6" creationId="{C5D4C467-1329-4410-BCDA-B51359B84FB0}"/>
          </ac:picMkLst>
        </pc:picChg>
        <pc:picChg chg="add mod modCrop">
          <ac:chgData name="Jean-Louis SCOTTO-DI-QUAQUERO" userId="5b7c4864-d3b3-4c12-a33e-5ea7a2094109" providerId="ADAL" clId="{22D5903A-4F66-432F-99F6-F40130E16CED}" dt="2020-11-23T15:49:06.896" v="12052" actId="1076"/>
          <ac:picMkLst>
            <pc:docMk/>
            <pc:sldMk cId="711206993" sldId="531"/>
            <ac:picMk id="7" creationId="{287181FE-5028-453E-B91E-82E4DCE22DC7}"/>
          </ac:picMkLst>
        </pc:picChg>
        <pc:picChg chg="add del">
          <ac:chgData name="Jean-Louis SCOTTO-DI-QUAQUERO" userId="5b7c4864-d3b3-4c12-a33e-5ea7a2094109" providerId="ADAL" clId="{22D5903A-4F66-432F-99F6-F40130E16CED}" dt="2020-11-23T15:48:14.546" v="12034"/>
          <ac:picMkLst>
            <pc:docMk/>
            <pc:sldMk cId="711206993" sldId="531"/>
            <ac:picMk id="16" creationId="{F50A0790-66E0-45BC-812C-F8F891C91317}"/>
          </ac:picMkLst>
        </pc:picChg>
        <pc:cxnChg chg="add mod">
          <ac:chgData name="Jean-Louis SCOTTO-DI-QUAQUERO" userId="5b7c4864-d3b3-4c12-a33e-5ea7a2094109" providerId="ADAL" clId="{22D5903A-4F66-432F-99F6-F40130E16CED}" dt="2020-11-23T15:48:47.525" v="12042" actId="14100"/>
          <ac:cxnSpMkLst>
            <pc:docMk/>
            <pc:sldMk cId="711206993" sldId="531"/>
            <ac:cxnSpMk id="12" creationId="{22A8A828-4ED6-4FF3-AAFF-793EFF462F69}"/>
          </ac:cxnSpMkLst>
        </pc:cxnChg>
        <pc:cxnChg chg="add mod">
          <ac:chgData name="Jean-Louis SCOTTO-DI-QUAQUERO" userId="5b7c4864-d3b3-4c12-a33e-5ea7a2094109" providerId="ADAL" clId="{22D5903A-4F66-432F-99F6-F40130E16CED}" dt="2020-11-23T15:48:50.726" v="12043" actId="14100"/>
          <ac:cxnSpMkLst>
            <pc:docMk/>
            <pc:sldMk cId="711206993" sldId="531"/>
            <ac:cxnSpMk id="15" creationId="{953EF77B-CB22-47D4-978A-E49D9973C383}"/>
          </ac:cxnSpMkLst>
        </pc:cxnChg>
        <pc:cxnChg chg="add mod">
          <ac:chgData name="Jean-Louis SCOTTO-DI-QUAQUERO" userId="5b7c4864-d3b3-4c12-a33e-5ea7a2094109" providerId="ADAL" clId="{22D5903A-4F66-432F-99F6-F40130E16CED}" dt="2020-11-23T15:48:52.933" v="12044" actId="14100"/>
          <ac:cxnSpMkLst>
            <pc:docMk/>
            <pc:sldMk cId="711206993" sldId="531"/>
            <ac:cxnSpMk id="18" creationId="{7EA33BE1-CE10-46C2-B60B-887C552D92E1}"/>
          </ac:cxnSpMkLst>
        </pc:cxnChg>
      </pc:sldChg>
      <pc:sldChg chg="addSp delSp modSp ord">
        <pc:chgData name="Jean-Louis SCOTTO-DI-QUAQUERO" userId="5b7c4864-d3b3-4c12-a33e-5ea7a2094109" providerId="ADAL" clId="{22D5903A-4F66-432F-99F6-F40130E16CED}" dt="2020-11-19T13:30:50.002" v="6975" actId="1076"/>
        <pc:sldMkLst>
          <pc:docMk/>
          <pc:sldMk cId="3620096711" sldId="532"/>
        </pc:sldMkLst>
        <pc:spChg chg="mod">
          <ac:chgData name="Jean-Louis SCOTTO-DI-QUAQUERO" userId="5b7c4864-d3b3-4c12-a33e-5ea7a2094109" providerId="ADAL" clId="{22D5903A-4F66-432F-99F6-F40130E16CED}" dt="2020-11-19T13:28:12.489" v="6943" actId="20577"/>
          <ac:spMkLst>
            <pc:docMk/>
            <pc:sldMk cId="3620096711" sldId="532"/>
            <ac:spMk id="4" creationId="{20F0605E-8CBF-40DC-9012-B6388DCB3AC4}"/>
          </ac:spMkLst>
        </pc:spChg>
        <pc:spChg chg="del">
          <ac:chgData name="Jean-Louis SCOTTO-DI-QUAQUERO" userId="5b7c4864-d3b3-4c12-a33e-5ea7a2094109" providerId="ADAL" clId="{22D5903A-4F66-432F-99F6-F40130E16CED}" dt="2020-11-19T13:26:43.645" v="6828" actId="478"/>
          <ac:spMkLst>
            <pc:docMk/>
            <pc:sldMk cId="3620096711" sldId="532"/>
            <ac:spMk id="5" creationId="{8D881F2F-F7AE-4DE0-825B-C6246F4EAD3F}"/>
          </ac:spMkLst>
        </pc:spChg>
        <pc:spChg chg="mod">
          <ac:chgData name="Jean-Louis SCOTTO-DI-QUAQUERO" userId="5b7c4864-d3b3-4c12-a33e-5ea7a2094109" providerId="ADAL" clId="{22D5903A-4F66-432F-99F6-F40130E16CED}" dt="2020-11-19T13:30:34.071" v="6971" actId="164"/>
          <ac:spMkLst>
            <pc:docMk/>
            <pc:sldMk cId="3620096711" sldId="532"/>
            <ac:spMk id="7" creationId="{8D1CDFCD-C8B3-4F07-9C96-64245397BCFB}"/>
          </ac:spMkLst>
        </pc:spChg>
        <pc:grpChg chg="add mod">
          <ac:chgData name="Jean-Louis SCOTTO-DI-QUAQUERO" userId="5b7c4864-d3b3-4c12-a33e-5ea7a2094109" providerId="ADAL" clId="{22D5903A-4F66-432F-99F6-F40130E16CED}" dt="2020-11-19T13:30:50.002" v="6975" actId="1076"/>
          <ac:grpSpMkLst>
            <pc:docMk/>
            <pc:sldMk cId="3620096711" sldId="532"/>
            <ac:grpSpMk id="8" creationId="{FDDAE885-BEFE-4BAF-956D-14213F03350D}"/>
          </ac:grpSpMkLst>
        </pc:grpChg>
        <pc:picChg chg="mod ord modCrop">
          <ac:chgData name="Jean-Louis SCOTTO-DI-QUAQUERO" userId="5b7c4864-d3b3-4c12-a33e-5ea7a2094109" providerId="ADAL" clId="{22D5903A-4F66-432F-99F6-F40130E16CED}" dt="2020-11-19T13:30:34.071" v="6971" actId="164"/>
          <ac:picMkLst>
            <pc:docMk/>
            <pc:sldMk cId="3620096711" sldId="532"/>
            <ac:picMk id="6" creationId="{9351FFEB-7097-455D-BC5C-37995F3AB9C7}"/>
          </ac:picMkLst>
        </pc:picChg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2305328957" sldId="535"/>
        </pc:sldMkLst>
      </pc:sldChg>
      <pc:sldChg chg="del">
        <pc:chgData name="Jean-Louis SCOTTO-DI-QUAQUERO" userId="5b7c4864-d3b3-4c12-a33e-5ea7a2094109" providerId="ADAL" clId="{22D5903A-4F66-432F-99F6-F40130E16CED}" dt="2020-11-19T17:12:12.084" v="11086" actId="2696"/>
        <pc:sldMkLst>
          <pc:docMk/>
          <pc:sldMk cId="3754566306" sldId="535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55178631" sldId="536"/>
        </pc:sldMkLst>
      </pc:sldChg>
      <pc:sldChg chg="del">
        <pc:chgData name="Jean-Louis SCOTTO-DI-QUAQUERO" userId="5b7c4864-d3b3-4c12-a33e-5ea7a2094109" providerId="ADAL" clId="{22D5903A-4F66-432F-99F6-F40130E16CED}" dt="2020-11-19T17:12:12.120" v="11091" actId="2696"/>
        <pc:sldMkLst>
          <pc:docMk/>
          <pc:sldMk cId="3685045896" sldId="536"/>
        </pc:sldMkLst>
      </pc:sldChg>
      <pc:sldChg chg="del">
        <pc:chgData name="Jean-Louis SCOTTO-DI-QUAQUERO" userId="5b7c4864-d3b3-4c12-a33e-5ea7a2094109" providerId="ADAL" clId="{22D5903A-4F66-432F-99F6-F40130E16CED}" dt="2020-11-19T17:12:12.068" v="11085" actId="2696"/>
        <pc:sldMkLst>
          <pc:docMk/>
          <pc:sldMk cId="342001223" sldId="537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3598721817" sldId="537"/>
        </pc:sldMkLst>
      </pc:sldChg>
      <pc:sldChg chg="addSp delSp modSp">
        <pc:chgData name="Jean-Louis SCOTTO-DI-QUAQUERO" userId="5b7c4864-d3b3-4c12-a33e-5ea7a2094109" providerId="ADAL" clId="{22D5903A-4F66-432F-99F6-F40130E16CED}" dt="2020-11-19T13:27:24.556" v="6839" actId="1076"/>
        <pc:sldMkLst>
          <pc:docMk/>
          <pc:sldMk cId="24699137" sldId="538"/>
        </pc:sldMkLst>
        <pc:spChg chg="mod">
          <ac:chgData name="Jean-Louis SCOTTO-DI-QUAQUERO" userId="5b7c4864-d3b3-4c12-a33e-5ea7a2094109" providerId="ADAL" clId="{22D5903A-4F66-432F-99F6-F40130E16CED}" dt="2020-11-19T13:23:58.022" v="6630" actId="20577"/>
          <ac:spMkLst>
            <pc:docMk/>
            <pc:sldMk cId="24699137" sldId="538"/>
            <ac:spMk id="4" creationId="{8A699083-4399-47C6-BBDD-3EB578003E27}"/>
          </ac:spMkLst>
        </pc:spChg>
        <pc:spChg chg="del">
          <ac:chgData name="Jean-Louis SCOTTO-DI-QUAQUERO" userId="5b7c4864-d3b3-4c12-a33e-5ea7a2094109" providerId="ADAL" clId="{22D5903A-4F66-432F-99F6-F40130E16CED}" dt="2020-11-19T13:15:29.259" v="6332" actId="478"/>
          <ac:spMkLst>
            <pc:docMk/>
            <pc:sldMk cId="24699137" sldId="538"/>
            <ac:spMk id="5" creationId="{B26C22EC-5941-42AD-B820-91556149C7F7}"/>
          </ac:spMkLst>
        </pc:spChg>
        <pc:spChg chg="add del mod">
          <ac:chgData name="Jean-Louis SCOTTO-DI-QUAQUERO" userId="5b7c4864-d3b3-4c12-a33e-5ea7a2094109" providerId="ADAL" clId="{22D5903A-4F66-432F-99F6-F40130E16CED}" dt="2020-11-19T13:19:15.896" v="6405"/>
          <ac:spMkLst>
            <pc:docMk/>
            <pc:sldMk cId="24699137" sldId="538"/>
            <ac:spMk id="9" creationId="{278FEF0C-3281-47CB-9720-CA9BB929D122}"/>
          </ac:spMkLst>
        </pc:spChg>
        <pc:spChg chg="add mod">
          <ac:chgData name="Jean-Louis SCOTTO-DI-QUAQUERO" userId="5b7c4864-d3b3-4c12-a33e-5ea7a2094109" providerId="ADAL" clId="{22D5903A-4F66-432F-99F6-F40130E16CED}" dt="2020-11-19T13:25:25.916" v="6825" actId="20577"/>
          <ac:spMkLst>
            <pc:docMk/>
            <pc:sldMk cId="24699137" sldId="538"/>
            <ac:spMk id="10" creationId="{08DC540C-96C9-4124-B780-52D6E106F8E4}"/>
          </ac:spMkLst>
        </pc:spChg>
        <pc:graphicFrameChg chg="del mod">
          <ac:chgData name="Jean-Louis SCOTTO-DI-QUAQUERO" userId="5b7c4864-d3b3-4c12-a33e-5ea7a2094109" providerId="ADAL" clId="{22D5903A-4F66-432F-99F6-F40130E16CED}" dt="2020-11-19T13:27:20.729" v="6837" actId="478"/>
          <ac:graphicFrameMkLst>
            <pc:docMk/>
            <pc:sldMk cId="24699137" sldId="538"/>
            <ac:graphicFrameMk id="7" creationId="{D12429CD-3A52-4977-8F0D-766A1D78B85F}"/>
          </ac:graphicFrameMkLst>
        </pc:graphicFrameChg>
        <pc:picChg chg="add mod">
          <ac:chgData name="Jean-Louis SCOTTO-DI-QUAQUERO" userId="5b7c4864-d3b3-4c12-a33e-5ea7a2094109" providerId="ADAL" clId="{22D5903A-4F66-432F-99F6-F40130E16CED}" dt="2020-11-19T13:27:24.556" v="6839" actId="1076"/>
          <ac:picMkLst>
            <pc:docMk/>
            <pc:sldMk cId="24699137" sldId="538"/>
            <ac:picMk id="6" creationId="{465E1065-A1F3-40F4-A13A-79B49413AD6A}"/>
          </ac:picMkLst>
        </pc:picChg>
        <pc:picChg chg="add mod">
          <ac:chgData name="Jean-Louis SCOTTO-DI-QUAQUERO" userId="5b7c4864-d3b3-4c12-a33e-5ea7a2094109" providerId="ADAL" clId="{22D5903A-4F66-432F-99F6-F40130E16CED}" dt="2020-11-19T13:18:12.424" v="6401" actId="1076"/>
          <ac:picMkLst>
            <pc:docMk/>
            <pc:sldMk cId="24699137" sldId="538"/>
            <ac:picMk id="8" creationId="{9E084773-0CB4-4E36-B3D6-373368108691}"/>
          </ac:picMkLst>
        </pc:picChg>
      </pc:sldChg>
      <pc:sldChg chg="modSp">
        <pc:chgData name="Jean-Louis SCOTTO-DI-QUAQUERO" userId="5b7c4864-d3b3-4c12-a33e-5ea7a2094109" providerId="ADAL" clId="{22D5903A-4F66-432F-99F6-F40130E16CED}" dt="2020-11-19T16:45:43.904" v="10885" actId="20577"/>
        <pc:sldMkLst>
          <pc:docMk/>
          <pc:sldMk cId="379059108" sldId="539"/>
        </pc:sldMkLst>
        <pc:spChg chg="mod">
          <ac:chgData name="Jean-Louis SCOTTO-DI-QUAQUERO" userId="5b7c4864-d3b3-4c12-a33e-5ea7a2094109" providerId="ADAL" clId="{22D5903A-4F66-432F-99F6-F40130E16CED}" dt="2020-11-19T16:45:43.904" v="10885" actId="20577"/>
          <ac:spMkLst>
            <pc:docMk/>
            <pc:sldMk cId="379059108" sldId="539"/>
            <ac:spMk id="2" creationId="{E2694B2C-41AA-4AA4-A949-23F1337EECA5}"/>
          </ac:spMkLst>
        </pc:spChg>
      </pc:sldChg>
      <pc:sldChg chg="addSp modSp">
        <pc:chgData name="Jean-Louis SCOTTO-DI-QUAQUERO" userId="5b7c4864-d3b3-4c12-a33e-5ea7a2094109" providerId="ADAL" clId="{22D5903A-4F66-432F-99F6-F40130E16CED}" dt="2020-11-19T16:44:22.839" v="10837" actId="1038"/>
        <pc:sldMkLst>
          <pc:docMk/>
          <pc:sldMk cId="430276311" sldId="540"/>
        </pc:sldMkLst>
        <pc:spChg chg="mod">
          <ac:chgData name="Jean-Louis SCOTTO-DI-QUAQUERO" userId="5b7c4864-d3b3-4c12-a33e-5ea7a2094109" providerId="ADAL" clId="{22D5903A-4F66-432F-99F6-F40130E16CED}" dt="2020-11-19T16:42:59.396" v="10830" actId="20577"/>
          <ac:spMkLst>
            <pc:docMk/>
            <pc:sldMk cId="430276311" sldId="540"/>
            <ac:spMk id="2" creationId="{BBCB4825-40F9-48C0-8EF3-C48691C58245}"/>
          </ac:spMkLst>
        </pc:spChg>
        <pc:spChg chg="add mod">
          <ac:chgData name="Jean-Louis SCOTTO-DI-QUAQUERO" userId="5b7c4864-d3b3-4c12-a33e-5ea7a2094109" providerId="ADAL" clId="{22D5903A-4F66-432F-99F6-F40130E16CED}" dt="2020-11-19T16:42:27.792" v="10812" actId="164"/>
          <ac:spMkLst>
            <pc:docMk/>
            <pc:sldMk cId="430276311" sldId="540"/>
            <ac:spMk id="4" creationId="{13A0BDF5-6545-4045-8534-79C8B663660B}"/>
          </ac:spMkLst>
        </pc:spChg>
        <pc:grpChg chg="add mod">
          <ac:chgData name="Jean-Louis SCOTTO-DI-QUAQUERO" userId="5b7c4864-d3b3-4c12-a33e-5ea7a2094109" providerId="ADAL" clId="{22D5903A-4F66-432F-99F6-F40130E16CED}" dt="2020-11-19T16:44:22.839" v="10837" actId="1038"/>
          <ac:grpSpMkLst>
            <pc:docMk/>
            <pc:sldMk cId="430276311" sldId="540"/>
            <ac:grpSpMk id="5" creationId="{471F9CCB-FFE7-4B35-81DE-419FCB8A90A0}"/>
          </ac:grpSpMkLst>
        </pc:grpChg>
        <pc:picChg chg="add mod modCrop">
          <ac:chgData name="Jean-Louis SCOTTO-DI-QUAQUERO" userId="5b7c4864-d3b3-4c12-a33e-5ea7a2094109" providerId="ADAL" clId="{22D5903A-4F66-432F-99F6-F40130E16CED}" dt="2020-11-19T16:42:27.792" v="10812" actId="164"/>
          <ac:picMkLst>
            <pc:docMk/>
            <pc:sldMk cId="430276311" sldId="540"/>
            <ac:picMk id="3" creationId="{15EA5A35-16FA-421A-BDBB-AC4BB22EEA94}"/>
          </ac:picMkLst>
        </pc:picChg>
      </pc:sldChg>
      <pc:sldChg chg="delSp modSp">
        <pc:chgData name="Jean-Louis SCOTTO-DI-QUAQUERO" userId="5b7c4864-d3b3-4c12-a33e-5ea7a2094109" providerId="ADAL" clId="{22D5903A-4F66-432F-99F6-F40130E16CED}" dt="2020-11-19T16:37:40.553" v="10708" actId="20577"/>
        <pc:sldMkLst>
          <pc:docMk/>
          <pc:sldMk cId="2133550673" sldId="541"/>
        </pc:sldMkLst>
        <pc:spChg chg="mod">
          <ac:chgData name="Jean-Louis SCOTTO-DI-QUAQUERO" userId="5b7c4864-d3b3-4c12-a33e-5ea7a2094109" providerId="ADAL" clId="{22D5903A-4F66-432F-99F6-F40130E16CED}" dt="2020-11-19T16:37:40.553" v="10708" actId="20577"/>
          <ac:spMkLst>
            <pc:docMk/>
            <pc:sldMk cId="2133550673" sldId="541"/>
            <ac:spMk id="4" creationId="{CD8A8840-8728-4AEE-A5CB-95335870F2BB}"/>
          </ac:spMkLst>
        </pc:spChg>
        <pc:spChg chg="del">
          <ac:chgData name="Jean-Louis SCOTTO-DI-QUAQUERO" userId="5b7c4864-d3b3-4c12-a33e-5ea7a2094109" providerId="ADAL" clId="{22D5903A-4F66-432F-99F6-F40130E16CED}" dt="2020-11-19T16:14:23.769" v="10357" actId="478"/>
          <ac:spMkLst>
            <pc:docMk/>
            <pc:sldMk cId="2133550673" sldId="541"/>
            <ac:spMk id="5" creationId="{67D50FEA-2F0F-4FC1-AC3F-554098FCEC19}"/>
          </ac:spMkLst>
        </pc:spChg>
      </pc:sldChg>
      <pc:sldChg chg="delSp modSp">
        <pc:chgData name="Jean-Louis SCOTTO-DI-QUAQUERO" userId="5b7c4864-d3b3-4c12-a33e-5ea7a2094109" providerId="ADAL" clId="{22D5903A-4F66-432F-99F6-F40130E16CED}" dt="2020-11-19T16:37:52.447" v="10729" actId="478"/>
        <pc:sldMkLst>
          <pc:docMk/>
          <pc:sldMk cId="3367409716" sldId="542"/>
        </pc:sldMkLst>
        <pc:spChg chg="mod">
          <ac:chgData name="Jean-Louis SCOTTO-DI-QUAQUERO" userId="5b7c4864-d3b3-4c12-a33e-5ea7a2094109" providerId="ADAL" clId="{22D5903A-4F66-432F-99F6-F40130E16CED}" dt="2020-11-19T16:37:49.476" v="10728" actId="20577"/>
          <ac:spMkLst>
            <pc:docMk/>
            <pc:sldMk cId="3367409716" sldId="542"/>
            <ac:spMk id="4" creationId="{699009E1-8620-4ECC-B3EC-1104CA261B66}"/>
          </ac:spMkLst>
        </pc:spChg>
        <pc:spChg chg="del">
          <ac:chgData name="Jean-Louis SCOTTO-DI-QUAQUERO" userId="5b7c4864-d3b3-4c12-a33e-5ea7a2094109" providerId="ADAL" clId="{22D5903A-4F66-432F-99F6-F40130E16CED}" dt="2020-11-19T16:37:52.447" v="10729" actId="478"/>
          <ac:spMkLst>
            <pc:docMk/>
            <pc:sldMk cId="3367409716" sldId="542"/>
            <ac:spMk id="5" creationId="{6A045A65-4577-4879-8222-AE157D534F43}"/>
          </ac:spMkLst>
        </pc:spChg>
      </pc:sldChg>
      <pc:sldChg chg="delSp modSp">
        <pc:chgData name="Jean-Louis SCOTTO-DI-QUAQUERO" userId="5b7c4864-d3b3-4c12-a33e-5ea7a2094109" providerId="ADAL" clId="{22D5903A-4F66-432F-99F6-F40130E16CED}" dt="2020-11-19T16:38:45.761" v="10788" actId="20577"/>
        <pc:sldMkLst>
          <pc:docMk/>
          <pc:sldMk cId="2795461813" sldId="543"/>
        </pc:sldMkLst>
        <pc:spChg chg="mod">
          <ac:chgData name="Jean-Louis SCOTTO-DI-QUAQUERO" userId="5b7c4864-d3b3-4c12-a33e-5ea7a2094109" providerId="ADAL" clId="{22D5903A-4F66-432F-99F6-F40130E16CED}" dt="2020-11-19T16:38:45.761" v="10788" actId="20577"/>
          <ac:spMkLst>
            <pc:docMk/>
            <pc:sldMk cId="2795461813" sldId="543"/>
            <ac:spMk id="4" creationId="{08132F02-466B-42FC-A872-C3CDA941A2AC}"/>
          </ac:spMkLst>
        </pc:spChg>
        <pc:spChg chg="del">
          <ac:chgData name="Jean-Louis SCOTTO-DI-QUAQUERO" userId="5b7c4864-d3b3-4c12-a33e-5ea7a2094109" providerId="ADAL" clId="{22D5903A-4F66-432F-99F6-F40130E16CED}" dt="2020-11-19T16:38:11.788" v="10730" actId="478"/>
          <ac:spMkLst>
            <pc:docMk/>
            <pc:sldMk cId="2795461813" sldId="543"/>
            <ac:spMk id="5" creationId="{01937F80-2560-4151-AE0A-B2C7769217A5}"/>
          </ac:spMkLst>
        </pc:spChg>
        <pc:picChg chg="mod">
          <ac:chgData name="Jean-Louis SCOTTO-DI-QUAQUERO" userId="5b7c4864-d3b3-4c12-a33e-5ea7a2094109" providerId="ADAL" clId="{22D5903A-4F66-432F-99F6-F40130E16CED}" dt="2020-11-19T16:38:20.254" v="10732" actId="1036"/>
          <ac:picMkLst>
            <pc:docMk/>
            <pc:sldMk cId="2795461813" sldId="543"/>
            <ac:picMk id="6" creationId="{34273624-BD39-445C-873D-E74F0242DB12}"/>
          </ac:picMkLst>
        </pc:picChg>
      </pc:sldChg>
      <pc:sldChg chg="delSp">
        <pc:chgData name="Jean-Louis SCOTTO-DI-QUAQUERO" userId="5b7c4864-d3b3-4c12-a33e-5ea7a2094109" providerId="ADAL" clId="{22D5903A-4F66-432F-99F6-F40130E16CED}" dt="2020-11-19T16:38:58.116" v="10789" actId="478"/>
        <pc:sldMkLst>
          <pc:docMk/>
          <pc:sldMk cId="1053168714" sldId="544"/>
        </pc:sldMkLst>
        <pc:spChg chg="del">
          <ac:chgData name="Jean-Louis SCOTTO-DI-QUAQUERO" userId="5b7c4864-d3b3-4c12-a33e-5ea7a2094109" providerId="ADAL" clId="{22D5903A-4F66-432F-99F6-F40130E16CED}" dt="2020-11-19T16:38:58.116" v="10789" actId="478"/>
          <ac:spMkLst>
            <pc:docMk/>
            <pc:sldMk cId="1053168714" sldId="544"/>
            <ac:spMk id="5" creationId="{EE6BED09-36BE-4DA1-8114-2242E950881E}"/>
          </ac:spMkLst>
        </pc:spChg>
      </pc:sldChg>
      <pc:sldChg chg="delSp modSp">
        <pc:chgData name="Jean-Louis SCOTTO-DI-QUAQUERO" userId="5b7c4864-d3b3-4c12-a33e-5ea7a2094109" providerId="ADAL" clId="{22D5903A-4F66-432F-99F6-F40130E16CED}" dt="2020-11-19T16:39:34.802" v="10801" actId="20577"/>
        <pc:sldMkLst>
          <pc:docMk/>
          <pc:sldMk cId="2540995011" sldId="545"/>
        </pc:sldMkLst>
        <pc:spChg chg="mod">
          <ac:chgData name="Jean-Louis SCOTTO-DI-QUAQUERO" userId="5b7c4864-d3b3-4c12-a33e-5ea7a2094109" providerId="ADAL" clId="{22D5903A-4F66-432F-99F6-F40130E16CED}" dt="2020-11-19T16:39:34.802" v="10801" actId="20577"/>
          <ac:spMkLst>
            <pc:docMk/>
            <pc:sldMk cId="2540995011" sldId="545"/>
            <ac:spMk id="4" creationId="{1DFA0FEB-FBF8-4C2D-9592-AE6D36923C3D}"/>
          </ac:spMkLst>
        </pc:spChg>
        <pc:spChg chg="del">
          <ac:chgData name="Jean-Louis SCOTTO-DI-QUAQUERO" userId="5b7c4864-d3b3-4c12-a33e-5ea7a2094109" providerId="ADAL" clId="{22D5903A-4F66-432F-99F6-F40130E16CED}" dt="2020-11-19T16:36:13.351" v="10688" actId="478"/>
          <ac:spMkLst>
            <pc:docMk/>
            <pc:sldMk cId="2540995011" sldId="545"/>
            <ac:spMk id="5" creationId="{4A9AC003-4C93-4586-A4AE-D5B46E8DA558}"/>
          </ac:spMkLst>
        </pc:spChg>
        <pc:picChg chg="mod">
          <ac:chgData name="Jean-Louis SCOTTO-DI-QUAQUERO" userId="5b7c4864-d3b3-4c12-a33e-5ea7a2094109" providerId="ADAL" clId="{22D5903A-4F66-432F-99F6-F40130E16CED}" dt="2020-11-19T16:39:25.107" v="10793" actId="1035"/>
          <ac:picMkLst>
            <pc:docMk/>
            <pc:sldMk cId="2540995011" sldId="545"/>
            <ac:picMk id="6" creationId="{11EB0EFE-5466-4EBF-BB11-58C7AA24E1E6}"/>
          </ac:picMkLst>
        </pc:picChg>
      </pc:sldChg>
      <pc:sldChg chg="addSp delSp modSp">
        <pc:chgData name="Jean-Louis SCOTTO-DI-QUAQUERO" userId="5b7c4864-d3b3-4c12-a33e-5ea7a2094109" providerId="ADAL" clId="{22D5903A-4F66-432F-99F6-F40130E16CED}" dt="2020-11-24T14:10:47.859" v="12504" actId="20577"/>
        <pc:sldMkLst>
          <pc:docMk/>
          <pc:sldMk cId="3206520895" sldId="546"/>
        </pc:sldMkLst>
        <pc:spChg chg="mod">
          <ac:chgData name="Jean-Louis SCOTTO-DI-QUAQUERO" userId="5b7c4864-d3b3-4c12-a33e-5ea7a2094109" providerId="ADAL" clId="{22D5903A-4F66-432F-99F6-F40130E16CED}" dt="2020-11-19T14:47:33.812" v="10347" actId="14100"/>
          <ac:spMkLst>
            <pc:docMk/>
            <pc:sldMk cId="3206520895" sldId="546"/>
            <ac:spMk id="4" creationId="{3A676B17-2D70-4004-9C6A-49DA90ADE3E7}"/>
          </ac:spMkLst>
        </pc:spChg>
        <pc:spChg chg="add del mod">
          <ac:chgData name="Jean-Louis SCOTTO-DI-QUAQUERO" userId="5b7c4864-d3b3-4c12-a33e-5ea7a2094109" providerId="ADAL" clId="{22D5903A-4F66-432F-99F6-F40130E16CED}" dt="2020-11-19T14:44:34.289" v="10078" actId="478"/>
          <ac:spMkLst>
            <pc:docMk/>
            <pc:sldMk cId="3206520895" sldId="546"/>
            <ac:spMk id="6" creationId="{CE8AAF29-47EF-44BA-9CD1-36387405ABC6}"/>
          </ac:spMkLst>
        </pc:spChg>
        <pc:spChg chg="add del mod">
          <ac:chgData name="Jean-Louis SCOTTO-DI-QUAQUERO" userId="5b7c4864-d3b3-4c12-a33e-5ea7a2094109" providerId="ADAL" clId="{22D5903A-4F66-432F-99F6-F40130E16CED}" dt="2020-11-19T16:15:15.971" v="10411" actId="20577"/>
          <ac:spMkLst>
            <pc:docMk/>
            <pc:sldMk cId="3206520895" sldId="546"/>
            <ac:spMk id="7" creationId="{14E18DAA-A8C6-48A0-ACC6-96197054F095}"/>
          </ac:spMkLst>
        </pc:spChg>
        <pc:graphicFrameChg chg="del">
          <ac:chgData name="Jean-Louis SCOTTO-DI-QUAQUERO" userId="5b7c4864-d3b3-4c12-a33e-5ea7a2094109" providerId="ADAL" clId="{22D5903A-4F66-432F-99F6-F40130E16CED}" dt="2020-11-19T14:42:24.864" v="9855" actId="478"/>
          <ac:graphicFrameMkLst>
            <pc:docMk/>
            <pc:sldMk cId="3206520895" sldId="546"/>
            <ac:graphicFrameMk id="8" creationId="{FC94FFB4-132A-4113-B7C3-9EC848F4D38D}"/>
          </ac:graphicFrameMkLst>
        </pc:graphicFrameChg>
        <pc:graphicFrameChg chg="add mod modGraphic">
          <ac:chgData name="Jean-Louis SCOTTO-DI-QUAQUERO" userId="5b7c4864-d3b3-4c12-a33e-5ea7a2094109" providerId="ADAL" clId="{22D5903A-4F66-432F-99F6-F40130E16CED}" dt="2020-11-24T14:10:47.859" v="12504" actId="20577"/>
          <ac:graphicFrameMkLst>
            <pc:docMk/>
            <pc:sldMk cId="3206520895" sldId="546"/>
            <ac:graphicFrameMk id="9" creationId="{66992DDD-6A81-49B8-8533-39766517C9D1}"/>
          </ac:graphicFrameMkLst>
        </pc:graphicFrameChg>
        <pc:graphicFrameChg chg="add del mod">
          <ac:chgData name="Jean-Louis SCOTTO-DI-QUAQUERO" userId="5b7c4864-d3b3-4c12-a33e-5ea7a2094109" providerId="ADAL" clId="{22D5903A-4F66-432F-99F6-F40130E16CED}" dt="2020-11-19T14:46:38.840" v="10343" actId="478"/>
          <ac:graphicFrameMkLst>
            <pc:docMk/>
            <pc:sldMk cId="3206520895" sldId="546"/>
            <ac:graphicFrameMk id="10" creationId="{107B59F2-6BA5-44C1-A604-B94100CBABA9}"/>
          </ac:graphicFrameMkLst>
        </pc:graphicFrameChg>
        <pc:picChg chg="add mod">
          <ac:chgData name="Jean-Louis SCOTTO-DI-QUAQUERO" userId="5b7c4864-d3b3-4c12-a33e-5ea7a2094109" providerId="ADAL" clId="{22D5903A-4F66-432F-99F6-F40130E16CED}" dt="2020-11-19T14:46:47.353" v="10345" actId="14100"/>
          <ac:picMkLst>
            <pc:docMk/>
            <pc:sldMk cId="3206520895" sldId="546"/>
            <ac:picMk id="5" creationId="{83F124D2-5FCC-4D39-8C37-C9240017943C}"/>
          </ac:picMkLst>
        </pc:picChg>
      </pc:sldChg>
      <pc:sldChg chg="addSp modSp ord">
        <pc:chgData name="Jean-Louis SCOTTO-DI-QUAQUERO" userId="5b7c4864-d3b3-4c12-a33e-5ea7a2094109" providerId="ADAL" clId="{22D5903A-4F66-432F-99F6-F40130E16CED}" dt="2020-11-23T16:15:35.517" v="12496" actId="1076"/>
        <pc:sldMkLst>
          <pc:docMk/>
          <pc:sldMk cId="3754535242" sldId="547"/>
        </pc:sldMkLst>
        <pc:spChg chg="mod">
          <ac:chgData name="Jean-Louis SCOTTO-DI-QUAQUERO" userId="5b7c4864-d3b3-4c12-a33e-5ea7a2094109" providerId="ADAL" clId="{22D5903A-4F66-432F-99F6-F40130E16CED}" dt="2020-11-19T17:18:53.664" v="11161" actId="20577"/>
          <ac:spMkLst>
            <pc:docMk/>
            <pc:sldMk cId="3754535242" sldId="547"/>
            <ac:spMk id="4" creationId="{6B7EB922-B7C6-4B10-8F26-EA9D9E7CBCE6}"/>
          </ac:spMkLst>
        </pc:spChg>
        <pc:picChg chg="add mod">
          <ac:chgData name="Jean-Louis SCOTTO-DI-QUAQUERO" userId="5b7c4864-d3b3-4c12-a33e-5ea7a2094109" providerId="ADAL" clId="{22D5903A-4F66-432F-99F6-F40130E16CED}" dt="2020-11-23T16:15:35.517" v="12496" actId="1076"/>
          <ac:picMkLst>
            <pc:docMk/>
            <pc:sldMk cId="3754535242" sldId="547"/>
            <ac:picMk id="7" creationId="{0B067FE6-D7BD-4D2A-8AA7-4666F35AF49D}"/>
          </ac:picMkLst>
        </pc:picChg>
        <pc:picChg chg="mod">
          <ac:chgData name="Jean-Louis SCOTTO-DI-QUAQUERO" userId="5b7c4864-d3b3-4c12-a33e-5ea7a2094109" providerId="ADAL" clId="{22D5903A-4F66-432F-99F6-F40130E16CED}" dt="2020-11-23T16:15:33.068" v="12495" actId="1076"/>
          <ac:picMkLst>
            <pc:docMk/>
            <pc:sldMk cId="3754535242" sldId="547"/>
            <ac:picMk id="1026" creationId="{6F227D13-A1E4-4C20-A201-17ADCB79DC72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6:45:22.409" v="10839" actId="2696"/>
        <pc:sldMkLst>
          <pc:docMk/>
          <pc:sldMk cId="4056358895" sldId="548"/>
        </pc:sldMkLst>
      </pc:sldChg>
      <pc:sldChg chg="del">
        <pc:chgData name="Jean-Louis SCOTTO-DI-QUAQUERO" userId="5b7c4864-d3b3-4c12-a33e-5ea7a2094109" providerId="ADAL" clId="{22D5903A-4F66-432F-99F6-F40130E16CED}" dt="2020-11-19T16:45:22.427" v="10840" actId="2696"/>
        <pc:sldMkLst>
          <pc:docMk/>
          <pc:sldMk cId="2099552126" sldId="549"/>
        </pc:sldMkLst>
      </pc:sldChg>
      <pc:sldChg chg="del">
        <pc:chgData name="Jean-Louis SCOTTO-DI-QUAQUERO" userId="5b7c4864-d3b3-4c12-a33e-5ea7a2094109" providerId="ADAL" clId="{22D5903A-4F66-432F-99F6-F40130E16CED}" dt="2020-11-19T16:45:22.451" v="10841" actId="2696"/>
        <pc:sldMkLst>
          <pc:docMk/>
          <pc:sldMk cId="1066515927" sldId="550"/>
        </pc:sldMkLst>
      </pc:sldChg>
      <pc:sldChg chg="delSp del">
        <pc:chgData name="Jean-Louis SCOTTO-DI-QUAQUERO" userId="5b7c4864-d3b3-4c12-a33e-5ea7a2094109" providerId="ADAL" clId="{22D5903A-4F66-432F-99F6-F40130E16CED}" dt="2020-11-19T16:45:22.472" v="10842" actId="2696"/>
        <pc:sldMkLst>
          <pc:docMk/>
          <pc:sldMk cId="139929402" sldId="551"/>
        </pc:sldMkLst>
        <pc:spChg chg="del">
          <ac:chgData name="Jean-Louis SCOTTO-DI-QUAQUERO" userId="5b7c4864-d3b3-4c12-a33e-5ea7a2094109" providerId="ADAL" clId="{22D5903A-4F66-432F-99F6-F40130E16CED}" dt="2020-11-19T16:44:44.154" v="10838" actId="478"/>
          <ac:spMkLst>
            <pc:docMk/>
            <pc:sldMk cId="139929402" sldId="551"/>
            <ac:spMk id="5" creationId="{447A898A-7117-4281-BF33-48F01C78DBC4}"/>
          </ac:spMkLst>
        </pc:spChg>
      </pc:sldChg>
      <pc:sldChg chg="del">
        <pc:chgData name="Jean-Louis SCOTTO-DI-QUAQUERO" userId="5b7c4864-d3b3-4c12-a33e-5ea7a2094109" providerId="ADAL" clId="{22D5903A-4F66-432F-99F6-F40130E16CED}" dt="2020-11-19T16:45:22.505" v="10843" actId="2696"/>
        <pc:sldMkLst>
          <pc:docMk/>
          <pc:sldMk cId="1583050718" sldId="552"/>
        </pc:sldMkLst>
      </pc:sldChg>
      <pc:sldChg chg="addSp delSp modSp add del">
        <pc:chgData name="Jean-Louis SCOTTO-DI-QUAQUERO" userId="5b7c4864-d3b3-4c12-a33e-5ea7a2094109" providerId="ADAL" clId="{22D5903A-4F66-432F-99F6-F40130E16CED}" dt="2020-11-19T10:52:57.267" v="4653" actId="2696"/>
        <pc:sldMkLst>
          <pc:docMk/>
          <pc:sldMk cId="3538396963" sldId="553"/>
        </pc:sldMkLst>
        <pc:spChg chg="mod">
          <ac:chgData name="Jean-Louis SCOTTO-DI-QUAQUERO" userId="5b7c4864-d3b3-4c12-a33e-5ea7a2094109" providerId="ADAL" clId="{22D5903A-4F66-432F-99F6-F40130E16CED}" dt="2020-11-19T09:12:26.721" v="2505" actId="20577"/>
          <ac:spMkLst>
            <pc:docMk/>
            <pc:sldMk cId="3538396963" sldId="553"/>
            <ac:spMk id="4" creationId="{BBF85A88-70BE-4871-9290-7D64BD6E5772}"/>
          </ac:spMkLst>
        </pc:spChg>
        <pc:spChg chg="del mod">
          <ac:chgData name="Jean-Louis SCOTTO-DI-QUAQUERO" userId="5b7c4864-d3b3-4c12-a33e-5ea7a2094109" providerId="ADAL" clId="{22D5903A-4F66-432F-99F6-F40130E16CED}" dt="2020-11-19T09:13:40.770" v="2510" actId="478"/>
          <ac:spMkLst>
            <pc:docMk/>
            <pc:sldMk cId="3538396963" sldId="553"/>
            <ac:spMk id="5" creationId="{4E590535-BA2A-4F77-BFD8-4D207F90965D}"/>
          </ac:spMkLst>
        </pc:spChg>
        <pc:spChg chg="add mod ord">
          <ac:chgData name="Jean-Louis SCOTTO-DI-QUAQUERO" userId="5b7c4864-d3b3-4c12-a33e-5ea7a2094109" providerId="ADAL" clId="{22D5903A-4F66-432F-99F6-F40130E16CED}" dt="2020-11-19T09:53:11.828" v="3572" actId="167"/>
          <ac:spMkLst>
            <pc:docMk/>
            <pc:sldMk cId="3538396963" sldId="553"/>
            <ac:spMk id="8" creationId="{0969D079-ECF4-4361-BA7E-F2761156DBCF}"/>
          </ac:spMkLst>
        </pc:spChg>
        <pc:graphicFrameChg chg="mod">
          <ac:chgData name="Jean-Louis SCOTTO-DI-QUAQUERO" userId="5b7c4864-d3b3-4c12-a33e-5ea7a2094109" providerId="ADAL" clId="{22D5903A-4F66-432F-99F6-F40130E16CED}" dt="2020-11-19T09:13:11.410" v="2508" actId="1076"/>
          <ac:graphicFrameMkLst>
            <pc:docMk/>
            <pc:sldMk cId="3538396963" sldId="553"/>
            <ac:graphicFrameMk id="6" creationId="{E83DD879-20AC-4F32-96BE-1837AB135C32}"/>
          </ac:graphicFrameMkLst>
        </pc:graphicFrameChg>
        <pc:picChg chg="add mod">
          <ac:chgData name="Jean-Louis SCOTTO-DI-QUAQUERO" userId="5b7c4864-d3b3-4c12-a33e-5ea7a2094109" providerId="ADAL" clId="{22D5903A-4F66-432F-99F6-F40130E16CED}" dt="2020-11-19T09:53:21.272" v="3574" actId="1076"/>
          <ac:picMkLst>
            <pc:docMk/>
            <pc:sldMk cId="3538396963" sldId="553"/>
            <ac:picMk id="9" creationId="{DDF1C0CF-9812-4553-8315-44EF2A52077E}"/>
          </ac:picMkLst>
        </pc:picChg>
        <pc:picChg chg="mod">
          <ac:chgData name="Jean-Louis SCOTTO-DI-QUAQUERO" userId="5b7c4864-d3b3-4c12-a33e-5ea7a2094109" providerId="ADAL" clId="{22D5903A-4F66-432F-99F6-F40130E16CED}" dt="2020-11-19T09:53:17.644" v="3573" actId="1076"/>
          <ac:picMkLst>
            <pc:docMk/>
            <pc:sldMk cId="3538396963" sldId="553"/>
            <ac:picMk id="3074" creationId="{61C42F19-ED8E-4023-AE76-714787EC45C4}"/>
          </ac:picMkLst>
        </pc:picChg>
      </pc:sldChg>
      <pc:sldChg chg="modSp del ord">
        <pc:chgData name="Jean-Louis SCOTTO-DI-QUAQUERO" userId="5b7c4864-d3b3-4c12-a33e-5ea7a2094109" providerId="ADAL" clId="{22D5903A-4F66-432F-99F6-F40130E16CED}" dt="2020-11-19T16:44:14.588" v="10831" actId="2696"/>
        <pc:sldMkLst>
          <pc:docMk/>
          <pc:sldMk cId="2452197265" sldId="554"/>
        </pc:sldMkLst>
        <pc:spChg chg="mod">
          <ac:chgData name="Jean-Louis SCOTTO-DI-QUAQUERO" userId="5b7c4864-d3b3-4c12-a33e-5ea7a2094109" providerId="ADAL" clId="{22D5903A-4F66-432F-99F6-F40130E16CED}" dt="2020-11-19T16:37:10.735" v="10690" actId="20577"/>
          <ac:spMkLst>
            <pc:docMk/>
            <pc:sldMk cId="2452197265" sldId="554"/>
            <ac:spMk id="4" creationId="{9CE41C8E-DC91-4BA1-AD8C-712F21C8E6F8}"/>
          </ac:spMkLst>
        </pc:spChg>
        <pc:picChg chg="mod">
          <ac:chgData name="Jean-Louis SCOTTO-DI-QUAQUERO" userId="5b7c4864-d3b3-4c12-a33e-5ea7a2094109" providerId="ADAL" clId="{22D5903A-4F66-432F-99F6-F40130E16CED}" dt="2020-11-19T16:41:22.606" v="10803" actId="14100"/>
          <ac:picMkLst>
            <pc:docMk/>
            <pc:sldMk cId="2452197265" sldId="554"/>
            <ac:picMk id="6" creationId="{34ACE0D8-7BD7-445A-8057-9DEB02064AE6}"/>
          </ac:picMkLst>
        </pc:picChg>
      </pc:sldChg>
      <pc:sldChg chg="del">
        <pc:chgData name="Jean-Louis SCOTTO-DI-QUAQUERO" userId="5b7c4864-d3b3-4c12-a33e-5ea7a2094109" providerId="ADAL" clId="{22D5903A-4F66-432F-99F6-F40130E16CED}" dt="2020-11-19T17:12:12.094" v="11087" actId="2696"/>
        <pc:sldMkLst>
          <pc:docMk/>
          <pc:sldMk cId="1495697325" sldId="555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2673922148" sldId="555"/>
        </pc:sldMkLst>
      </pc:sldChg>
      <pc:sldChg chg="del">
        <pc:chgData name="Jean-Louis SCOTTO-DI-QUAQUERO" userId="5b7c4864-d3b3-4c12-a33e-5ea7a2094109" providerId="ADAL" clId="{22D5903A-4F66-432F-99F6-F40130E16CED}" dt="2020-11-19T17:12:12.100" v="11088" actId="2696"/>
        <pc:sldMkLst>
          <pc:docMk/>
          <pc:sldMk cId="1016589718" sldId="556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2094647734" sldId="556"/>
        </pc:sldMkLst>
      </pc:sldChg>
      <pc:sldChg chg="del">
        <pc:chgData name="Jean-Louis SCOTTO-DI-QUAQUERO" userId="5b7c4864-d3b3-4c12-a33e-5ea7a2094109" providerId="ADAL" clId="{22D5903A-4F66-432F-99F6-F40130E16CED}" dt="2020-11-19T17:12:12.105" v="11089" actId="2696"/>
        <pc:sldMkLst>
          <pc:docMk/>
          <pc:sldMk cId="661170772" sldId="557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2516998836" sldId="557"/>
        </pc:sldMkLst>
      </pc:sldChg>
      <pc:sldChg chg="del">
        <pc:chgData name="Jean-Louis SCOTTO-DI-QUAQUERO" userId="5b7c4864-d3b3-4c12-a33e-5ea7a2094109" providerId="ADAL" clId="{22D5903A-4F66-432F-99F6-F40130E16CED}" dt="2020-11-19T17:12:12.115" v="11090" actId="2696"/>
        <pc:sldMkLst>
          <pc:docMk/>
          <pc:sldMk cId="877215564" sldId="558"/>
        </pc:sldMkLst>
      </pc:sldChg>
      <pc:sldChg chg="add">
        <pc:chgData name="Jean-Louis SCOTTO-DI-QUAQUERO" userId="5b7c4864-d3b3-4c12-a33e-5ea7a2094109" providerId="ADAL" clId="{22D5903A-4F66-432F-99F6-F40130E16CED}" dt="2020-11-19T17:12:38.308" v="11094"/>
        <pc:sldMkLst>
          <pc:docMk/>
          <pc:sldMk cId="3479748878" sldId="558"/>
        </pc:sldMkLst>
      </pc:sldChg>
      <pc:sldChg chg="modSp">
        <pc:chgData name="Jean-Louis SCOTTO-DI-QUAQUERO" userId="5b7c4864-d3b3-4c12-a33e-5ea7a2094109" providerId="ADAL" clId="{22D5903A-4F66-432F-99F6-F40130E16CED}" dt="2020-11-19T17:44:24.185" v="11494" actId="20577"/>
        <pc:sldMkLst>
          <pc:docMk/>
          <pc:sldMk cId="4113719392" sldId="559"/>
        </pc:sldMkLst>
        <pc:spChg chg="mod">
          <ac:chgData name="Jean-Louis SCOTTO-DI-QUAQUERO" userId="5b7c4864-d3b3-4c12-a33e-5ea7a2094109" providerId="ADAL" clId="{22D5903A-4F66-432F-99F6-F40130E16CED}" dt="2020-11-19T17:44:24.185" v="11494" actId="20577"/>
          <ac:spMkLst>
            <pc:docMk/>
            <pc:sldMk cId="4113719392" sldId="559"/>
            <ac:spMk id="5" creationId="{4A0BAB5A-BB55-46E0-9F57-B6937674FD25}"/>
          </ac:spMkLst>
        </pc:spChg>
      </pc:sldChg>
      <pc:sldChg chg="addSp delSp modSp">
        <pc:chgData name="Jean-Louis SCOTTO-DI-QUAQUERO" userId="5b7c4864-d3b3-4c12-a33e-5ea7a2094109" providerId="ADAL" clId="{22D5903A-4F66-432F-99F6-F40130E16CED}" dt="2020-11-19T17:50:44.534" v="11504" actId="6549"/>
        <pc:sldMkLst>
          <pc:docMk/>
          <pc:sldMk cId="622109117" sldId="560"/>
        </pc:sldMkLst>
        <pc:spChg chg="mod">
          <ac:chgData name="Jean-Louis SCOTTO-DI-QUAQUERO" userId="5b7c4864-d3b3-4c12-a33e-5ea7a2094109" providerId="ADAL" clId="{22D5903A-4F66-432F-99F6-F40130E16CED}" dt="2020-11-19T17:22:25.540" v="11166" actId="790"/>
          <ac:spMkLst>
            <pc:docMk/>
            <pc:sldMk cId="622109117" sldId="560"/>
            <ac:spMk id="4" creationId="{6AE02550-06AD-49D5-A1D8-8EDD6C263472}"/>
          </ac:spMkLst>
        </pc:spChg>
        <pc:spChg chg="mod ord">
          <ac:chgData name="Jean-Louis SCOTTO-DI-QUAQUERO" userId="5b7c4864-d3b3-4c12-a33e-5ea7a2094109" providerId="ADAL" clId="{22D5903A-4F66-432F-99F6-F40130E16CED}" dt="2020-11-19T17:50:44.534" v="11504" actId="6549"/>
          <ac:spMkLst>
            <pc:docMk/>
            <pc:sldMk cId="622109117" sldId="560"/>
            <ac:spMk id="5" creationId="{22EF6DB6-A9E0-4050-A6E5-DBC63A70B189}"/>
          </ac:spMkLst>
        </pc:spChg>
        <pc:spChg chg="del mod">
          <ac:chgData name="Jean-Louis SCOTTO-DI-QUAQUERO" userId="5b7c4864-d3b3-4c12-a33e-5ea7a2094109" providerId="ADAL" clId="{22D5903A-4F66-432F-99F6-F40130E16CED}" dt="2020-11-19T07:53:07.495" v="28" actId="478"/>
          <ac:spMkLst>
            <pc:docMk/>
            <pc:sldMk cId="622109117" sldId="560"/>
            <ac:spMk id="6" creationId="{CD687D65-B8B5-4368-BCA2-2B80E6490C47}"/>
          </ac:spMkLst>
        </pc:spChg>
        <pc:spChg chg="add mod">
          <ac:chgData name="Jean-Louis SCOTTO-DI-QUAQUERO" userId="5b7c4864-d3b3-4c12-a33e-5ea7a2094109" providerId="ADAL" clId="{22D5903A-4F66-432F-99F6-F40130E16CED}" dt="2020-11-19T08:02:25.347" v="346" actId="208"/>
          <ac:spMkLst>
            <pc:docMk/>
            <pc:sldMk cId="622109117" sldId="560"/>
            <ac:spMk id="7" creationId="{3B5B1D80-678B-4A8C-B395-67AEBCF5316F}"/>
          </ac:spMkLst>
        </pc:spChg>
        <pc:spChg chg="add mod">
          <ac:chgData name="Jean-Louis SCOTTO-DI-QUAQUERO" userId="5b7c4864-d3b3-4c12-a33e-5ea7a2094109" providerId="ADAL" clId="{22D5903A-4F66-432F-99F6-F40130E16CED}" dt="2020-11-19T07:59:18.717" v="291" actId="20577"/>
          <ac:spMkLst>
            <pc:docMk/>
            <pc:sldMk cId="622109117" sldId="560"/>
            <ac:spMk id="8" creationId="{87598D73-095C-4D84-B389-54CB1ECBD949}"/>
          </ac:spMkLst>
        </pc:spChg>
        <pc:spChg chg="add mod">
          <ac:chgData name="Jean-Louis SCOTTO-DI-QUAQUERO" userId="5b7c4864-d3b3-4c12-a33e-5ea7a2094109" providerId="ADAL" clId="{22D5903A-4F66-432F-99F6-F40130E16CED}" dt="2020-11-19T07:59:58.653" v="302" actId="255"/>
          <ac:spMkLst>
            <pc:docMk/>
            <pc:sldMk cId="622109117" sldId="560"/>
            <ac:spMk id="9" creationId="{4A641311-6010-4C04-8D7C-E0E273946ED8}"/>
          </ac:spMkLst>
        </pc:spChg>
        <pc:spChg chg="add mod">
          <ac:chgData name="Jean-Louis SCOTTO-DI-QUAQUERO" userId="5b7c4864-d3b3-4c12-a33e-5ea7a2094109" providerId="ADAL" clId="{22D5903A-4F66-432F-99F6-F40130E16CED}" dt="2020-11-19T07:59:17.846" v="290" actId="20577"/>
          <ac:spMkLst>
            <pc:docMk/>
            <pc:sldMk cId="622109117" sldId="560"/>
            <ac:spMk id="10" creationId="{FBCF9929-525A-4BBA-B2A3-808701110FBD}"/>
          </ac:spMkLst>
        </pc:spChg>
        <pc:spChg chg="add mod">
          <ac:chgData name="Jean-Louis SCOTTO-DI-QUAQUERO" userId="5b7c4864-d3b3-4c12-a33e-5ea7a2094109" providerId="ADAL" clId="{22D5903A-4F66-432F-99F6-F40130E16CED}" dt="2020-11-19T08:02:21.589" v="345" actId="208"/>
          <ac:spMkLst>
            <pc:docMk/>
            <pc:sldMk cId="622109117" sldId="560"/>
            <ac:spMk id="11" creationId="{4AE89B5D-AA8E-4473-B9C1-CBD88F6A17DF}"/>
          </ac:spMkLst>
        </pc:spChg>
        <pc:spChg chg="add mod">
          <ac:chgData name="Jean-Louis SCOTTO-DI-QUAQUERO" userId="5b7c4864-d3b3-4c12-a33e-5ea7a2094109" providerId="ADAL" clId="{22D5903A-4F66-432F-99F6-F40130E16CED}" dt="2020-11-19T08:02:32.557" v="347" actId="6549"/>
          <ac:spMkLst>
            <pc:docMk/>
            <pc:sldMk cId="622109117" sldId="560"/>
            <ac:spMk id="12" creationId="{028FCBF6-BC1C-45AF-84E4-922D9901F39B}"/>
          </ac:spMkLst>
        </pc:spChg>
        <pc:spChg chg="add del mod">
          <ac:chgData name="Jean-Louis SCOTTO-DI-QUAQUERO" userId="5b7c4864-d3b3-4c12-a33e-5ea7a2094109" providerId="ADAL" clId="{22D5903A-4F66-432F-99F6-F40130E16CED}" dt="2020-11-19T08:00:16.211" v="305" actId="478"/>
          <ac:spMkLst>
            <pc:docMk/>
            <pc:sldMk cId="622109117" sldId="560"/>
            <ac:spMk id="13" creationId="{E3801913-F8B7-4D32-8D47-FC802745CFEA}"/>
          </ac:spMkLst>
        </pc:spChg>
        <pc:spChg chg="add del mod">
          <ac:chgData name="Jean-Louis SCOTTO-DI-QUAQUERO" userId="5b7c4864-d3b3-4c12-a33e-5ea7a2094109" providerId="ADAL" clId="{22D5903A-4F66-432F-99F6-F40130E16CED}" dt="2020-11-19T08:00:25.872" v="307" actId="478"/>
          <ac:spMkLst>
            <pc:docMk/>
            <pc:sldMk cId="622109117" sldId="560"/>
            <ac:spMk id="14" creationId="{01579FEB-4C21-413B-9011-D4DEEB59451E}"/>
          </ac:spMkLst>
        </pc:spChg>
        <pc:spChg chg="add del mod">
          <ac:chgData name="Jean-Louis SCOTTO-DI-QUAQUERO" userId="5b7c4864-d3b3-4c12-a33e-5ea7a2094109" providerId="ADAL" clId="{22D5903A-4F66-432F-99F6-F40130E16CED}" dt="2020-11-19T08:01:25.366" v="337" actId="478"/>
          <ac:spMkLst>
            <pc:docMk/>
            <pc:sldMk cId="622109117" sldId="560"/>
            <ac:spMk id="15" creationId="{30A434F4-0608-4564-95B3-25FB77BFEB9D}"/>
          </ac:spMkLst>
        </pc:spChg>
        <pc:spChg chg="add mod">
          <ac:chgData name="Jean-Louis SCOTTO-DI-QUAQUERO" userId="5b7c4864-d3b3-4c12-a33e-5ea7a2094109" providerId="ADAL" clId="{22D5903A-4F66-432F-99F6-F40130E16CED}" dt="2020-11-19T08:01:56.611" v="341" actId="1076"/>
          <ac:spMkLst>
            <pc:docMk/>
            <pc:sldMk cId="622109117" sldId="560"/>
            <ac:spMk id="16" creationId="{45D04E67-D47F-4C79-97BF-89C74195B3D2}"/>
          </ac:spMkLst>
        </pc:spChg>
        <pc:spChg chg="add mod">
          <ac:chgData name="Jean-Louis SCOTTO-DI-QUAQUERO" userId="5b7c4864-d3b3-4c12-a33e-5ea7a2094109" providerId="ADAL" clId="{22D5903A-4F66-432F-99F6-F40130E16CED}" dt="2020-11-19T08:02:05.118" v="344" actId="20577"/>
          <ac:spMkLst>
            <pc:docMk/>
            <pc:sldMk cId="622109117" sldId="560"/>
            <ac:spMk id="17" creationId="{21C020AB-131B-462C-82EA-7609F1964E8D}"/>
          </ac:spMkLst>
        </pc:spChg>
        <pc:picChg chg="add mod">
          <ac:chgData name="Jean-Louis SCOTTO-DI-QUAQUERO" userId="5b7c4864-d3b3-4c12-a33e-5ea7a2094109" providerId="ADAL" clId="{22D5903A-4F66-432F-99F6-F40130E16CED}" dt="2020-11-19T17:50:25.784" v="11502" actId="1076"/>
          <ac:picMkLst>
            <pc:docMk/>
            <pc:sldMk cId="622109117" sldId="560"/>
            <ac:picMk id="19" creationId="{60B62258-27EE-4480-B5AE-D950C837335A}"/>
          </ac:picMkLst>
        </pc:picChg>
      </pc:sldChg>
      <pc:sldChg chg="addSp modSp add">
        <pc:chgData name="Jean-Louis SCOTTO-DI-QUAQUERO" userId="5b7c4864-d3b3-4c12-a33e-5ea7a2094109" providerId="ADAL" clId="{22D5903A-4F66-432F-99F6-F40130E16CED}" dt="2020-11-24T13:40:06.031" v="12500" actId="1076"/>
        <pc:sldMkLst>
          <pc:docMk/>
          <pc:sldMk cId="2407603796" sldId="561"/>
        </pc:sldMkLst>
        <pc:spChg chg="mod">
          <ac:chgData name="Jean-Louis SCOTTO-DI-QUAQUERO" userId="5b7c4864-d3b3-4c12-a33e-5ea7a2094109" providerId="ADAL" clId="{22D5903A-4F66-432F-99F6-F40130E16CED}" dt="2020-11-19T08:19:44.929" v="1209"/>
          <ac:spMkLst>
            <pc:docMk/>
            <pc:sldMk cId="2407603796" sldId="561"/>
            <ac:spMk id="4" creationId="{29321111-499B-46D5-9344-CAAD79E94E65}"/>
          </ac:spMkLst>
        </pc:spChg>
        <pc:spChg chg="mod">
          <ac:chgData name="Jean-Louis SCOTTO-DI-QUAQUERO" userId="5b7c4864-d3b3-4c12-a33e-5ea7a2094109" providerId="ADAL" clId="{22D5903A-4F66-432F-99F6-F40130E16CED}" dt="2020-11-19T08:14:26.910" v="1109" actId="20577"/>
          <ac:spMkLst>
            <pc:docMk/>
            <pc:sldMk cId="2407603796" sldId="561"/>
            <ac:spMk id="5" creationId="{006A5EC0-5D11-4559-B0DD-AF36564E4315}"/>
          </ac:spMkLst>
        </pc:spChg>
        <pc:picChg chg="add mod">
          <ac:chgData name="Jean-Louis SCOTTO-DI-QUAQUERO" userId="5b7c4864-d3b3-4c12-a33e-5ea7a2094109" providerId="ADAL" clId="{22D5903A-4F66-432F-99F6-F40130E16CED}" dt="2020-11-19T08:13:39.915" v="1013" actId="1076"/>
          <ac:picMkLst>
            <pc:docMk/>
            <pc:sldMk cId="2407603796" sldId="561"/>
            <ac:picMk id="6" creationId="{55A860D2-2261-47F9-B1E2-B4F6014B5443}"/>
          </ac:picMkLst>
        </pc:picChg>
        <pc:picChg chg="add mod">
          <ac:chgData name="Jean-Louis SCOTTO-DI-QUAQUERO" userId="5b7c4864-d3b3-4c12-a33e-5ea7a2094109" providerId="ADAL" clId="{22D5903A-4F66-432F-99F6-F40130E16CED}" dt="2020-11-19T08:13:49.728" v="1015" actId="1076"/>
          <ac:picMkLst>
            <pc:docMk/>
            <pc:sldMk cId="2407603796" sldId="561"/>
            <ac:picMk id="7" creationId="{971920CF-4071-47F4-8803-D74DD1A2C229}"/>
          </ac:picMkLst>
        </pc:picChg>
        <pc:picChg chg="add mod">
          <ac:chgData name="Jean-Louis SCOTTO-DI-QUAQUERO" userId="5b7c4864-d3b3-4c12-a33e-5ea7a2094109" providerId="ADAL" clId="{22D5903A-4F66-432F-99F6-F40130E16CED}" dt="2020-11-24T13:40:06.031" v="12500" actId="1076"/>
          <ac:picMkLst>
            <pc:docMk/>
            <pc:sldMk cId="2407603796" sldId="561"/>
            <ac:picMk id="8" creationId="{4044D43A-AFA3-4877-AB33-29473D28474F}"/>
          </ac:picMkLst>
        </pc:picChg>
      </pc:sldChg>
      <pc:sldChg chg="addSp delSp modSp add">
        <pc:chgData name="Jean-Louis SCOTTO-DI-QUAQUERO" userId="5b7c4864-d3b3-4c12-a33e-5ea7a2094109" providerId="ADAL" clId="{22D5903A-4F66-432F-99F6-F40130E16CED}" dt="2020-11-23T15:37:48.044" v="12024" actId="27614"/>
        <pc:sldMkLst>
          <pc:docMk/>
          <pc:sldMk cId="4070197302" sldId="562"/>
        </pc:sldMkLst>
        <pc:spChg chg="add del">
          <ac:chgData name="Jean-Louis SCOTTO-DI-QUAQUERO" userId="5b7c4864-d3b3-4c12-a33e-5ea7a2094109" providerId="ADAL" clId="{22D5903A-4F66-432F-99F6-F40130E16CED}" dt="2020-11-19T08:16:10.498" v="1113" actId="478"/>
          <ac:spMkLst>
            <pc:docMk/>
            <pc:sldMk cId="4070197302" sldId="562"/>
            <ac:spMk id="3" creationId="{CE34B3F2-4D47-4C2F-B495-3F205BAF1B0E}"/>
          </ac:spMkLst>
        </pc:spChg>
        <pc:spChg chg="add mod">
          <ac:chgData name="Jean-Louis SCOTTO-DI-QUAQUERO" userId="5b7c4864-d3b3-4c12-a33e-5ea7a2094109" providerId="ADAL" clId="{22D5903A-4F66-432F-99F6-F40130E16CED}" dt="2020-11-19T08:18:31.531" v="1199" actId="403"/>
          <ac:spMkLst>
            <pc:docMk/>
            <pc:sldMk cId="4070197302" sldId="562"/>
            <ac:spMk id="4" creationId="{7BD888B4-8778-45F6-B9C6-B5EFF5288CE9}"/>
          </ac:spMkLst>
        </pc:spChg>
        <pc:picChg chg="add mod">
          <ac:chgData name="Jean-Louis SCOTTO-DI-QUAQUERO" userId="5b7c4864-d3b3-4c12-a33e-5ea7a2094109" providerId="ADAL" clId="{22D5903A-4F66-432F-99F6-F40130E16CED}" dt="2020-11-23T15:37:44.959" v="12023" actId="1076"/>
          <ac:picMkLst>
            <pc:docMk/>
            <pc:sldMk cId="4070197302" sldId="562"/>
            <ac:picMk id="5" creationId="{9A223D0A-C24A-4603-96F1-27D44A6F9B95}"/>
          </ac:picMkLst>
        </pc:picChg>
        <pc:picChg chg="add mod">
          <ac:chgData name="Jean-Louis SCOTTO-DI-QUAQUERO" userId="5b7c4864-d3b3-4c12-a33e-5ea7a2094109" providerId="ADAL" clId="{22D5903A-4F66-432F-99F6-F40130E16CED}" dt="2020-11-23T15:37:48.044" v="12024" actId="27614"/>
          <ac:picMkLst>
            <pc:docMk/>
            <pc:sldMk cId="4070197302" sldId="562"/>
            <ac:picMk id="6" creationId="{CF9764AA-20C3-4A7F-A615-A3CBF6DA362F}"/>
          </ac:picMkLst>
        </pc:picChg>
      </pc:sldChg>
      <pc:sldChg chg="add del">
        <pc:chgData name="Jean-Louis SCOTTO-DI-QUAQUERO" userId="5b7c4864-d3b3-4c12-a33e-5ea7a2094109" providerId="ADAL" clId="{22D5903A-4F66-432F-99F6-F40130E16CED}" dt="2020-11-19T09:53:32.952" v="3575" actId="2696"/>
        <pc:sldMkLst>
          <pc:docMk/>
          <pc:sldMk cId="42287643" sldId="563"/>
        </pc:sldMkLst>
      </pc:sldChg>
      <pc:sldChg chg="addSp delSp modSp add ord">
        <pc:chgData name="Jean-Louis SCOTTO-DI-QUAQUERO" userId="5b7c4864-d3b3-4c12-a33e-5ea7a2094109" providerId="ADAL" clId="{22D5903A-4F66-432F-99F6-F40130E16CED}" dt="2020-11-19T10:54:56.693" v="4724" actId="207"/>
        <pc:sldMkLst>
          <pc:docMk/>
          <pc:sldMk cId="1586844024" sldId="563"/>
        </pc:sldMkLst>
        <pc:spChg chg="mod">
          <ac:chgData name="Jean-Louis SCOTTO-DI-QUAQUERO" userId="5b7c4864-d3b3-4c12-a33e-5ea7a2094109" providerId="ADAL" clId="{22D5903A-4F66-432F-99F6-F40130E16CED}" dt="2020-11-19T10:02:10.743" v="3907" actId="20577"/>
          <ac:spMkLst>
            <pc:docMk/>
            <pc:sldMk cId="1586844024" sldId="563"/>
            <ac:spMk id="4" creationId="{BBF85A88-70BE-4871-9290-7D64BD6E5772}"/>
          </ac:spMkLst>
        </pc:spChg>
        <pc:spChg chg="mod">
          <ac:chgData name="Jean-Louis SCOTTO-DI-QUAQUERO" userId="5b7c4864-d3b3-4c12-a33e-5ea7a2094109" providerId="ADAL" clId="{22D5903A-4F66-432F-99F6-F40130E16CED}" dt="2020-11-19T10:54:56.693" v="4724" actId="207"/>
          <ac:spMkLst>
            <pc:docMk/>
            <pc:sldMk cId="1586844024" sldId="563"/>
            <ac:spMk id="8" creationId="{0969D079-ECF4-4361-BA7E-F2761156DBCF}"/>
          </ac:spMkLst>
        </pc:spChg>
        <pc:spChg chg="add del mod">
          <ac:chgData name="Jean-Louis SCOTTO-DI-QUAQUERO" userId="5b7c4864-d3b3-4c12-a33e-5ea7a2094109" providerId="ADAL" clId="{22D5903A-4F66-432F-99F6-F40130E16CED}" dt="2020-11-19T10:32:59.428" v="4515" actId="478"/>
          <ac:spMkLst>
            <pc:docMk/>
            <pc:sldMk cId="1586844024" sldId="563"/>
            <ac:spMk id="11" creationId="{DE2F5EC5-8869-4366-B163-8C5C0DAA0FFA}"/>
          </ac:spMkLst>
        </pc:spChg>
        <pc:spChg chg="add mod">
          <ac:chgData name="Jean-Louis SCOTTO-DI-QUAQUERO" userId="5b7c4864-d3b3-4c12-a33e-5ea7a2094109" providerId="ADAL" clId="{22D5903A-4F66-432F-99F6-F40130E16CED}" dt="2020-11-19T10:39:40.024" v="4572" actId="164"/>
          <ac:spMkLst>
            <pc:docMk/>
            <pc:sldMk cId="1586844024" sldId="563"/>
            <ac:spMk id="13" creationId="{E680B0F2-D649-4FB0-BC5E-6C773C6FB250}"/>
          </ac:spMkLst>
        </pc:spChg>
        <pc:spChg chg="add mod">
          <ac:chgData name="Jean-Louis SCOTTO-DI-QUAQUERO" userId="5b7c4864-d3b3-4c12-a33e-5ea7a2094109" providerId="ADAL" clId="{22D5903A-4F66-432F-99F6-F40130E16CED}" dt="2020-11-19T10:54:50.021" v="4723" actId="20577"/>
          <ac:spMkLst>
            <pc:docMk/>
            <pc:sldMk cId="1586844024" sldId="563"/>
            <ac:spMk id="15" creationId="{54BCE770-8FA0-4C16-BE5E-E337E8FD14AA}"/>
          </ac:spMkLst>
        </pc:spChg>
        <pc:spChg chg="add mod">
          <ac:chgData name="Jean-Louis SCOTTO-DI-QUAQUERO" userId="5b7c4864-d3b3-4c12-a33e-5ea7a2094109" providerId="ADAL" clId="{22D5903A-4F66-432F-99F6-F40130E16CED}" dt="2020-11-19T10:40:58.663" v="4584" actId="164"/>
          <ac:spMkLst>
            <pc:docMk/>
            <pc:sldMk cId="1586844024" sldId="563"/>
            <ac:spMk id="20" creationId="{978D4564-96CB-4308-932E-9FD2A0B27DDD}"/>
          </ac:spMkLst>
        </pc:spChg>
        <pc:spChg chg="add mod">
          <ac:chgData name="Jean-Louis SCOTTO-DI-QUAQUERO" userId="5b7c4864-d3b3-4c12-a33e-5ea7a2094109" providerId="ADAL" clId="{22D5903A-4F66-432F-99F6-F40130E16CED}" dt="2020-11-19T10:41:05.482" v="4586" actId="164"/>
          <ac:spMkLst>
            <pc:docMk/>
            <pc:sldMk cId="1586844024" sldId="563"/>
            <ac:spMk id="21" creationId="{A6E9D678-DD15-4414-AC5E-1C3E4264D2EF}"/>
          </ac:spMkLst>
        </pc:spChg>
        <pc:spChg chg="add del mod">
          <ac:chgData name="Jean-Louis SCOTTO-DI-QUAQUERO" userId="5b7c4864-d3b3-4c12-a33e-5ea7a2094109" providerId="ADAL" clId="{22D5903A-4F66-432F-99F6-F40130E16CED}" dt="2020-11-19T10:28:10.600" v="4440" actId="478"/>
          <ac:spMkLst>
            <pc:docMk/>
            <pc:sldMk cId="1586844024" sldId="563"/>
            <ac:spMk id="22" creationId="{DA2A4BCC-3D02-4400-9D17-2A3B38E411C3}"/>
          </ac:spMkLst>
        </pc:spChg>
        <pc:spChg chg="add mod">
          <ac:chgData name="Jean-Louis SCOTTO-DI-QUAQUERO" userId="5b7c4864-d3b3-4c12-a33e-5ea7a2094109" providerId="ADAL" clId="{22D5903A-4F66-432F-99F6-F40130E16CED}" dt="2020-11-19T10:45:19.928" v="4628" actId="14100"/>
          <ac:spMkLst>
            <pc:docMk/>
            <pc:sldMk cId="1586844024" sldId="563"/>
            <ac:spMk id="34" creationId="{0CCBC782-0DB2-464C-ABFE-86433665C283}"/>
          </ac:spMkLst>
        </pc:spChg>
        <pc:spChg chg="add mod">
          <ac:chgData name="Jean-Louis SCOTTO-DI-QUAQUERO" userId="5b7c4864-d3b3-4c12-a33e-5ea7a2094109" providerId="ADAL" clId="{22D5903A-4F66-432F-99F6-F40130E16CED}" dt="2020-11-19T10:45:31.525" v="4630" actId="1076"/>
          <ac:spMkLst>
            <pc:docMk/>
            <pc:sldMk cId="1586844024" sldId="563"/>
            <ac:spMk id="37" creationId="{3402AF70-6523-4AB5-9AC8-B4A30187F3F2}"/>
          </ac:spMkLst>
        </pc:spChg>
        <pc:spChg chg="add mod">
          <ac:chgData name="Jean-Louis SCOTTO-DI-QUAQUERO" userId="5b7c4864-d3b3-4c12-a33e-5ea7a2094109" providerId="ADAL" clId="{22D5903A-4F66-432F-99F6-F40130E16CED}" dt="2020-11-19T10:45:39.704" v="4632" actId="1076"/>
          <ac:spMkLst>
            <pc:docMk/>
            <pc:sldMk cId="1586844024" sldId="563"/>
            <ac:spMk id="38" creationId="{9C679E6F-78D6-4743-AFF1-6DF137729F4B}"/>
          </ac:spMkLst>
        </pc:spChg>
        <pc:grpChg chg="add mod">
          <ac:chgData name="Jean-Louis SCOTTO-DI-QUAQUERO" userId="5b7c4864-d3b3-4c12-a33e-5ea7a2094109" providerId="ADAL" clId="{22D5903A-4F66-432F-99F6-F40130E16CED}" dt="2020-11-19T10:44:36.769" v="4621" actId="1036"/>
          <ac:grpSpMkLst>
            <pc:docMk/>
            <pc:sldMk cId="1586844024" sldId="563"/>
            <ac:grpSpMk id="24" creationId="{9F7F8F44-7843-4BC7-8D37-A6E21D0A0E72}"/>
          </ac:grpSpMkLst>
        </pc:grpChg>
        <pc:grpChg chg="add mod">
          <ac:chgData name="Jean-Louis SCOTTO-DI-QUAQUERO" userId="5b7c4864-d3b3-4c12-a33e-5ea7a2094109" providerId="ADAL" clId="{22D5903A-4F66-432F-99F6-F40130E16CED}" dt="2020-11-19T10:44:36.769" v="4621" actId="1036"/>
          <ac:grpSpMkLst>
            <pc:docMk/>
            <pc:sldMk cId="1586844024" sldId="563"/>
            <ac:grpSpMk id="25" creationId="{D5A82825-E433-40A3-AC21-48115EAE99EF}"/>
          </ac:grpSpMkLst>
        </pc:grpChg>
        <pc:grpChg chg="add mod">
          <ac:chgData name="Jean-Louis SCOTTO-DI-QUAQUERO" userId="5b7c4864-d3b3-4c12-a33e-5ea7a2094109" providerId="ADAL" clId="{22D5903A-4F66-432F-99F6-F40130E16CED}" dt="2020-11-19T10:44:36.769" v="4621" actId="1036"/>
          <ac:grpSpMkLst>
            <pc:docMk/>
            <pc:sldMk cId="1586844024" sldId="563"/>
            <ac:grpSpMk id="26" creationId="{4A3A661C-A147-44D8-BDD1-427E9B6C16F1}"/>
          </ac:grpSpMkLst>
        </pc:grpChg>
        <pc:grpChg chg="add mod">
          <ac:chgData name="Jean-Louis SCOTTO-DI-QUAQUERO" userId="5b7c4864-d3b3-4c12-a33e-5ea7a2094109" providerId="ADAL" clId="{22D5903A-4F66-432F-99F6-F40130E16CED}" dt="2020-11-19T10:44:36.769" v="4621" actId="1036"/>
          <ac:grpSpMkLst>
            <pc:docMk/>
            <pc:sldMk cId="1586844024" sldId="563"/>
            <ac:grpSpMk id="27" creationId="{1A80BB94-AC6F-4FFA-9070-8265A74A6CF1}"/>
          </ac:grpSpMkLst>
        </pc:grpChg>
        <pc:graphicFrameChg chg="del">
          <ac:chgData name="Jean-Louis SCOTTO-DI-QUAQUERO" userId="5b7c4864-d3b3-4c12-a33e-5ea7a2094109" providerId="ADAL" clId="{22D5903A-4F66-432F-99F6-F40130E16CED}" dt="2020-11-19T10:03:58.907" v="4070" actId="478"/>
          <ac:graphicFrameMkLst>
            <pc:docMk/>
            <pc:sldMk cId="1586844024" sldId="563"/>
            <ac:graphicFrameMk id="6" creationId="{E83DD879-20AC-4F32-96BE-1837AB135C32}"/>
          </ac:graphicFrameMkLst>
        </pc:graphicFrameChg>
        <pc:picChg chg="add mod">
          <ac:chgData name="Jean-Louis SCOTTO-DI-QUAQUERO" userId="5b7c4864-d3b3-4c12-a33e-5ea7a2094109" providerId="ADAL" clId="{22D5903A-4F66-432F-99F6-F40130E16CED}" dt="2020-11-19T10:39:40.024" v="4572" actId="164"/>
          <ac:picMkLst>
            <pc:docMk/>
            <pc:sldMk cId="1586844024" sldId="563"/>
            <ac:picMk id="5" creationId="{6003A089-8BD1-4B57-BAF1-F9C42194F25C}"/>
          </ac:picMkLst>
        </pc:picChg>
        <pc:picChg chg="add mod">
          <ac:chgData name="Jean-Louis SCOTTO-DI-QUAQUERO" userId="5b7c4864-d3b3-4c12-a33e-5ea7a2094109" providerId="ADAL" clId="{22D5903A-4F66-432F-99F6-F40130E16CED}" dt="2020-11-19T10:40:11.989" v="4577" actId="1076"/>
          <ac:picMkLst>
            <pc:docMk/>
            <pc:sldMk cId="1586844024" sldId="563"/>
            <ac:picMk id="7" creationId="{6B5E3B0B-0A15-4A89-BBF1-077ED275EB4B}"/>
          </ac:picMkLst>
        </pc:picChg>
        <pc:picChg chg="del">
          <ac:chgData name="Jean-Louis SCOTTO-DI-QUAQUERO" userId="5b7c4864-d3b3-4c12-a33e-5ea7a2094109" providerId="ADAL" clId="{22D5903A-4F66-432F-99F6-F40130E16CED}" dt="2020-11-19T10:03:57.308" v="4069" actId="478"/>
          <ac:picMkLst>
            <pc:docMk/>
            <pc:sldMk cId="1586844024" sldId="563"/>
            <ac:picMk id="9" creationId="{DDF1C0CF-9812-4553-8315-44EF2A52077E}"/>
          </ac:picMkLst>
        </pc:picChg>
        <pc:picChg chg="add del mod">
          <ac:chgData name="Jean-Louis SCOTTO-DI-QUAQUERO" userId="5b7c4864-d3b3-4c12-a33e-5ea7a2094109" providerId="ADAL" clId="{22D5903A-4F66-432F-99F6-F40130E16CED}" dt="2020-11-19T10:24:47.715" v="4345" actId="478"/>
          <ac:picMkLst>
            <pc:docMk/>
            <pc:sldMk cId="1586844024" sldId="563"/>
            <ac:picMk id="10" creationId="{FE2F7031-B946-437C-9A01-8BA34DB15F1D}"/>
          </ac:picMkLst>
        </pc:picChg>
        <pc:picChg chg="add mod">
          <ac:chgData name="Jean-Louis SCOTTO-DI-QUAQUERO" userId="5b7c4864-d3b3-4c12-a33e-5ea7a2094109" providerId="ADAL" clId="{22D5903A-4F66-432F-99F6-F40130E16CED}" dt="2020-11-19T10:39:51.120" v="4574" actId="1076"/>
          <ac:picMkLst>
            <pc:docMk/>
            <pc:sldMk cId="1586844024" sldId="563"/>
            <ac:picMk id="12" creationId="{06B1F46A-C22B-4D6D-869D-4BD968A5F835}"/>
          </ac:picMkLst>
        </pc:picChg>
        <pc:picChg chg="add mod">
          <ac:chgData name="Jean-Louis SCOTTO-DI-QUAQUERO" userId="5b7c4864-d3b3-4c12-a33e-5ea7a2094109" providerId="ADAL" clId="{22D5903A-4F66-432F-99F6-F40130E16CED}" dt="2020-11-19T10:40:58.663" v="4584" actId="164"/>
          <ac:picMkLst>
            <pc:docMk/>
            <pc:sldMk cId="1586844024" sldId="563"/>
            <ac:picMk id="14" creationId="{E6F51B49-E50B-478A-9980-4232FB63A691}"/>
          </ac:picMkLst>
        </pc:picChg>
        <pc:picChg chg="add mod">
          <ac:chgData name="Jean-Louis SCOTTO-DI-QUAQUERO" userId="5b7c4864-d3b3-4c12-a33e-5ea7a2094109" providerId="ADAL" clId="{22D5903A-4F66-432F-99F6-F40130E16CED}" dt="2020-11-19T10:40:58.663" v="4584" actId="164"/>
          <ac:picMkLst>
            <pc:docMk/>
            <pc:sldMk cId="1586844024" sldId="563"/>
            <ac:picMk id="16" creationId="{12E4271E-0F82-46DA-9912-32EAC9FE615D}"/>
          </ac:picMkLst>
        </pc:picChg>
        <pc:picChg chg="add del mod">
          <ac:chgData name="Jean-Louis SCOTTO-DI-QUAQUERO" userId="5b7c4864-d3b3-4c12-a33e-5ea7a2094109" providerId="ADAL" clId="{22D5903A-4F66-432F-99F6-F40130E16CED}" dt="2020-11-19T10:30:08.860" v="4446" actId="478"/>
          <ac:picMkLst>
            <pc:docMk/>
            <pc:sldMk cId="1586844024" sldId="563"/>
            <ac:picMk id="17" creationId="{8DBA399B-2DC1-4C28-889F-A65922BCCBAC}"/>
          </ac:picMkLst>
        </pc:picChg>
        <pc:picChg chg="add mod">
          <ac:chgData name="Jean-Louis SCOTTO-DI-QUAQUERO" userId="5b7c4864-d3b3-4c12-a33e-5ea7a2094109" providerId="ADAL" clId="{22D5903A-4F66-432F-99F6-F40130E16CED}" dt="2020-11-19T10:41:05.482" v="4586" actId="164"/>
          <ac:picMkLst>
            <pc:docMk/>
            <pc:sldMk cId="1586844024" sldId="563"/>
            <ac:picMk id="18" creationId="{27F3A7A4-A667-446F-B80D-07DB32294135}"/>
          </ac:picMkLst>
        </pc:picChg>
        <pc:picChg chg="add mod">
          <ac:chgData name="Jean-Louis SCOTTO-DI-QUAQUERO" userId="5b7c4864-d3b3-4c12-a33e-5ea7a2094109" providerId="ADAL" clId="{22D5903A-4F66-432F-99F6-F40130E16CED}" dt="2020-11-19T10:41:05.482" v="4586" actId="164"/>
          <ac:picMkLst>
            <pc:docMk/>
            <pc:sldMk cId="1586844024" sldId="563"/>
            <ac:picMk id="19" creationId="{FE5744BE-0B88-41E9-B505-1697CCE2A427}"/>
          </ac:picMkLst>
        </pc:picChg>
        <pc:picChg chg="add mod">
          <ac:chgData name="Jean-Louis SCOTTO-DI-QUAQUERO" userId="5b7c4864-d3b3-4c12-a33e-5ea7a2094109" providerId="ADAL" clId="{22D5903A-4F66-432F-99F6-F40130E16CED}" dt="2020-11-19T10:39:35.548" v="4571" actId="164"/>
          <ac:picMkLst>
            <pc:docMk/>
            <pc:sldMk cId="1586844024" sldId="563"/>
            <ac:picMk id="23" creationId="{B87A9A85-2925-489C-8A62-D30713AD33D6}"/>
          </ac:picMkLst>
        </pc:picChg>
        <pc:picChg chg="add mod">
          <ac:chgData name="Jean-Louis SCOTTO-DI-QUAQUERO" userId="5b7c4864-d3b3-4c12-a33e-5ea7a2094109" providerId="ADAL" clId="{22D5903A-4F66-432F-99F6-F40130E16CED}" dt="2020-11-19T10:47:22.376" v="4640" actId="1076"/>
          <ac:picMkLst>
            <pc:docMk/>
            <pc:sldMk cId="1586844024" sldId="563"/>
            <ac:picMk id="35" creationId="{5E6146C1-47FA-4A5E-AFEF-4A67E3594A7E}"/>
          </ac:picMkLst>
        </pc:picChg>
        <pc:picChg chg="mod">
          <ac:chgData name="Jean-Louis SCOTTO-DI-QUAQUERO" userId="5b7c4864-d3b3-4c12-a33e-5ea7a2094109" providerId="ADAL" clId="{22D5903A-4F66-432F-99F6-F40130E16CED}" dt="2020-11-19T10:47:22.869" v="4641" actId="1076"/>
          <ac:picMkLst>
            <pc:docMk/>
            <pc:sldMk cId="1586844024" sldId="563"/>
            <ac:picMk id="3074" creationId="{61C42F19-ED8E-4023-AE76-714787EC45C4}"/>
          </ac:picMkLst>
        </pc:picChg>
        <pc:cxnChg chg="add mod">
          <ac:chgData name="Jean-Louis SCOTTO-DI-QUAQUERO" userId="5b7c4864-d3b3-4c12-a33e-5ea7a2094109" providerId="ADAL" clId="{22D5903A-4F66-432F-99F6-F40130E16CED}" dt="2020-11-19T10:48:17.177" v="4647" actId="208"/>
          <ac:cxnSpMkLst>
            <pc:docMk/>
            <pc:sldMk cId="1586844024" sldId="563"/>
            <ac:cxnSpMk id="29" creationId="{7A234ABC-F74F-44AB-8C3D-40C3F4A88DCF}"/>
          </ac:cxnSpMkLst>
        </pc:cxnChg>
        <pc:cxnChg chg="add mod">
          <ac:chgData name="Jean-Louis SCOTTO-DI-QUAQUERO" userId="5b7c4864-d3b3-4c12-a33e-5ea7a2094109" providerId="ADAL" clId="{22D5903A-4F66-432F-99F6-F40130E16CED}" dt="2020-11-19T10:43:59.582" v="4609" actId="1076"/>
          <ac:cxnSpMkLst>
            <pc:docMk/>
            <pc:sldMk cId="1586844024" sldId="563"/>
            <ac:cxnSpMk id="33" creationId="{DE835D94-D161-4BD6-9CDA-A018C6340486}"/>
          </ac:cxnSpMkLst>
        </pc:cxnChg>
        <pc:cxnChg chg="add mod">
          <ac:chgData name="Jean-Louis SCOTTO-DI-QUAQUERO" userId="5b7c4864-d3b3-4c12-a33e-5ea7a2094109" providerId="ADAL" clId="{22D5903A-4F66-432F-99F6-F40130E16CED}" dt="2020-11-19T10:48:38.306" v="4651" actId="14100"/>
          <ac:cxnSpMkLst>
            <pc:docMk/>
            <pc:sldMk cId="1586844024" sldId="563"/>
            <ac:cxnSpMk id="39" creationId="{73F9607F-ECE1-43BC-9750-A1DE194D6E2B}"/>
          </ac:cxnSpMkLst>
        </pc:cxnChg>
      </pc:sldChg>
      <pc:sldChg chg="addSp delSp modSp add">
        <pc:chgData name="Jean-Louis SCOTTO-DI-QUAQUERO" userId="5b7c4864-d3b3-4c12-a33e-5ea7a2094109" providerId="ADAL" clId="{22D5903A-4F66-432F-99F6-F40130E16CED}" dt="2020-11-19T11:19:40.925" v="5437" actId="113"/>
        <pc:sldMkLst>
          <pc:docMk/>
          <pc:sldMk cId="718485828" sldId="564"/>
        </pc:sldMkLst>
        <pc:spChg chg="mod">
          <ac:chgData name="Jean-Louis SCOTTO-DI-QUAQUERO" userId="5b7c4864-d3b3-4c12-a33e-5ea7a2094109" providerId="ADAL" clId="{22D5903A-4F66-432F-99F6-F40130E16CED}" dt="2020-11-19T10:59:16.519" v="4741" actId="20577"/>
          <ac:spMkLst>
            <pc:docMk/>
            <pc:sldMk cId="718485828" sldId="564"/>
            <ac:spMk id="4" creationId="{BBF85A88-70BE-4871-9290-7D64BD6E5772}"/>
          </ac:spMkLst>
        </pc:spChg>
        <pc:spChg chg="add mod">
          <ac:chgData name="Jean-Louis SCOTTO-DI-QUAQUERO" userId="5b7c4864-d3b3-4c12-a33e-5ea7a2094109" providerId="ADAL" clId="{22D5903A-4F66-432F-99F6-F40130E16CED}" dt="2020-11-19T11:07:20.311" v="5231" actId="14100"/>
          <ac:spMkLst>
            <pc:docMk/>
            <pc:sldMk cId="718485828" sldId="564"/>
            <ac:spMk id="5" creationId="{3068084E-3EB3-414C-9A58-94D8F5A5D919}"/>
          </ac:spMkLst>
        </pc:spChg>
        <pc:spChg chg="mod">
          <ac:chgData name="Jean-Louis SCOTTO-DI-QUAQUERO" userId="5b7c4864-d3b3-4c12-a33e-5ea7a2094109" providerId="ADAL" clId="{22D5903A-4F66-432F-99F6-F40130E16CED}" dt="2020-11-19T11:19:40.925" v="5437" actId="113"/>
          <ac:spMkLst>
            <pc:docMk/>
            <pc:sldMk cId="718485828" sldId="564"/>
            <ac:spMk id="8" creationId="{0969D079-ECF4-4361-BA7E-F2761156DBCF}"/>
          </ac:spMkLst>
        </pc:spChg>
        <pc:spChg chg="add mod">
          <ac:chgData name="Jean-Louis SCOTTO-DI-QUAQUERO" userId="5b7c4864-d3b3-4c12-a33e-5ea7a2094109" providerId="ADAL" clId="{22D5903A-4F66-432F-99F6-F40130E16CED}" dt="2020-11-19T11:06:41.684" v="5224" actId="1076"/>
          <ac:spMkLst>
            <pc:docMk/>
            <pc:sldMk cId="718485828" sldId="564"/>
            <ac:spMk id="10" creationId="{62840CEC-B869-410C-973F-499CA00F12A9}"/>
          </ac:spMkLst>
        </pc:spChg>
        <pc:spChg chg="add mod">
          <ac:chgData name="Jean-Louis SCOTTO-DI-QUAQUERO" userId="5b7c4864-d3b3-4c12-a33e-5ea7a2094109" providerId="ADAL" clId="{22D5903A-4F66-432F-99F6-F40130E16CED}" dt="2020-11-19T11:07:08.535" v="5228" actId="20577"/>
          <ac:spMkLst>
            <pc:docMk/>
            <pc:sldMk cId="718485828" sldId="564"/>
            <ac:spMk id="11" creationId="{F4D0F6DF-23F8-442F-A237-2FEBD5238A51}"/>
          </ac:spMkLst>
        </pc:spChg>
        <pc:graphicFrameChg chg="del mod">
          <ac:chgData name="Jean-Louis SCOTTO-DI-QUAQUERO" userId="5b7c4864-d3b3-4c12-a33e-5ea7a2094109" providerId="ADAL" clId="{22D5903A-4F66-432F-99F6-F40130E16CED}" dt="2020-11-19T11:05:38.269" v="5108" actId="478"/>
          <ac:graphicFrameMkLst>
            <pc:docMk/>
            <pc:sldMk cId="718485828" sldId="564"/>
            <ac:graphicFrameMk id="6" creationId="{E83DD879-20AC-4F32-96BE-1837AB135C32}"/>
          </ac:graphicFrameMkLst>
        </pc:graphicFrameChg>
        <pc:picChg chg="mod">
          <ac:chgData name="Jean-Louis SCOTTO-DI-QUAQUERO" userId="5b7c4864-d3b3-4c12-a33e-5ea7a2094109" providerId="ADAL" clId="{22D5903A-4F66-432F-99F6-F40130E16CED}" dt="2020-11-19T11:06:48.803" v="5226" actId="14100"/>
          <ac:picMkLst>
            <pc:docMk/>
            <pc:sldMk cId="718485828" sldId="564"/>
            <ac:picMk id="9" creationId="{DDF1C0CF-9812-4553-8315-44EF2A52077E}"/>
          </ac:picMkLst>
        </pc:picChg>
        <pc:picChg chg="mod">
          <ac:chgData name="Jean-Louis SCOTTO-DI-QUAQUERO" userId="5b7c4864-d3b3-4c12-a33e-5ea7a2094109" providerId="ADAL" clId="{22D5903A-4F66-432F-99F6-F40130E16CED}" dt="2020-11-19T11:05:32.266" v="5107" actId="1076"/>
          <ac:picMkLst>
            <pc:docMk/>
            <pc:sldMk cId="718485828" sldId="564"/>
            <ac:picMk id="3074" creationId="{61C42F19-ED8E-4023-AE76-714787EC45C4}"/>
          </ac:picMkLst>
        </pc:picChg>
      </pc:sldChg>
      <pc:sldChg chg="addSp modSp add modNotesTx">
        <pc:chgData name="Jean-Louis SCOTTO-DI-QUAQUERO" userId="5b7c4864-d3b3-4c12-a33e-5ea7a2094109" providerId="ADAL" clId="{22D5903A-4F66-432F-99F6-F40130E16CED}" dt="2020-11-19T12:49:26.082" v="5526" actId="6549"/>
        <pc:sldMkLst>
          <pc:docMk/>
          <pc:sldMk cId="4167725259" sldId="565"/>
        </pc:sldMkLst>
        <pc:spChg chg="mod">
          <ac:chgData name="Jean-Louis SCOTTO-DI-QUAQUERO" userId="5b7c4864-d3b3-4c12-a33e-5ea7a2094109" providerId="ADAL" clId="{22D5903A-4F66-432F-99F6-F40130E16CED}" dt="2020-11-19T11:08:57.921" v="5265" actId="20577"/>
          <ac:spMkLst>
            <pc:docMk/>
            <pc:sldMk cId="4167725259" sldId="565"/>
            <ac:spMk id="4" creationId="{1DEC20EC-A41A-45EC-A724-5B79838681E0}"/>
          </ac:spMkLst>
        </pc:spChg>
        <pc:spChg chg="mod">
          <ac:chgData name="Jean-Louis SCOTTO-DI-QUAQUERO" userId="5b7c4864-d3b3-4c12-a33e-5ea7a2094109" providerId="ADAL" clId="{22D5903A-4F66-432F-99F6-F40130E16CED}" dt="2020-11-19T11:24:12.506" v="5521" actId="20577"/>
          <ac:spMkLst>
            <pc:docMk/>
            <pc:sldMk cId="4167725259" sldId="565"/>
            <ac:spMk id="5" creationId="{1440D30C-A75E-48CA-9A69-D39CA7C53046}"/>
          </ac:spMkLst>
        </pc:spChg>
        <pc:spChg chg="add mod">
          <ac:chgData name="Jean-Louis SCOTTO-DI-QUAQUERO" userId="5b7c4864-d3b3-4c12-a33e-5ea7a2094109" providerId="ADAL" clId="{22D5903A-4F66-432F-99F6-F40130E16CED}" dt="2020-11-19T11:24:19.507" v="5525" actId="1036"/>
          <ac:spMkLst>
            <pc:docMk/>
            <pc:sldMk cId="4167725259" sldId="565"/>
            <ac:spMk id="7" creationId="{05E35942-6531-4AB6-A380-334EA12B0A0E}"/>
          </ac:spMkLst>
        </pc:spChg>
        <pc:spChg chg="add mod">
          <ac:chgData name="Jean-Louis SCOTTO-DI-QUAQUERO" userId="5b7c4864-d3b3-4c12-a33e-5ea7a2094109" providerId="ADAL" clId="{22D5903A-4F66-432F-99F6-F40130E16CED}" dt="2020-11-19T11:23:56.439" v="5520" actId="164"/>
          <ac:spMkLst>
            <pc:docMk/>
            <pc:sldMk cId="4167725259" sldId="565"/>
            <ac:spMk id="9" creationId="{C9595ACA-744A-4AAF-A167-3723B54FCF12}"/>
          </ac:spMkLst>
        </pc:spChg>
        <pc:grpChg chg="add mod">
          <ac:chgData name="Jean-Louis SCOTTO-DI-QUAQUERO" userId="5b7c4864-d3b3-4c12-a33e-5ea7a2094109" providerId="ADAL" clId="{22D5903A-4F66-432F-99F6-F40130E16CED}" dt="2020-11-19T11:23:56.439" v="5520" actId="164"/>
          <ac:grpSpMkLst>
            <pc:docMk/>
            <pc:sldMk cId="4167725259" sldId="565"/>
            <ac:grpSpMk id="12" creationId="{14388C1F-37FF-4EDC-9D14-0CCD6C1EB03F}"/>
          </ac:grpSpMkLst>
        </pc:grpChg>
        <pc:picChg chg="add mod">
          <ac:chgData name="Jean-Louis SCOTTO-DI-QUAQUERO" userId="5b7c4864-d3b3-4c12-a33e-5ea7a2094109" providerId="ADAL" clId="{22D5903A-4F66-432F-99F6-F40130E16CED}" dt="2020-11-19T11:23:56.439" v="5520" actId="164"/>
          <ac:picMkLst>
            <pc:docMk/>
            <pc:sldMk cId="4167725259" sldId="565"/>
            <ac:picMk id="6" creationId="{D58EE1F0-1DBD-43E9-8F6B-709F06CB2DA1}"/>
          </ac:picMkLst>
        </pc:picChg>
        <pc:picChg chg="add mod">
          <ac:chgData name="Jean-Louis SCOTTO-DI-QUAQUERO" userId="5b7c4864-d3b3-4c12-a33e-5ea7a2094109" providerId="ADAL" clId="{22D5903A-4F66-432F-99F6-F40130E16CED}" dt="2020-11-19T11:23:56.439" v="5520" actId="164"/>
          <ac:picMkLst>
            <pc:docMk/>
            <pc:sldMk cId="4167725259" sldId="565"/>
            <ac:picMk id="8" creationId="{F316323D-2ACC-4D0F-9EF0-06767AAA118D}"/>
          </ac:picMkLst>
        </pc:picChg>
        <pc:cxnChg chg="add mod">
          <ac:chgData name="Jean-Louis SCOTTO-DI-QUAQUERO" userId="5b7c4864-d3b3-4c12-a33e-5ea7a2094109" providerId="ADAL" clId="{22D5903A-4F66-432F-99F6-F40130E16CED}" dt="2020-11-19T11:23:56.439" v="5520" actId="164"/>
          <ac:cxnSpMkLst>
            <pc:docMk/>
            <pc:sldMk cId="4167725259" sldId="565"/>
            <ac:cxnSpMk id="11" creationId="{72E487DF-7745-4812-81D1-9921A32A2BFF}"/>
          </ac:cxnSpMkLst>
        </pc:cxnChg>
      </pc:sldChg>
      <pc:sldChg chg="addSp delSp modSp add">
        <pc:chgData name="Jean-Louis SCOTTO-DI-QUAQUERO" userId="5b7c4864-d3b3-4c12-a33e-5ea7a2094109" providerId="ADAL" clId="{22D5903A-4F66-432F-99F6-F40130E16CED}" dt="2020-11-19T13:08:28.767" v="6322" actId="164"/>
        <pc:sldMkLst>
          <pc:docMk/>
          <pc:sldMk cId="179781536" sldId="566"/>
        </pc:sldMkLst>
        <pc:spChg chg="mod">
          <ac:chgData name="Jean-Louis SCOTTO-DI-QUAQUERO" userId="5b7c4864-d3b3-4c12-a33e-5ea7a2094109" providerId="ADAL" clId="{22D5903A-4F66-432F-99F6-F40130E16CED}" dt="2020-11-19T12:58:05.255" v="5810" actId="20577"/>
          <ac:spMkLst>
            <pc:docMk/>
            <pc:sldMk cId="179781536" sldId="566"/>
            <ac:spMk id="4" creationId="{3F550389-D0F7-4A87-9533-584E28819C48}"/>
          </ac:spMkLst>
        </pc:spChg>
        <pc:spChg chg="add del">
          <ac:chgData name="Jean-Louis SCOTTO-DI-QUAQUERO" userId="5b7c4864-d3b3-4c12-a33e-5ea7a2094109" providerId="ADAL" clId="{22D5903A-4F66-432F-99F6-F40130E16CED}" dt="2020-11-19T12:52:38.779" v="5598" actId="478"/>
          <ac:spMkLst>
            <pc:docMk/>
            <pc:sldMk cId="179781536" sldId="566"/>
            <ac:spMk id="5" creationId="{D00C1A95-39AF-4472-83F2-4980CFF5B9DE}"/>
          </ac:spMkLst>
        </pc:spChg>
        <pc:spChg chg="add mod">
          <ac:chgData name="Jean-Louis SCOTTO-DI-QUAQUERO" userId="5b7c4864-d3b3-4c12-a33e-5ea7a2094109" providerId="ADAL" clId="{22D5903A-4F66-432F-99F6-F40130E16CED}" dt="2020-11-19T12:57:50.706" v="5808"/>
          <ac:spMkLst>
            <pc:docMk/>
            <pc:sldMk cId="179781536" sldId="566"/>
            <ac:spMk id="12" creationId="{B637C56C-D291-4CB8-800A-0E6D9DA0C197}"/>
          </ac:spMkLst>
        </pc:spChg>
        <pc:spChg chg="add mod">
          <ac:chgData name="Jean-Louis SCOTTO-DI-QUAQUERO" userId="5b7c4864-d3b3-4c12-a33e-5ea7a2094109" providerId="ADAL" clId="{22D5903A-4F66-432F-99F6-F40130E16CED}" dt="2020-11-19T12:57:53.193" v="5809"/>
          <ac:spMkLst>
            <pc:docMk/>
            <pc:sldMk cId="179781536" sldId="566"/>
            <ac:spMk id="15" creationId="{4589AB7E-C4C2-4F92-91BC-8251935BC41D}"/>
          </ac:spMkLst>
        </pc:spChg>
        <pc:spChg chg="add mod">
          <ac:chgData name="Jean-Louis SCOTTO-DI-QUAQUERO" userId="5b7c4864-d3b3-4c12-a33e-5ea7a2094109" providerId="ADAL" clId="{22D5903A-4F66-432F-99F6-F40130E16CED}" dt="2020-11-19T12:57:24.623" v="5796"/>
          <ac:spMkLst>
            <pc:docMk/>
            <pc:sldMk cId="179781536" sldId="566"/>
            <ac:spMk id="16" creationId="{694B90E1-4507-49BC-A0D3-0F3F4562412E}"/>
          </ac:spMkLst>
        </pc:spChg>
        <pc:spChg chg="add mod">
          <ac:chgData name="Jean-Louis SCOTTO-DI-QUAQUERO" userId="5b7c4864-d3b3-4c12-a33e-5ea7a2094109" providerId="ADAL" clId="{22D5903A-4F66-432F-99F6-F40130E16CED}" dt="2020-11-19T12:57:28.511" v="5797"/>
          <ac:spMkLst>
            <pc:docMk/>
            <pc:sldMk cId="179781536" sldId="566"/>
            <ac:spMk id="18" creationId="{BC040880-DFCD-45DA-8E81-076B7E72D2A4}"/>
          </ac:spMkLst>
        </pc:spChg>
        <pc:grpChg chg="add mod">
          <ac:chgData name="Jean-Louis SCOTTO-DI-QUAQUERO" userId="5b7c4864-d3b3-4c12-a33e-5ea7a2094109" providerId="ADAL" clId="{22D5903A-4F66-432F-99F6-F40130E16CED}" dt="2020-11-19T12:57:13.472" v="5791" actId="554"/>
          <ac:grpSpMkLst>
            <pc:docMk/>
            <pc:sldMk cId="179781536" sldId="566"/>
            <ac:grpSpMk id="19" creationId="{486EE256-A2F1-4A18-BF7E-2CC6529351B6}"/>
          </ac:grpSpMkLst>
        </pc:grpChg>
        <pc:grpChg chg="add mod">
          <ac:chgData name="Jean-Louis SCOTTO-DI-QUAQUERO" userId="5b7c4864-d3b3-4c12-a33e-5ea7a2094109" providerId="ADAL" clId="{22D5903A-4F66-432F-99F6-F40130E16CED}" dt="2020-11-19T12:57:13.472" v="5791" actId="554"/>
          <ac:grpSpMkLst>
            <pc:docMk/>
            <pc:sldMk cId="179781536" sldId="566"/>
            <ac:grpSpMk id="20" creationId="{DF4D4767-4AB0-4932-A962-7ADCB345F7CF}"/>
          </ac:grpSpMkLst>
        </pc:grpChg>
        <pc:grpChg chg="add del mod">
          <ac:chgData name="Jean-Louis SCOTTO-DI-QUAQUERO" userId="5b7c4864-d3b3-4c12-a33e-5ea7a2094109" providerId="ADAL" clId="{22D5903A-4F66-432F-99F6-F40130E16CED}" dt="2020-11-19T13:08:13.276" v="6312" actId="165"/>
          <ac:grpSpMkLst>
            <pc:docMk/>
            <pc:sldMk cId="179781536" sldId="566"/>
            <ac:grpSpMk id="21" creationId="{F0F36397-6F84-45B8-BB82-08CED7C668E1}"/>
          </ac:grpSpMkLst>
        </pc:grpChg>
        <pc:grpChg chg="add mod">
          <ac:chgData name="Jean-Louis SCOTTO-DI-QUAQUERO" userId="5b7c4864-d3b3-4c12-a33e-5ea7a2094109" providerId="ADAL" clId="{22D5903A-4F66-432F-99F6-F40130E16CED}" dt="2020-11-19T13:08:28.767" v="6322" actId="164"/>
          <ac:grpSpMkLst>
            <pc:docMk/>
            <pc:sldMk cId="179781536" sldId="566"/>
            <ac:grpSpMk id="23" creationId="{DD76E69D-CC75-4713-BB70-81C703EF657B}"/>
          </ac:grpSpMkLst>
        </pc:grpChg>
        <pc:picChg chg="add mod topLvl">
          <ac:chgData name="Jean-Louis SCOTTO-DI-QUAQUERO" userId="5b7c4864-d3b3-4c12-a33e-5ea7a2094109" providerId="ADAL" clId="{22D5903A-4F66-432F-99F6-F40130E16CED}" dt="2020-11-19T13:08:28.767" v="6322" actId="164"/>
          <ac:picMkLst>
            <pc:docMk/>
            <pc:sldMk cId="179781536" sldId="566"/>
            <ac:picMk id="6" creationId="{544383B8-147C-45E8-B222-3DA55BB52078}"/>
          </ac:picMkLst>
        </pc:picChg>
        <pc:picChg chg="add mod topLvl">
          <ac:chgData name="Jean-Louis SCOTTO-DI-QUAQUERO" userId="5b7c4864-d3b3-4c12-a33e-5ea7a2094109" providerId="ADAL" clId="{22D5903A-4F66-432F-99F6-F40130E16CED}" dt="2020-11-19T13:08:28.767" v="6322" actId="164"/>
          <ac:picMkLst>
            <pc:docMk/>
            <pc:sldMk cId="179781536" sldId="566"/>
            <ac:picMk id="7" creationId="{A1BA0CF7-2590-4F24-8576-D9527EE13F61}"/>
          </ac:picMkLst>
        </pc:picChg>
        <pc:picChg chg="add del mod">
          <ac:chgData name="Jean-Louis SCOTTO-DI-QUAQUERO" userId="5b7c4864-d3b3-4c12-a33e-5ea7a2094109" providerId="ADAL" clId="{22D5903A-4F66-432F-99F6-F40130E16CED}" dt="2020-11-19T12:53:02.969" v="5618" actId="478"/>
          <ac:picMkLst>
            <pc:docMk/>
            <pc:sldMk cId="179781536" sldId="566"/>
            <ac:picMk id="8" creationId="{815E0F22-0F5E-4A36-A68B-123945244982}"/>
          </ac:picMkLst>
        </pc:picChg>
        <pc:picChg chg="add mod topLvl">
          <ac:chgData name="Jean-Louis SCOTTO-DI-QUAQUERO" userId="5b7c4864-d3b3-4c12-a33e-5ea7a2094109" providerId="ADAL" clId="{22D5903A-4F66-432F-99F6-F40130E16CED}" dt="2020-11-19T13:08:28.767" v="6322" actId="164"/>
          <ac:picMkLst>
            <pc:docMk/>
            <pc:sldMk cId="179781536" sldId="566"/>
            <ac:picMk id="9" creationId="{DF484A2F-DDF0-4F3A-8A0E-1EE405788F4E}"/>
          </ac:picMkLst>
        </pc:picChg>
        <pc:picChg chg="add mod">
          <ac:chgData name="Jean-Louis SCOTTO-DI-QUAQUERO" userId="5b7c4864-d3b3-4c12-a33e-5ea7a2094109" providerId="ADAL" clId="{22D5903A-4F66-432F-99F6-F40130E16CED}" dt="2020-11-19T12:56:54.204" v="5787" actId="14100"/>
          <ac:picMkLst>
            <pc:docMk/>
            <pc:sldMk cId="179781536" sldId="566"/>
            <ac:picMk id="10" creationId="{302FC48F-A29C-4A9C-B6A1-1C356223FCBC}"/>
          </ac:picMkLst>
        </pc:picChg>
        <pc:picChg chg="add mod">
          <ac:chgData name="Jean-Louis SCOTTO-DI-QUAQUERO" userId="5b7c4864-d3b3-4c12-a33e-5ea7a2094109" providerId="ADAL" clId="{22D5903A-4F66-432F-99F6-F40130E16CED}" dt="2020-11-19T12:56:54.204" v="5787" actId="14100"/>
          <ac:picMkLst>
            <pc:docMk/>
            <pc:sldMk cId="179781536" sldId="566"/>
            <ac:picMk id="11" creationId="{0BA600D1-32C8-4A12-B5ED-EC9A6B52D603}"/>
          </ac:picMkLst>
        </pc:picChg>
        <pc:picChg chg="add mod">
          <ac:chgData name="Jean-Louis SCOTTO-DI-QUAQUERO" userId="5b7c4864-d3b3-4c12-a33e-5ea7a2094109" providerId="ADAL" clId="{22D5903A-4F66-432F-99F6-F40130E16CED}" dt="2020-11-19T12:57:04.546" v="5789" actId="164"/>
          <ac:picMkLst>
            <pc:docMk/>
            <pc:sldMk cId="179781536" sldId="566"/>
            <ac:picMk id="13" creationId="{824B2790-A855-4A22-80C7-D189AB86B004}"/>
          </ac:picMkLst>
        </pc:picChg>
        <pc:picChg chg="add mod">
          <ac:chgData name="Jean-Louis SCOTTO-DI-QUAQUERO" userId="5b7c4864-d3b3-4c12-a33e-5ea7a2094109" providerId="ADAL" clId="{22D5903A-4F66-432F-99F6-F40130E16CED}" dt="2020-11-19T12:57:04.546" v="5789" actId="164"/>
          <ac:picMkLst>
            <pc:docMk/>
            <pc:sldMk cId="179781536" sldId="566"/>
            <ac:picMk id="14" creationId="{6FC794B8-78F7-4AE2-BAD4-7410029E0294}"/>
          </ac:picMkLst>
        </pc:picChg>
        <pc:picChg chg="add mod">
          <ac:chgData name="Jean-Louis SCOTTO-DI-QUAQUERO" userId="5b7c4864-d3b3-4c12-a33e-5ea7a2094109" providerId="ADAL" clId="{22D5903A-4F66-432F-99F6-F40130E16CED}" dt="2020-11-19T12:56:32.450" v="5781" actId="1076"/>
          <ac:picMkLst>
            <pc:docMk/>
            <pc:sldMk cId="179781536" sldId="566"/>
            <ac:picMk id="17" creationId="{12DB5BFF-F3C1-4657-A841-A719D96881D7}"/>
          </ac:picMkLst>
        </pc:picChg>
        <pc:picChg chg="add mod">
          <ac:chgData name="Jean-Louis SCOTTO-DI-QUAQUERO" userId="5b7c4864-d3b3-4c12-a33e-5ea7a2094109" providerId="ADAL" clId="{22D5903A-4F66-432F-99F6-F40130E16CED}" dt="2020-11-19T13:08:28.767" v="6322" actId="164"/>
          <ac:picMkLst>
            <pc:docMk/>
            <pc:sldMk cId="179781536" sldId="566"/>
            <ac:picMk id="22" creationId="{ADB75D03-7843-4A37-813C-F14C3AA62587}"/>
          </ac:picMkLst>
        </pc:picChg>
      </pc:sldChg>
      <pc:sldChg chg="addSp delSp modSp add">
        <pc:chgData name="Jean-Louis SCOTTO-DI-QUAQUERO" userId="5b7c4864-d3b3-4c12-a33e-5ea7a2094109" providerId="ADAL" clId="{22D5903A-4F66-432F-99F6-F40130E16CED}" dt="2020-11-19T13:06:51.624" v="6305" actId="20577"/>
        <pc:sldMkLst>
          <pc:docMk/>
          <pc:sldMk cId="1356263809" sldId="567"/>
        </pc:sldMkLst>
        <pc:spChg chg="mod">
          <ac:chgData name="Jean-Louis SCOTTO-DI-QUAQUERO" userId="5b7c4864-d3b3-4c12-a33e-5ea7a2094109" providerId="ADAL" clId="{22D5903A-4F66-432F-99F6-F40130E16CED}" dt="2020-11-19T13:02:44.057" v="6047" actId="14100"/>
          <ac:spMkLst>
            <pc:docMk/>
            <pc:sldMk cId="1356263809" sldId="567"/>
            <ac:spMk id="12" creationId="{B637C56C-D291-4CB8-800A-0E6D9DA0C197}"/>
          </ac:spMkLst>
        </pc:spChg>
        <pc:spChg chg="mod ord">
          <ac:chgData name="Jean-Louis SCOTTO-DI-QUAQUERO" userId="5b7c4864-d3b3-4c12-a33e-5ea7a2094109" providerId="ADAL" clId="{22D5903A-4F66-432F-99F6-F40130E16CED}" dt="2020-11-19T13:02:39.887" v="6045" actId="14100"/>
          <ac:spMkLst>
            <pc:docMk/>
            <pc:sldMk cId="1356263809" sldId="567"/>
            <ac:spMk id="15" creationId="{4589AB7E-C4C2-4F92-91BC-8251935BC41D}"/>
          </ac:spMkLst>
        </pc:spChg>
        <pc:spChg chg="mod">
          <ac:chgData name="Jean-Louis SCOTTO-DI-QUAQUERO" userId="5b7c4864-d3b3-4c12-a33e-5ea7a2094109" providerId="ADAL" clId="{22D5903A-4F66-432F-99F6-F40130E16CED}" dt="2020-11-19T13:06:51.624" v="6305" actId="20577"/>
          <ac:spMkLst>
            <pc:docMk/>
            <pc:sldMk cId="1356263809" sldId="567"/>
            <ac:spMk id="16" creationId="{694B90E1-4507-49BC-A0D3-0F3F4562412E}"/>
          </ac:spMkLst>
        </pc:spChg>
        <pc:spChg chg="del">
          <ac:chgData name="Jean-Louis SCOTTO-DI-QUAQUERO" userId="5b7c4864-d3b3-4c12-a33e-5ea7a2094109" providerId="ADAL" clId="{22D5903A-4F66-432F-99F6-F40130E16CED}" dt="2020-11-19T12:58:47.958" v="5819" actId="478"/>
          <ac:spMkLst>
            <pc:docMk/>
            <pc:sldMk cId="1356263809" sldId="567"/>
            <ac:spMk id="18" creationId="{BC040880-DFCD-45DA-8E81-076B7E72D2A4}"/>
          </ac:spMkLst>
        </pc:spChg>
        <pc:spChg chg="add mod">
          <ac:chgData name="Jean-Louis SCOTTO-DI-QUAQUERO" userId="5b7c4864-d3b3-4c12-a33e-5ea7a2094109" providerId="ADAL" clId="{22D5903A-4F66-432F-99F6-F40130E16CED}" dt="2020-11-19T13:04:13.773" v="6191" actId="313"/>
          <ac:spMkLst>
            <pc:docMk/>
            <pc:sldMk cId="1356263809" sldId="567"/>
            <ac:spMk id="23" creationId="{A3349186-4064-41B0-B49B-27F5A0BD5B48}"/>
          </ac:spMkLst>
        </pc:spChg>
        <pc:spChg chg="add mod">
          <ac:chgData name="Jean-Louis SCOTTO-DI-QUAQUERO" userId="5b7c4864-d3b3-4c12-a33e-5ea7a2094109" providerId="ADAL" clId="{22D5903A-4F66-432F-99F6-F40130E16CED}" dt="2020-11-19T13:05:19.701" v="6263" actId="20577"/>
          <ac:spMkLst>
            <pc:docMk/>
            <pc:sldMk cId="1356263809" sldId="567"/>
            <ac:spMk id="24" creationId="{F5B082F9-DA9D-4334-9F83-88EE84950EC1}"/>
          </ac:spMkLst>
        </pc:spChg>
        <pc:grpChg chg="del">
          <ac:chgData name="Jean-Louis SCOTTO-DI-QUAQUERO" userId="5b7c4864-d3b3-4c12-a33e-5ea7a2094109" providerId="ADAL" clId="{22D5903A-4F66-432F-99F6-F40130E16CED}" dt="2020-11-19T12:58:45.865" v="5817" actId="478"/>
          <ac:grpSpMkLst>
            <pc:docMk/>
            <pc:sldMk cId="1356263809" sldId="567"/>
            <ac:grpSpMk id="19" creationId="{486EE256-A2F1-4A18-BF7E-2CC6529351B6}"/>
          </ac:grpSpMkLst>
        </pc:grpChg>
        <pc:grpChg chg="del">
          <ac:chgData name="Jean-Louis SCOTTO-DI-QUAQUERO" userId="5b7c4864-d3b3-4c12-a33e-5ea7a2094109" providerId="ADAL" clId="{22D5903A-4F66-432F-99F6-F40130E16CED}" dt="2020-11-19T12:58:45.454" v="5816" actId="478"/>
          <ac:grpSpMkLst>
            <pc:docMk/>
            <pc:sldMk cId="1356263809" sldId="567"/>
            <ac:grpSpMk id="20" creationId="{DF4D4767-4AB0-4932-A962-7ADCB345F7CF}"/>
          </ac:grpSpMkLst>
        </pc:grpChg>
        <pc:grpChg chg="del">
          <ac:chgData name="Jean-Louis SCOTTO-DI-QUAQUERO" userId="5b7c4864-d3b3-4c12-a33e-5ea7a2094109" providerId="ADAL" clId="{22D5903A-4F66-432F-99F6-F40130E16CED}" dt="2020-11-19T12:58:44.986" v="5815" actId="478"/>
          <ac:grpSpMkLst>
            <pc:docMk/>
            <pc:sldMk cId="1356263809" sldId="567"/>
            <ac:grpSpMk id="21" creationId="{F0F36397-6F84-45B8-BB82-08CED7C668E1}"/>
          </ac:grpSpMkLst>
        </pc:grpChg>
        <pc:picChg chg="del">
          <ac:chgData name="Jean-Louis SCOTTO-DI-QUAQUERO" userId="5b7c4864-d3b3-4c12-a33e-5ea7a2094109" providerId="ADAL" clId="{22D5903A-4F66-432F-99F6-F40130E16CED}" dt="2020-11-19T12:58:46.560" v="5818" actId="478"/>
          <ac:picMkLst>
            <pc:docMk/>
            <pc:sldMk cId="1356263809" sldId="567"/>
            <ac:picMk id="17" creationId="{12DB5BFF-F3C1-4657-A841-A719D96881D7}"/>
          </ac:picMkLst>
        </pc:picChg>
        <pc:picChg chg="add mod">
          <ac:chgData name="Jean-Louis SCOTTO-DI-QUAQUERO" userId="5b7c4864-d3b3-4c12-a33e-5ea7a2094109" providerId="ADAL" clId="{22D5903A-4F66-432F-99F6-F40130E16CED}" dt="2020-11-19T13:05:29.189" v="6264" actId="1076"/>
          <ac:picMkLst>
            <pc:docMk/>
            <pc:sldMk cId="1356263809" sldId="567"/>
            <ac:picMk id="22" creationId="{C31BEEE8-02FC-4518-A047-32BB2DB7B255}"/>
          </ac:picMkLst>
        </pc:picChg>
      </pc:sldChg>
      <pc:sldChg chg="addSp delSp modSp add">
        <pc:chgData name="Jean-Louis SCOTTO-DI-QUAQUERO" userId="5b7c4864-d3b3-4c12-a33e-5ea7a2094109" providerId="ADAL" clId="{22D5903A-4F66-432F-99F6-F40130E16CED}" dt="2020-11-23T15:40:26.389" v="12030" actId="1076"/>
        <pc:sldMkLst>
          <pc:docMk/>
          <pc:sldMk cId="2422021966" sldId="568"/>
        </pc:sldMkLst>
        <pc:spChg chg="mod">
          <ac:chgData name="Jean-Louis SCOTTO-DI-QUAQUERO" userId="5b7c4864-d3b3-4c12-a33e-5ea7a2094109" providerId="ADAL" clId="{22D5903A-4F66-432F-99F6-F40130E16CED}" dt="2020-11-19T16:23:31.397" v="10457" actId="20577"/>
          <ac:spMkLst>
            <pc:docMk/>
            <pc:sldMk cId="2422021966" sldId="568"/>
            <ac:spMk id="4" creationId="{F2C68CA0-FC41-471A-836B-916CB3D235B1}"/>
          </ac:spMkLst>
        </pc:spChg>
        <pc:spChg chg="add mod topLvl">
          <ac:chgData name="Jean-Louis SCOTTO-DI-QUAQUERO" userId="5b7c4864-d3b3-4c12-a33e-5ea7a2094109" providerId="ADAL" clId="{22D5903A-4F66-432F-99F6-F40130E16CED}" dt="2020-11-19T16:32:53.200" v="10672" actId="164"/>
          <ac:spMkLst>
            <pc:docMk/>
            <pc:sldMk cId="2422021966" sldId="568"/>
            <ac:spMk id="13" creationId="{4E0E57DA-1116-4619-83BA-5B0AE9DBFBAD}"/>
          </ac:spMkLst>
        </pc:spChg>
        <pc:spChg chg="add mod topLvl">
          <ac:chgData name="Jean-Louis SCOTTO-DI-QUAQUERO" userId="5b7c4864-d3b3-4c12-a33e-5ea7a2094109" providerId="ADAL" clId="{22D5903A-4F66-432F-99F6-F40130E16CED}" dt="2020-11-19T16:32:53.200" v="10672" actId="164"/>
          <ac:spMkLst>
            <pc:docMk/>
            <pc:sldMk cId="2422021966" sldId="568"/>
            <ac:spMk id="14" creationId="{E6CF7F8B-AF26-4B3D-93A9-C2304C6F0E60}"/>
          </ac:spMkLst>
        </pc:spChg>
        <pc:spChg chg="add mod topLvl">
          <ac:chgData name="Jean-Louis SCOTTO-DI-QUAQUERO" userId="5b7c4864-d3b3-4c12-a33e-5ea7a2094109" providerId="ADAL" clId="{22D5903A-4F66-432F-99F6-F40130E16CED}" dt="2020-11-19T16:32:53.200" v="10672" actId="164"/>
          <ac:spMkLst>
            <pc:docMk/>
            <pc:sldMk cId="2422021966" sldId="568"/>
            <ac:spMk id="15" creationId="{41A434E8-3231-47ED-B50A-9271009C3DE1}"/>
          </ac:spMkLst>
        </pc:spChg>
        <pc:spChg chg="add del mod">
          <ac:chgData name="Jean-Louis SCOTTO-DI-QUAQUERO" userId="5b7c4864-d3b3-4c12-a33e-5ea7a2094109" providerId="ADAL" clId="{22D5903A-4F66-432F-99F6-F40130E16CED}" dt="2020-11-19T16:28:06.830" v="10592" actId="11529"/>
          <ac:spMkLst>
            <pc:docMk/>
            <pc:sldMk cId="2422021966" sldId="568"/>
            <ac:spMk id="16" creationId="{ECB6B42D-EC8B-438A-9297-5D2044B254A9}"/>
          </ac:spMkLst>
        </pc:spChg>
        <pc:spChg chg="add del mod topLvl">
          <ac:chgData name="Jean-Louis SCOTTO-DI-QUAQUERO" userId="5b7c4864-d3b3-4c12-a33e-5ea7a2094109" providerId="ADAL" clId="{22D5903A-4F66-432F-99F6-F40130E16CED}" dt="2020-11-19T16:31:42.999" v="10648" actId="478"/>
          <ac:spMkLst>
            <pc:docMk/>
            <pc:sldMk cId="2422021966" sldId="568"/>
            <ac:spMk id="17" creationId="{339F253F-1339-4F4E-8A33-8278264A3A72}"/>
          </ac:spMkLst>
        </pc:spChg>
        <pc:spChg chg="add del mod topLvl">
          <ac:chgData name="Jean-Louis SCOTTO-DI-QUAQUERO" userId="5b7c4864-d3b3-4c12-a33e-5ea7a2094109" providerId="ADAL" clId="{22D5903A-4F66-432F-99F6-F40130E16CED}" dt="2020-11-19T16:31:43.780" v="10649" actId="478"/>
          <ac:spMkLst>
            <pc:docMk/>
            <pc:sldMk cId="2422021966" sldId="568"/>
            <ac:spMk id="18" creationId="{888CC757-91DF-4228-8C88-253E29666F0F}"/>
          </ac:spMkLst>
        </pc:spChg>
        <pc:spChg chg="add del mod topLvl">
          <ac:chgData name="Jean-Louis SCOTTO-DI-QUAQUERO" userId="5b7c4864-d3b3-4c12-a33e-5ea7a2094109" providerId="ADAL" clId="{22D5903A-4F66-432F-99F6-F40130E16CED}" dt="2020-11-19T16:31:44.675" v="10650" actId="478"/>
          <ac:spMkLst>
            <pc:docMk/>
            <pc:sldMk cId="2422021966" sldId="568"/>
            <ac:spMk id="19" creationId="{6C2CBF2A-A053-4FE4-8612-976B13E7313D}"/>
          </ac:spMkLst>
        </pc:spChg>
        <pc:spChg chg="add mod">
          <ac:chgData name="Jean-Louis SCOTTO-DI-QUAQUERO" userId="5b7c4864-d3b3-4c12-a33e-5ea7a2094109" providerId="ADAL" clId="{22D5903A-4F66-432F-99F6-F40130E16CED}" dt="2020-11-19T16:32:53.200" v="10672" actId="164"/>
          <ac:spMkLst>
            <pc:docMk/>
            <pc:sldMk cId="2422021966" sldId="568"/>
            <ac:spMk id="21" creationId="{41251C88-76A2-4BF7-95D3-9D6EA427A140}"/>
          </ac:spMkLst>
        </pc:spChg>
        <pc:grpChg chg="add del mod ord">
          <ac:chgData name="Jean-Louis SCOTTO-DI-QUAQUERO" userId="5b7c4864-d3b3-4c12-a33e-5ea7a2094109" providerId="ADAL" clId="{22D5903A-4F66-432F-99F6-F40130E16CED}" dt="2020-11-19T16:31:40.380" v="10647" actId="165"/>
          <ac:grpSpMkLst>
            <pc:docMk/>
            <pc:sldMk cId="2422021966" sldId="568"/>
            <ac:grpSpMk id="20" creationId="{DFDEC9AE-A511-4B36-89FD-52364812C648}"/>
          </ac:grpSpMkLst>
        </pc:grpChg>
        <pc:grpChg chg="add mod">
          <ac:chgData name="Jean-Louis SCOTTO-DI-QUAQUERO" userId="5b7c4864-d3b3-4c12-a33e-5ea7a2094109" providerId="ADAL" clId="{22D5903A-4F66-432F-99F6-F40130E16CED}" dt="2020-11-19T16:32:44.883" v="10671" actId="338"/>
          <ac:grpSpMkLst>
            <pc:docMk/>
            <pc:sldMk cId="2422021966" sldId="568"/>
            <ac:grpSpMk id="33" creationId="{37DCBBDC-9217-4911-AA8E-F0B00A7CFA16}"/>
          </ac:grpSpMkLst>
        </pc:grpChg>
        <pc:grpChg chg="add mod ord">
          <ac:chgData name="Jean-Louis SCOTTO-DI-QUAQUERO" userId="5b7c4864-d3b3-4c12-a33e-5ea7a2094109" providerId="ADAL" clId="{22D5903A-4F66-432F-99F6-F40130E16CED}" dt="2020-11-23T15:40:13.133" v="12026" actId="167"/>
          <ac:grpSpMkLst>
            <pc:docMk/>
            <pc:sldMk cId="2422021966" sldId="568"/>
            <ac:grpSpMk id="34" creationId="{468F27F9-7B99-4767-A079-D1942432D095}"/>
          </ac:grpSpMkLst>
        </pc:grpChg>
        <pc:picChg chg="add del mod">
          <ac:chgData name="Jean-Louis SCOTTO-DI-QUAQUERO" userId="5b7c4864-d3b3-4c12-a33e-5ea7a2094109" providerId="ADAL" clId="{22D5903A-4F66-432F-99F6-F40130E16CED}" dt="2020-11-19T16:25:33.974" v="10458" actId="478"/>
          <ac:picMkLst>
            <pc:docMk/>
            <pc:sldMk cId="2422021966" sldId="568"/>
            <ac:picMk id="5" creationId="{D8FFB2FB-AA00-4055-968E-4E846F3964EB}"/>
          </ac:picMkLst>
        </pc:picChg>
        <pc:picChg chg="del">
          <ac:chgData name="Jean-Louis SCOTTO-DI-QUAQUERO" userId="5b7c4864-d3b3-4c12-a33e-5ea7a2094109" providerId="ADAL" clId="{22D5903A-4F66-432F-99F6-F40130E16CED}" dt="2020-11-19T14:07:41.039" v="9105" actId="478"/>
          <ac:picMkLst>
            <pc:docMk/>
            <pc:sldMk cId="2422021966" sldId="568"/>
            <ac:picMk id="6" creationId="{FFC7E246-F057-4FF6-8077-7C80BC808E11}"/>
          </ac:picMkLst>
        </pc:picChg>
        <pc:picChg chg="add mod">
          <ac:chgData name="Jean-Louis SCOTTO-DI-QUAQUERO" userId="5b7c4864-d3b3-4c12-a33e-5ea7a2094109" providerId="ADAL" clId="{22D5903A-4F66-432F-99F6-F40130E16CED}" dt="2020-11-19T16:30:40.016" v="10629" actId="1076"/>
          <ac:picMkLst>
            <pc:docMk/>
            <pc:sldMk cId="2422021966" sldId="568"/>
            <ac:picMk id="7" creationId="{6F74DB49-B261-41FA-9B32-2F7A6B3FAB3B}"/>
          </ac:picMkLst>
        </pc:picChg>
        <pc:picChg chg="add mod">
          <ac:chgData name="Jean-Louis SCOTTO-DI-QUAQUERO" userId="5b7c4864-d3b3-4c12-a33e-5ea7a2094109" providerId="ADAL" clId="{22D5903A-4F66-432F-99F6-F40130E16CED}" dt="2020-11-23T15:40:26.389" v="12030" actId="1076"/>
          <ac:picMkLst>
            <pc:docMk/>
            <pc:sldMk cId="2422021966" sldId="568"/>
            <ac:picMk id="8" creationId="{EDFEE964-81EB-4079-9E04-662FDD547580}"/>
          </ac:picMkLst>
        </pc:picChg>
        <pc:picChg chg="add mod">
          <ac:chgData name="Jean-Louis SCOTTO-DI-QUAQUERO" userId="5b7c4864-d3b3-4c12-a33e-5ea7a2094109" providerId="ADAL" clId="{22D5903A-4F66-432F-99F6-F40130E16CED}" dt="2020-11-23T15:40:20.971" v="12029" actId="1076"/>
          <ac:picMkLst>
            <pc:docMk/>
            <pc:sldMk cId="2422021966" sldId="568"/>
            <ac:picMk id="9" creationId="{D448D27D-F7D6-44A0-A3F1-6CD9798E52E4}"/>
          </ac:picMkLst>
        </pc:picChg>
        <pc:picChg chg="add mod">
          <ac:chgData name="Jean-Louis SCOTTO-DI-QUAQUERO" userId="5b7c4864-d3b3-4c12-a33e-5ea7a2094109" providerId="ADAL" clId="{22D5903A-4F66-432F-99F6-F40130E16CED}" dt="2020-11-23T15:40:20.971" v="12029" actId="1076"/>
          <ac:picMkLst>
            <pc:docMk/>
            <pc:sldMk cId="2422021966" sldId="568"/>
            <ac:picMk id="11" creationId="{1587F115-F711-4736-9CB7-A77F40BD40B6}"/>
          </ac:picMkLst>
        </pc:picChg>
        <pc:picChg chg="add mod ord topLvl">
          <ac:chgData name="Jean-Louis SCOTTO-DI-QUAQUERO" userId="5b7c4864-d3b3-4c12-a33e-5ea7a2094109" providerId="ADAL" clId="{22D5903A-4F66-432F-99F6-F40130E16CED}" dt="2020-11-19T16:32:53.200" v="10672" actId="164"/>
          <ac:picMkLst>
            <pc:docMk/>
            <pc:sldMk cId="2422021966" sldId="568"/>
            <ac:picMk id="12" creationId="{DA45F3F2-E1D1-4B6F-8A0A-21D1AB944E5B}"/>
          </ac:picMkLst>
        </pc:picChg>
        <pc:cxnChg chg="add mod">
          <ac:chgData name="Jean-Louis SCOTTO-DI-QUAQUERO" userId="5b7c4864-d3b3-4c12-a33e-5ea7a2094109" providerId="ADAL" clId="{22D5903A-4F66-432F-99F6-F40130E16CED}" dt="2020-11-19T16:32:53.200" v="10672" actId="164"/>
          <ac:cxnSpMkLst>
            <pc:docMk/>
            <pc:sldMk cId="2422021966" sldId="568"/>
            <ac:cxnSpMk id="23" creationId="{3F3681B3-4AA2-47DF-BD6B-E85FF62A5627}"/>
          </ac:cxnSpMkLst>
        </pc:cxnChg>
        <pc:cxnChg chg="add mod">
          <ac:chgData name="Jean-Louis SCOTTO-DI-QUAQUERO" userId="5b7c4864-d3b3-4c12-a33e-5ea7a2094109" providerId="ADAL" clId="{22D5903A-4F66-432F-99F6-F40130E16CED}" dt="2020-11-19T16:32:53.200" v="10672" actId="164"/>
          <ac:cxnSpMkLst>
            <pc:docMk/>
            <pc:sldMk cId="2422021966" sldId="568"/>
            <ac:cxnSpMk id="24" creationId="{1A906633-F80C-466C-BC27-F78A02FE1B8C}"/>
          </ac:cxnSpMkLst>
        </pc:cxnChg>
        <pc:cxnChg chg="add mod">
          <ac:chgData name="Jean-Louis SCOTTO-DI-QUAQUERO" userId="5b7c4864-d3b3-4c12-a33e-5ea7a2094109" providerId="ADAL" clId="{22D5903A-4F66-432F-99F6-F40130E16CED}" dt="2020-11-19T16:32:53.200" v="10672" actId="164"/>
          <ac:cxnSpMkLst>
            <pc:docMk/>
            <pc:sldMk cId="2422021966" sldId="568"/>
            <ac:cxnSpMk id="27" creationId="{5B0748CE-6914-4562-A059-FC6AA046CA09}"/>
          </ac:cxnSpMkLst>
        </pc:cxnChg>
        <pc:cxnChg chg="add mod">
          <ac:chgData name="Jean-Louis SCOTTO-DI-QUAQUERO" userId="5b7c4864-d3b3-4c12-a33e-5ea7a2094109" providerId="ADAL" clId="{22D5903A-4F66-432F-99F6-F40130E16CED}" dt="2020-11-19T16:32:53.200" v="10672" actId="164"/>
          <ac:cxnSpMkLst>
            <pc:docMk/>
            <pc:sldMk cId="2422021966" sldId="568"/>
            <ac:cxnSpMk id="30" creationId="{A8365525-DEE9-40AE-9C23-0CF6A511D133}"/>
          </ac:cxnSpMkLst>
        </pc:cxnChg>
      </pc:sldChg>
      <pc:sldChg chg="addSp modSp add">
        <pc:chgData name="Jean-Louis SCOTTO-DI-QUAQUERO" userId="5b7c4864-d3b3-4c12-a33e-5ea7a2094109" providerId="ADAL" clId="{22D5903A-4F66-432F-99F6-F40130E16CED}" dt="2020-11-19T17:36:50.149" v="11411" actId="20577"/>
        <pc:sldMkLst>
          <pc:docMk/>
          <pc:sldMk cId="97312507" sldId="569"/>
        </pc:sldMkLst>
        <pc:spChg chg="mod">
          <ac:chgData name="Jean-Louis SCOTTO-DI-QUAQUERO" userId="5b7c4864-d3b3-4c12-a33e-5ea7a2094109" providerId="ADAL" clId="{22D5903A-4F66-432F-99F6-F40130E16CED}" dt="2020-11-19T17:26:54.113" v="11242" actId="313"/>
          <ac:spMkLst>
            <pc:docMk/>
            <pc:sldMk cId="97312507" sldId="569"/>
            <ac:spMk id="4" creationId="{89079402-EF6B-4439-ACEA-1BAF61813CB5}"/>
          </ac:spMkLst>
        </pc:spChg>
        <pc:spChg chg="mod">
          <ac:chgData name="Jean-Louis SCOTTO-DI-QUAQUERO" userId="5b7c4864-d3b3-4c12-a33e-5ea7a2094109" providerId="ADAL" clId="{22D5903A-4F66-432F-99F6-F40130E16CED}" dt="2020-11-19T17:36:50.149" v="11411" actId="20577"/>
          <ac:spMkLst>
            <pc:docMk/>
            <pc:sldMk cId="97312507" sldId="569"/>
            <ac:spMk id="5" creationId="{B3E9D0DD-6B15-4252-9122-9A13A90D28B2}"/>
          </ac:spMkLst>
        </pc:spChg>
        <pc:picChg chg="add mod">
          <ac:chgData name="Jean-Louis SCOTTO-DI-QUAQUERO" userId="5b7c4864-d3b3-4c12-a33e-5ea7a2094109" providerId="ADAL" clId="{22D5903A-4F66-432F-99F6-F40130E16CED}" dt="2020-11-19T17:29:41.996" v="11270" actId="1076"/>
          <ac:picMkLst>
            <pc:docMk/>
            <pc:sldMk cId="97312507" sldId="569"/>
            <ac:picMk id="2050" creationId="{E69115F5-544D-4653-9F41-FF0536E6960D}"/>
          </ac:picMkLst>
        </pc:picChg>
      </pc:sldChg>
      <pc:sldChg chg="addSp delSp modSp add modNotesTx">
        <pc:chgData name="Jean-Louis SCOTTO-DI-QUAQUERO" userId="5b7c4864-d3b3-4c12-a33e-5ea7a2094109" providerId="ADAL" clId="{22D5903A-4F66-432F-99F6-F40130E16CED}" dt="2020-11-23T15:27:31.727" v="12020" actId="20577"/>
        <pc:sldMkLst>
          <pc:docMk/>
          <pc:sldMk cId="3780633596" sldId="570"/>
        </pc:sldMkLst>
        <pc:spChg chg="mod">
          <ac:chgData name="Jean-Louis SCOTTO-DI-QUAQUERO" userId="5b7c4864-d3b3-4c12-a33e-5ea7a2094109" providerId="ADAL" clId="{22D5903A-4F66-432F-99F6-F40130E16CED}" dt="2020-11-23T15:27:31.727" v="12020" actId="20577"/>
          <ac:spMkLst>
            <pc:docMk/>
            <pc:sldMk cId="3780633596" sldId="570"/>
            <ac:spMk id="4" creationId="{3F550389-D0F7-4A87-9533-584E28819C48}"/>
          </ac:spMkLst>
        </pc:spChg>
        <pc:spChg chg="add del mod">
          <ac:chgData name="Jean-Louis SCOTTO-DI-QUAQUERO" userId="5b7c4864-d3b3-4c12-a33e-5ea7a2094109" providerId="ADAL" clId="{22D5903A-4F66-432F-99F6-F40130E16CED}" dt="2020-11-23T15:20:11.201" v="11842" actId="478"/>
          <ac:spMkLst>
            <pc:docMk/>
            <pc:sldMk cId="3780633596" sldId="570"/>
            <ac:spMk id="5" creationId="{095A0295-C735-4B81-B815-89AF1DD7593C}"/>
          </ac:spMkLst>
        </pc:spChg>
        <pc:spChg chg="add del mod">
          <ac:chgData name="Jean-Louis SCOTTO-DI-QUAQUERO" userId="5b7c4864-d3b3-4c12-a33e-5ea7a2094109" providerId="ADAL" clId="{22D5903A-4F66-432F-99F6-F40130E16CED}" dt="2020-11-23T15:17:27.929" v="11663" actId="478"/>
          <ac:spMkLst>
            <pc:docMk/>
            <pc:sldMk cId="3780633596" sldId="570"/>
            <ac:spMk id="7" creationId="{CD93B78A-C8F2-44C7-8272-1D722CC941D0}"/>
          </ac:spMkLst>
        </pc:spChg>
        <pc:spChg chg="add mod">
          <ac:chgData name="Jean-Louis SCOTTO-DI-QUAQUERO" userId="5b7c4864-d3b3-4c12-a33e-5ea7a2094109" providerId="ADAL" clId="{22D5903A-4F66-432F-99F6-F40130E16CED}" dt="2020-11-23T15:22:10.164" v="11850" actId="20577"/>
          <ac:spMkLst>
            <pc:docMk/>
            <pc:sldMk cId="3780633596" sldId="570"/>
            <ac:spMk id="9" creationId="{E3B82CBD-0A0C-406E-8BD3-7D79430D6561}"/>
          </ac:spMkLst>
        </pc:spChg>
        <pc:spChg chg="add mod">
          <ac:chgData name="Jean-Louis SCOTTO-DI-QUAQUERO" userId="5b7c4864-d3b3-4c12-a33e-5ea7a2094109" providerId="ADAL" clId="{22D5903A-4F66-432F-99F6-F40130E16CED}" dt="2020-11-23T15:22:03.266" v="11849" actId="1076"/>
          <ac:spMkLst>
            <pc:docMk/>
            <pc:sldMk cId="3780633596" sldId="570"/>
            <ac:spMk id="10" creationId="{A83C155E-C591-46D3-8C89-D91A77FE1CCE}"/>
          </ac:spMkLst>
        </pc:spChg>
        <pc:spChg chg="del">
          <ac:chgData name="Jean-Louis SCOTTO-DI-QUAQUERO" userId="5b7c4864-d3b3-4c12-a33e-5ea7a2094109" providerId="ADAL" clId="{22D5903A-4F66-432F-99F6-F40130E16CED}" dt="2020-11-23T15:09:08.268" v="11528" actId="478"/>
          <ac:spMkLst>
            <pc:docMk/>
            <pc:sldMk cId="3780633596" sldId="570"/>
            <ac:spMk id="12" creationId="{B637C56C-D291-4CB8-800A-0E6D9DA0C197}"/>
          </ac:spMkLst>
        </pc:spChg>
        <pc:spChg chg="add mod">
          <ac:chgData name="Jean-Louis SCOTTO-DI-QUAQUERO" userId="5b7c4864-d3b3-4c12-a33e-5ea7a2094109" providerId="ADAL" clId="{22D5903A-4F66-432F-99F6-F40130E16CED}" dt="2020-11-23T15:25:21.822" v="12004" actId="14100"/>
          <ac:spMkLst>
            <pc:docMk/>
            <pc:sldMk cId="3780633596" sldId="570"/>
            <ac:spMk id="13" creationId="{53C690D4-56B1-48DC-8E8D-8A950A87CAD2}"/>
          </ac:spMkLst>
        </pc:spChg>
        <pc:spChg chg="add mod">
          <ac:chgData name="Jean-Louis SCOTTO-DI-QUAQUERO" userId="5b7c4864-d3b3-4c12-a33e-5ea7a2094109" providerId="ADAL" clId="{22D5903A-4F66-432F-99F6-F40130E16CED}" dt="2020-11-23T15:24:34.395" v="11995" actId="1076"/>
          <ac:spMkLst>
            <pc:docMk/>
            <pc:sldMk cId="3780633596" sldId="570"/>
            <ac:spMk id="14" creationId="{8BA1F413-C05F-4D83-BDE4-9C331481AEDD}"/>
          </ac:spMkLst>
        </pc:spChg>
        <pc:spChg chg="del">
          <ac:chgData name="Jean-Louis SCOTTO-DI-QUAQUERO" userId="5b7c4864-d3b3-4c12-a33e-5ea7a2094109" providerId="ADAL" clId="{22D5903A-4F66-432F-99F6-F40130E16CED}" dt="2020-11-23T15:09:09.078" v="11529" actId="478"/>
          <ac:spMkLst>
            <pc:docMk/>
            <pc:sldMk cId="3780633596" sldId="570"/>
            <ac:spMk id="15" creationId="{4589AB7E-C4C2-4F92-91BC-8251935BC41D}"/>
          </ac:spMkLst>
        </pc:spChg>
        <pc:spChg chg="del">
          <ac:chgData name="Jean-Louis SCOTTO-DI-QUAQUERO" userId="5b7c4864-d3b3-4c12-a33e-5ea7a2094109" providerId="ADAL" clId="{22D5903A-4F66-432F-99F6-F40130E16CED}" dt="2020-11-23T15:09:04.449" v="11524" actId="478"/>
          <ac:spMkLst>
            <pc:docMk/>
            <pc:sldMk cId="3780633596" sldId="570"/>
            <ac:spMk id="16" creationId="{694B90E1-4507-49BC-A0D3-0F3F4562412E}"/>
          </ac:spMkLst>
        </pc:spChg>
        <pc:spChg chg="add mod">
          <ac:chgData name="Jean-Louis SCOTTO-DI-QUAQUERO" userId="5b7c4864-d3b3-4c12-a33e-5ea7a2094109" providerId="ADAL" clId="{22D5903A-4F66-432F-99F6-F40130E16CED}" dt="2020-11-23T15:25:24.115" v="12005" actId="14100"/>
          <ac:spMkLst>
            <pc:docMk/>
            <pc:sldMk cId="3780633596" sldId="570"/>
            <ac:spMk id="17" creationId="{9E363B60-6F05-4184-999B-D6A19DACBE68}"/>
          </ac:spMkLst>
        </pc:spChg>
        <pc:spChg chg="del">
          <ac:chgData name="Jean-Louis SCOTTO-DI-QUAQUERO" userId="5b7c4864-d3b3-4c12-a33e-5ea7a2094109" providerId="ADAL" clId="{22D5903A-4F66-432F-99F6-F40130E16CED}" dt="2020-11-23T15:09:06.086" v="11526" actId="478"/>
          <ac:spMkLst>
            <pc:docMk/>
            <pc:sldMk cId="3780633596" sldId="570"/>
            <ac:spMk id="23" creationId="{A3349186-4064-41B0-B49B-27F5A0BD5B48}"/>
          </ac:spMkLst>
        </pc:spChg>
        <pc:spChg chg="del">
          <ac:chgData name="Jean-Louis SCOTTO-DI-QUAQUERO" userId="5b7c4864-d3b3-4c12-a33e-5ea7a2094109" providerId="ADAL" clId="{22D5903A-4F66-432F-99F6-F40130E16CED}" dt="2020-11-23T15:09:07.085" v="11527" actId="478"/>
          <ac:spMkLst>
            <pc:docMk/>
            <pc:sldMk cId="3780633596" sldId="570"/>
            <ac:spMk id="24" creationId="{F5B082F9-DA9D-4334-9F83-88EE84950EC1}"/>
          </ac:spMkLst>
        </pc:spChg>
        <pc:picChg chg="add mod">
          <ac:chgData name="Jean-Louis SCOTTO-DI-QUAQUERO" userId="5b7c4864-d3b3-4c12-a33e-5ea7a2094109" providerId="ADAL" clId="{22D5903A-4F66-432F-99F6-F40130E16CED}" dt="2020-11-23T15:25:30.501" v="12006" actId="1076"/>
          <ac:picMkLst>
            <pc:docMk/>
            <pc:sldMk cId="3780633596" sldId="570"/>
            <ac:picMk id="6" creationId="{1A769605-A6EF-4A17-84BC-5B2D615651F8}"/>
          </ac:picMkLst>
        </pc:picChg>
        <pc:picChg chg="add mod">
          <ac:chgData name="Jean-Louis SCOTTO-DI-QUAQUERO" userId="5b7c4864-d3b3-4c12-a33e-5ea7a2094109" providerId="ADAL" clId="{22D5903A-4F66-432F-99F6-F40130E16CED}" dt="2020-11-23T15:25:34.071" v="12007" actId="1076"/>
          <ac:picMkLst>
            <pc:docMk/>
            <pc:sldMk cId="3780633596" sldId="570"/>
            <ac:picMk id="8" creationId="{EA82FFC9-948B-4D0E-ADD1-BA83F0E35EDB}"/>
          </ac:picMkLst>
        </pc:picChg>
        <pc:picChg chg="add mod">
          <ac:chgData name="Jean-Louis SCOTTO-DI-QUAQUERO" userId="5b7c4864-d3b3-4c12-a33e-5ea7a2094109" providerId="ADAL" clId="{22D5903A-4F66-432F-99F6-F40130E16CED}" dt="2020-11-23T15:22:18.862" v="11851" actId="1076"/>
          <ac:picMkLst>
            <pc:docMk/>
            <pc:sldMk cId="3780633596" sldId="570"/>
            <ac:picMk id="11" creationId="{011644A9-FADF-46C7-ACD6-D0601177A7BD}"/>
          </ac:picMkLst>
        </pc:picChg>
        <pc:picChg chg="add mod">
          <ac:chgData name="Jean-Louis SCOTTO-DI-QUAQUERO" userId="5b7c4864-d3b3-4c12-a33e-5ea7a2094109" providerId="ADAL" clId="{22D5903A-4F66-432F-99F6-F40130E16CED}" dt="2020-11-23T15:25:10.132" v="12001" actId="1076"/>
          <ac:picMkLst>
            <pc:docMk/>
            <pc:sldMk cId="3780633596" sldId="570"/>
            <ac:picMk id="18" creationId="{7BA069D6-F24B-4F33-BCE0-6FA017FDE017}"/>
          </ac:picMkLst>
        </pc:picChg>
        <pc:picChg chg="del">
          <ac:chgData name="Jean-Louis SCOTTO-DI-QUAQUERO" userId="5b7c4864-d3b3-4c12-a33e-5ea7a2094109" providerId="ADAL" clId="{22D5903A-4F66-432F-99F6-F40130E16CED}" dt="2020-11-23T15:09:04.929" v="11525" actId="478"/>
          <ac:picMkLst>
            <pc:docMk/>
            <pc:sldMk cId="3780633596" sldId="570"/>
            <ac:picMk id="22" creationId="{C31BEEE8-02FC-4518-A047-32BB2DB7B255}"/>
          </ac:picMkLst>
        </pc:picChg>
      </pc:sldChg>
      <pc:sldMasterChg chg="modSp modSldLayout">
        <pc:chgData name="Jean-Louis SCOTTO-DI-QUAQUERO" userId="5b7c4864-d3b3-4c12-a33e-5ea7a2094109" providerId="ADAL" clId="{22D5903A-4F66-432F-99F6-F40130E16CED}" dt="2020-11-19T08:25:40.898" v="1211" actId="207"/>
        <pc:sldMasterMkLst>
          <pc:docMk/>
          <pc:sldMasterMk cId="2778691957" sldId="2147483648"/>
        </pc:sldMasterMkLst>
        <pc:spChg chg="mod">
          <ac:chgData name="Jean-Louis SCOTTO-DI-QUAQUERO" userId="5b7c4864-d3b3-4c12-a33e-5ea7a2094109" providerId="ADAL" clId="{22D5903A-4F66-432F-99F6-F40130E16CED}" dt="2020-11-19T08:19:06.817" v="1205" actId="403"/>
          <ac:spMkLst>
            <pc:docMk/>
            <pc:sldMasterMk cId="2778691957" sldId="2147483648"/>
            <ac:spMk id="2" creationId="{00000000-0000-0000-0000-000000000000}"/>
          </ac:spMkLst>
        </pc:spChg>
        <pc:sldLayoutChg chg="modSp">
          <pc:chgData name="Jean-Louis SCOTTO-DI-QUAQUERO" userId="5b7c4864-d3b3-4c12-a33e-5ea7a2094109" providerId="ADAL" clId="{22D5903A-4F66-432F-99F6-F40130E16CED}" dt="2020-11-19T08:18:45.904" v="1203" actId="404"/>
          <pc:sldLayoutMkLst>
            <pc:docMk/>
            <pc:sldMasterMk cId="2778691957" sldId="2147483648"/>
            <pc:sldLayoutMk cId="3643732284" sldId="2147483676"/>
          </pc:sldLayoutMkLst>
          <pc:spChg chg="mod">
            <ac:chgData name="Jean-Louis SCOTTO-DI-QUAQUERO" userId="5b7c4864-d3b3-4c12-a33e-5ea7a2094109" providerId="ADAL" clId="{22D5903A-4F66-432F-99F6-F40130E16CED}" dt="2020-11-19T08:17:45.967" v="1190" actId="14100"/>
            <ac:spMkLst>
              <pc:docMk/>
              <pc:sldMasterMk cId="2778691957" sldId="2147483648"/>
              <pc:sldLayoutMk cId="3643732284" sldId="2147483676"/>
              <ac:spMk id="23" creationId="{C42E8690-BBC2-439E-A1BA-8563350FCA14}"/>
            </ac:spMkLst>
          </pc:spChg>
          <pc:spChg chg="mod">
            <ac:chgData name="Jean-Louis SCOTTO-DI-QUAQUERO" userId="5b7c4864-d3b3-4c12-a33e-5ea7a2094109" providerId="ADAL" clId="{22D5903A-4F66-432F-99F6-F40130E16CED}" dt="2020-11-19T08:18:45.904" v="1203" actId="404"/>
            <ac:spMkLst>
              <pc:docMk/>
              <pc:sldMasterMk cId="2778691957" sldId="2147483648"/>
              <pc:sldLayoutMk cId="3643732284" sldId="2147483676"/>
              <ac:spMk id="25" creationId="{84EC02C1-DC4F-4C52-AF8B-4A3AEA660D1A}"/>
            </ac:spMkLst>
          </pc:spChg>
        </pc:sldLayoutChg>
        <pc:sldLayoutChg chg="modSp">
          <pc:chgData name="Jean-Louis SCOTTO-DI-QUAQUERO" userId="5b7c4864-d3b3-4c12-a33e-5ea7a2094109" providerId="ADAL" clId="{22D5903A-4F66-432F-99F6-F40130E16CED}" dt="2020-11-19T08:24:34.355" v="1210"/>
          <pc:sldLayoutMkLst>
            <pc:docMk/>
            <pc:sldMasterMk cId="2778691957" sldId="2147483648"/>
            <pc:sldLayoutMk cId="2427066217" sldId="2147483677"/>
          </pc:sldLayoutMkLst>
          <pc:spChg chg="mod">
            <ac:chgData name="Jean-Louis SCOTTO-DI-QUAQUERO" userId="5b7c4864-d3b3-4c12-a33e-5ea7a2094109" providerId="ADAL" clId="{22D5903A-4F66-432F-99F6-F40130E16CED}" dt="2020-11-19T08:24:34.355" v="1210"/>
            <ac:spMkLst>
              <pc:docMk/>
              <pc:sldMasterMk cId="2778691957" sldId="2147483648"/>
              <pc:sldLayoutMk cId="2427066217" sldId="2147483677"/>
              <ac:spMk id="8" creationId="{DEDE1B7C-156C-450E-9E03-E965737874B4}"/>
            </ac:spMkLst>
          </pc:spChg>
          <pc:spChg chg="mod">
            <ac:chgData name="Jean-Louis SCOTTO-DI-QUAQUERO" userId="5b7c4864-d3b3-4c12-a33e-5ea7a2094109" providerId="ADAL" clId="{22D5903A-4F66-432F-99F6-F40130E16CED}" dt="2020-11-19T08:05:27.187" v="480" actId="790"/>
            <ac:spMkLst>
              <pc:docMk/>
              <pc:sldMasterMk cId="2778691957" sldId="2147483648"/>
              <pc:sldLayoutMk cId="2427066217" sldId="2147483677"/>
              <ac:spMk id="10" creationId="{C0D0EAA7-4717-4677-93E4-5956B73F0AF1}"/>
            </ac:spMkLst>
          </pc:spChg>
        </pc:sldLayoutChg>
        <pc:sldLayoutChg chg="modSp">
          <pc:chgData name="Jean-Louis SCOTTO-DI-QUAQUERO" userId="5b7c4864-d3b3-4c12-a33e-5ea7a2094109" providerId="ADAL" clId="{22D5903A-4F66-432F-99F6-F40130E16CED}" dt="2020-11-19T08:05:38.913" v="482" actId="790"/>
          <pc:sldLayoutMkLst>
            <pc:docMk/>
            <pc:sldMasterMk cId="2778691957" sldId="2147483648"/>
            <pc:sldLayoutMk cId="1878223979" sldId="2147483678"/>
          </pc:sldLayoutMkLst>
          <pc:spChg chg="mod">
            <ac:chgData name="Jean-Louis SCOTTO-DI-QUAQUERO" userId="5b7c4864-d3b3-4c12-a33e-5ea7a2094109" providerId="ADAL" clId="{22D5903A-4F66-432F-99F6-F40130E16CED}" dt="2020-11-19T08:05:38.913" v="482" actId="790"/>
            <ac:spMkLst>
              <pc:docMk/>
              <pc:sldMasterMk cId="2778691957" sldId="2147483648"/>
              <pc:sldLayoutMk cId="1878223979" sldId="2147483678"/>
              <ac:spMk id="2" creationId="{0C77F75F-2E79-48B7-A2C3-832F60F72EF2}"/>
            </ac:spMkLst>
          </pc:spChg>
        </pc:sldLayoutChg>
        <pc:sldLayoutChg chg="modSp">
          <pc:chgData name="Jean-Louis SCOTTO-DI-QUAQUERO" userId="5b7c4864-d3b3-4c12-a33e-5ea7a2094109" providerId="ADAL" clId="{22D5903A-4F66-432F-99F6-F40130E16CED}" dt="2020-11-19T08:25:40.898" v="1211" actId="207"/>
          <pc:sldLayoutMkLst>
            <pc:docMk/>
            <pc:sldMasterMk cId="2778691957" sldId="2147483648"/>
            <pc:sldLayoutMk cId="2092381167" sldId="2147483688"/>
          </pc:sldLayoutMkLst>
          <pc:spChg chg="mod">
            <ac:chgData name="Jean-Louis SCOTTO-DI-QUAQUERO" userId="5b7c4864-d3b3-4c12-a33e-5ea7a2094109" providerId="ADAL" clId="{22D5903A-4F66-432F-99F6-F40130E16CED}" dt="2020-11-19T08:25:40.898" v="1211" actId="207"/>
            <ac:spMkLst>
              <pc:docMk/>
              <pc:sldMasterMk cId="2778691957" sldId="2147483648"/>
              <pc:sldLayoutMk cId="2092381167" sldId="2147483688"/>
              <ac:spMk id="5" creationId="{00000000-0000-0000-0000-000000000000}"/>
            </ac:spMkLst>
          </pc:spChg>
        </pc:sldLayoutChg>
      </pc:sldMasterChg>
    </pc:docChg>
  </pc:docChgLst>
  <pc:docChgLst>
    <pc:chgData name="Jean-Louis SCOTTO-DI-QUAQUERO" userId="5b7c4864-d3b3-4c12-a33e-5ea7a2094109" providerId="ADAL" clId="{A9BF2F98-3DE9-40BF-B9FD-29FE06F643CA}"/>
    <pc:docChg chg="modSld">
      <pc:chgData name="Jean-Louis SCOTTO-DI-QUAQUERO" userId="5b7c4864-d3b3-4c12-a33e-5ea7a2094109" providerId="ADAL" clId="{A9BF2F98-3DE9-40BF-B9FD-29FE06F643CA}" dt="2022-01-19T16:17:56.436" v="24" actId="20577"/>
      <pc:docMkLst>
        <pc:docMk/>
      </pc:docMkLst>
      <pc:sldChg chg="modSp mod">
        <pc:chgData name="Jean-Louis SCOTTO-DI-QUAQUERO" userId="5b7c4864-d3b3-4c12-a33e-5ea7a2094109" providerId="ADAL" clId="{A9BF2F98-3DE9-40BF-B9FD-29FE06F643CA}" dt="2022-01-19T16:17:56.436" v="24" actId="20577"/>
        <pc:sldMkLst>
          <pc:docMk/>
          <pc:sldMk cId="1232820293" sldId="461"/>
        </pc:sldMkLst>
        <pc:spChg chg="mod">
          <ac:chgData name="Jean-Louis SCOTTO-DI-QUAQUERO" userId="5b7c4864-d3b3-4c12-a33e-5ea7a2094109" providerId="ADAL" clId="{A9BF2F98-3DE9-40BF-B9FD-29FE06F643CA}" dt="2022-01-19T16:17:56.436" v="24" actId="20577"/>
          <ac:spMkLst>
            <pc:docMk/>
            <pc:sldMk cId="1232820293" sldId="461"/>
            <ac:spMk id="5" creationId="{00000000-0000-0000-0000-000000000000}"/>
          </ac:spMkLst>
        </pc:spChg>
        <pc:spChg chg="mod">
          <ac:chgData name="Jean-Louis SCOTTO-DI-QUAQUERO" userId="5b7c4864-d3b3-4c12-a33e-5ea7a2094109" providerId="ADAL" clId="{A9BF2F98-3DE9-40BF-B9FD-29FE06F643CA}" dt="2022-01-19T16:17:34.511" v="22" actId="1076"/>
          <ac:spMkLst>
            <pc:docMk/>
            <pc:sldMk cId="1232820293" sldId="461"/>
            <ac:spMk id="9" creationId="{66B75A39-2557-4215-8253-B3BFA97C535A}"/>
          </ac:spMkLst>
        </pc:spChg>
      </pc:sldChg>
    </pc:docChg>
  </pc:docChgLst>
  <pc:docChgLst>
    <pc:chgData name="Julien TERRIER" userId="e38a7381-6e71-427d-838c-0275fc209b82" providerId="ADAL" clId="{546F0C40-C41A-41FA-8FDB-602132A82B08}"/>
    <pc:docChg chg="undo custSel delSld modSld delMainMaster modMainMaster modSection">
      <pc:chgData name="Julien TERRIER" userId="e38a7381-6e71-427d-838c-0275fc209b82" providerId="ADAL" clId="{546F0C40-C41A-41FA-8FDB-602132A82B08}" dt="2024-10-18T13:57:24.325" v="1180" actId="20577"/>
      <pc:docMkLst>
        <pc:docMk/>
      </pc:docMkLst>
      <pc:sldChg chg="addSp delSp modSp del mod modTransition addCm modCm chgLayout modNotes">
        <pc:chgData name="Julien TERRIER" userId="e38a7381-6e71-427d-838c-0275fc209b82" providerId="ADAL" clId="{546F0C40-C41A-41FA-8FDB-602132A82B08}" dt="2024-09-17T07:56:28.645" v="794" actId="47"/>
        <pc:sldMkLst>
          <pc:docMk/>
          <pc:sldMk cId="1232820293" sldId="461"/>
        </pc:sldMkLst>
        <pc:spChg chg="mod">
          <ac:chgData name="Julien TERRIER" userId="e38a7381-6e71-427d-838c-0275fc209b82" providerId="ADAL" clId="{546F0C40-C41A-41FA-8FDB-602132A82B08}" dt="2024-09-17T07:55:13.964" v="681" actId="790"/>
          <ac:spMkLst>
            <pc:docMk/>
            <pc:sldMk cId="1232820293" sldId="461"/>
            <ac:spMk id="2" creationId="{217E94D7-D769-3B53-8F31-9F451643B404}"/>
          </ac:spMkLst>
        </pc:spChg>
        <pc:spChg chg="add mod ord">
          <ac:chgData name="Julien TERRIER" userId="e38a7381-6e71-427d-838c-0275fc209b82" providerId="ADAL" clId="{546F0C40-C41A-41FA-8FDB-602132A82B08}" dt="2024-09-17T07:55:13.964" v="682" actId="790"/>
          <ac:spMkLst>
            <pc:docMk/>
            <pc:sldMk cId="1232820293" sldId="461"/>
            <ac:spMk id="3" creationId="{9908DFB5-AE37-2E67-4F35-25C38DFF153A}"/>
          </ac:spMkLst>
        </pc:spChg>
        <pc:spChg chg="add del mod">
          <ac:chgData name="Julien TERRIER" userId="e38a7381-6e71-427d-838c-0275fc209b82" providerId="ADAL" clId="{546F0C40-C41A-41FA-8FDB-602132A82B08}" dt="2024-09-17T07:55:13.323" v="597" actId="6264"/>
          <ac:spMkLst>
            <pc:docMk/>
            <pc:sldMk cId="1232820293" sldId="461"/>
            <ac:spMk id="4" creationId="{26E27D6D-6F9F-E0CD-0D94-0A08C80CFD5A}"/>
          </ac:spMkLst>
        </pc:spChg>
        <pc:spChg chg="mod">
          <ac:chgData name="Julien TERRIER" userId="e38a7381-6e71-427d-838c-0275fc209b82" providerId="ADAL" clId="{546F0C40-C41A-41FA-8FDB-602132A82B08}" dt="2024-09-17T07:55:13.964" v="680" actId="790"/>
          <ac:spMkLst>
            <pc:docMk/>
            <pc:sldMk cId="1232820293" sldId="461"/>
            <ac:spMk id="5" creationId="{00000000-0000-0000-0000-000000000000}"/>
          </ac:spMkLst>
        </pc:spChg>
        <pc:spChg chg="add mod ord">
          <ac:chgData name="Julien TERRIER" userId="e38a7381-6e71-427d-838c-0275fc209b82" providerId="ADAL" clId="{546F0C40-C41A-41FA-8FDB-602132A82B08}" dt="2024-09-17T07:55:13.967" v="683" actId="790"/>
          <ac:spMkLst>
            <pc:docMk/>
            <pc:sldMk cId="1232820293" sldId="461"/>
            <ac:spMk id="6" creationId="{5F619F7D-3FAF-8C86-1B13-15394C9897F1}"/>
          </ac:spMkLst>
        </pc:spChg>
        <pc:picChg chg="mod">
          <ac:chgData name="Julien TERRIER" userId="e38a7381-6e71-427d-838c-0275fc209b82" providerId="ADAL" clId="{546F0C40-C41A-41FA-8FDB-602132A82B08}" dt="2024-09-17T07:55:12.962" v="120"/>
          <ac:picMkLst>
            <pc:docMk/>
            <pc:sldMk cId="1232820293" sldId="461"/>
            <ac:picMk id="7" creationId="{00000000-0000-0000-0000-000000000000}"/>
          </ac:picMkLst>
        </pc:picChg>
        <pc:picChg chg="mod">
          <ac:chgData name="Julien TERRIER" userId="e38a7381-6e71-427d-838c-0275fc209b82" providerId="ADAL" clId="{546F0C40-C41A-41FA-8FDB-602132A82B08}" dt="2024-09-17T07:55:12.962" v="113"/>
          <ac:picMkLst>
            <pc:docMk/>
            <pc:sldMk cId="1232820293" sldId="461"/>
            <ac:picMk id="8" creationId="{00000000-0000-0000-0000-00000000000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546F0C40-C41A-41FA-8FDB-602132A82B08}" dt="2024-09-17T07:55:13.637" v="655" actId="1589"/>
              <pc2:cmMkLst xmlns:pc2="http://schemas.microsoft.com/office/powerpoint/2019/9/main/command">
                <pc:docMk/>
                <pc:sldMk cId="1232820293" sldId="461"/>
                <pc2:cmMk id="{2FA549B8-DD4F-42FF-8AC3-95138FDD38C2}"/>
              </pc2:cmMkLst>
            </pc226:cmChg>
          </p:ext>
        </pc:extLst>
      </pc:sldChg>
      <pc:sldChg chg="addSp delSp modSp del mod modTransition addCm modCm chgLayout modNotes">
        <pc:chgData name="Julien TERRIER" userId="e38a7381-6e71-427d-838c-0275fc209b82" providerId="ADAL" clId="{546F0C40-C41A-41FA-8FDB-602132A82B08}" dt="2024-09-17T08:19:31.393" v="1178" actId="47"/>
        <pc:sldMkLst>
          <pc:docMk/>
          <pc:sldMk cId="4113719392" sldId="559"/>
        </pc:sldMkLst>
        <pc:spChg chg="del mod">
          <ac:chgData name="Julien TERRIER" userId="e38a7381-6e71-427d-838c-0275fc209b82" providerId="ADAL" clId="{546F0C40-C41A-41FA-8FDB-602132A82B08}" dt="2024-09-17T07:55:13.026" v="229"/>
          <ac:spMkLst>
            <pc:docMk/>
            <pc:sldMk cId="4113719392" sldId="559"/>
            <ac:spMk id="2" creationId="{2347F326-993C-4AF9-AA58-80626E945B30}"/>
          </ac:spMkLst>
        </pc:spChg>
        <pc:spChg chg="mod ord">
          <ac:chgData name="Julien TERRIER" userId="e38a7381-6e71-427d-838c-0275fc209b82" providerId="ADAL" clId="{546F0C40-C41A-41FA-8FDB-602132A82B08}" dt="2024-09-17T07:55:13.967" v="687" actId="790"/>
          <ac:spMkLst>
            <pc:docMk/>
            <pc:sldMk cId="4113719392" sldId="559"/>
            <ac:spMk id="3" creationId="{3090E5F5-F5ED-44BE-AE07-19CA7CA79906}"/>
          </ac:spMkLst>
        </pc:spChg>
        <pc:spChg chg="mod ord">
          <ac:chgData name="Julien TERRIER" userId="e38a7381-6e71-427d-838c-0275fc209b82" providerId="ADAL" clId="{546F0C40-C41A-41FA-8FDB-602132A82B08}" dt="2024-09-17T07:55:13.967" v="688" actId="790"/>
          <ac:spMkLst>
            <pc:docMk/>
            <pc:sldMk cId="4113719392" sldId="559"/>
            <ac:spMk id="4" creationId="{5E110484-7C01-4617-903A-503AD67ED395}"/>
          </ac:spMkLst>
        </pc:spChg>
        <pc:spChg chg="mod ord">
          <ac:chgData name="Julien TERRIER" userId="e38a7381-6e71-427d-838c-0275fc209b82" providerId="ADAL" clId="{546F0C40-C41A-41FA-8FDB-602132A82B08}" dt="2024-09-17T07:55:13.967" v="689" actId="790"/>
          <ac:spMkLst>
            <pc:docMk/>
            <pc:sldMk cId="4113719392" sldId="559"/>
            <ac:spMk id="5" creationId="{4A0BAB5A-BB55-46E0-9F57-B6937674FD25}"/>
          </ac:spMkLst>
        </pc:spChg>
        <pc:spChg chg="add mod ord">
          <ac:chgData name="Julien TERRIER" userId="e38a7381-6e71-427d-838c-0275fc209b82" providerId="ADAL" clId="{546F0C40-C41A-41FA-8FDB-602132A82B08}" dt="2024-09-17T07:55:13.967" v="686" actId="790"/>
          <ac:spMkLst>
            <pc:docMk/>
            <pc:sldMk cId="4113719392" sldId="559"/>
            <ac:spMk id="8" creationId="{0FE37381-C756-BFDA-A8E2-C2FFAFBD1578}"/>
          </ac:spMkLst>
        </pc:spChg>
        <pc:spChg chg="add del mod">
          <ac:chgData name="Julien TERRIER" userId="e38a7381-6e71-427d-838c-0275fc209b82" providerId="ADAL" clId="{546F0C40-C41A-41FA-8FDB-602132A82B08}" dt="2024-09-17T07:55:13.323" v="598" actId="6264"/>
          <ac:spMkLst>
            <pc:docMk/>
            <pc:sldMk cId="4113719392" sldId="559"/>
            <ac:spMk id="10" creationId="{8A425C66-32EA-1275-C933-D4EA0E5AA5B3}"/>
          </ac:spMkLst>
        </pc:spChg>
        <pc:spChg chg="add del mod">
          <ac:chgData name="Julien TERRIER" userId="e38a7381-6e71-427d-838c-0275fc209b82" providerId="ADAL" clId="{546F0C40-C41A-41FA-8FDB-602132A82B08}" dt="2024-09-17T07:55:13.323" v="598" actId="6264"/>
          <ac:spMkLst>
            <pc:docMk/>
            <pc:sldMk cId="4113719392" sldId="559"/>
            <ac:spMk id="11" creationId="{77A87B99-E7B5-4F12-52FC-6675D8FBD79E}"/>
          </ac:spMkLst>
        </pc:spChg>
        <pc:spChg chg="add del mod">
          <ac:chgData name="Julien TERRIER" userId="e38a7381-6e71-427d-838c-0275fc209b82" providerId="ADAL" clId="{546F0C40-C41A-41FA-8FDB-602132A82B08}" dt="2024-09-17T07:55:13.323" v="598" actId="6264"/>
          <ac:spMkLst>
            <pc:docMk/>
            <pc:sldMk cId="4113719392" sldId="559"/>
            <ac:spMk id="12" creationId="{26EF9C8C-D468-D421-E11A-31E2178B4EF9}"/>
          </ac:spMkLst>
        </pc:spChg>
        <pc:spChg chg="add del mod">
          <ac:chgData name="Julien TERRIER" userId="e38a7381-6e71-427d-838c-0275fc209b82" providerId="ADAL" clId="{546F0C40-C41A-41FA-8FDB-602132A82B08}" dt="2024-09-17T07:55:13.323" v="598" actId="6264"/>
          <ac:spMkLst>
            <pc:docMk/>
            <pc:sldMk cId="4113719392" sldId="559"/>
            <ac:spMk id="13" creationId="{37513B20-3437-5C97-96CF-9A4579F0FC26}"/>
          </ac:spMkLst>
        </pc:spChg>
        <pc:picChg chg="mod">
          <ac:chgData name="Julien TERRIER" userId="e38a7381-6e71-427d-838c-0275fc209b82" providerId="ADAL" clId="{546F0C40-C41A-41FA-8FDB-602132A82B08}" dt="2024-09-17T07:55:12.962" v="127"/>
          <ac:picMkLst>
            <pc:docMk/>
            <pc:sldMk cId="4113719392" sldId="559"/>
            <ac:picMk id="6" creationId="{B9DF16C9-BA6A-46BB-AF98-C4D2B83185C5}"/>
          </ac:picMkLst>
        </pc:picChg>
        <pc:picChg chg="mod">
          <ac:chgData name="Julien TERRIER" userId="e38a7381-6e71-427d-838c-0275fc209b82" providerId="ADAL" clId="{546F0C40-C41A-41FA-8FDB-602132A82B08}" dt="2024-09-17T07:55:12.962" v="131"/>
          <ac:picMkLst>
            <pc:docMk/>
            <pc:sldMk cId="4113719392" sldId="559"/>
            <ac:picMk id="7" creationId="{54147ADD-7875-44BA-AC4F-8175FEBA5CF4}"/>
          </ac:picMkLst>
        </pc:picChg>
        <pc:picChg chg="mod">
          <ac:chgData name="Julien TERRIER" userId="e38a7381-6e71-427d-838c-0275fc209b82" providerId="ADAL" clId="{546F0C40-C41A-41FA-8FDB-602132A82B08}" dt="2024-09-17T07:55:12.976" v="138"/>
          <ac:picMkLst>
            <pc:docMk/>
            <pc:sldMk cId="4113719392" sldId="559"/>
            <ac:picMk id="9" creationId="{5863EDAC-8D92-4D90-BA63-59B82F1B535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546F0C40-C41A-41FA-8FDB-602132A82B08}" dt="2024-09-17T07:55:13.652" v="657" actId="1589"/>
              <pc2:cmMkLst xmlns:pc2="http://schemas.microsoft.com/office/powerpoint/2019/9/main/command">
                <pc:docMk/>
                <pc:sldMk cId="4113719392" sldId="559"/>
                <pc2:cmMk id="{00D8D729-3A1D-4D8A-A6EE-5C6AA1B53489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546F0C40-C41A-41FA-8FDB-602132A82B08}" dt="2024-09-17T08:04:50.810" v="1087" actId="1035"/>
        <pc:sldMkLst>
          <pc:docMk/>
          <pc:sldMk cId="2457343528" sldId="562"/>
        </pc:sldMkLst>
        <pc:spChg chg="del mod">
          <ac:chgData name="Julien TERRIER" userId="e38a7381-6e71-427d-838c-0275fc209b82" providerId="ADAL" clId="{546F0C40-C41A-41FA-8FDB-602132A82B08}" dt="2024-09-17T07:55:13.026" v="231"/>
          <ac:spMkLst>
            <pc:docMk/>
            <pc:sldMk cId="2457343528" sldId="562"/>
            <ac:spMk id="2" creationId="{761580CE-89A9-474D-8996-2BBA48E31943}"/>
          </ac:spMkLst>
        </pc:spChg>
        <pc:spChg chg="del mod ord">
          <ac:chgData name="Julien TERRIER" userId="e38a7381-6e71-427d-838c-0275fc209b82" providerId="ADAL" clId="{546F0C40-C41A-41FA-8FDB-602132A82B08}" dt="2024-09-17T08:01:52.767" v="1004" actId="478"/>
          <ac:spMkLst>
            <pc:docMk/>
            <pc:sldMk cId="2457343528" sldId="562"/>
            <ac:spMk id="3" creationId="{7D958B24-CF75-4DDD-B98F-D2BB19D375D9}"/>
          </ac:spMkLst>
        </pc:spChg>
        <pc:spChg chg="mod ord">
          <ac:chgData name="Julien TERRIER" userId="e38a7381-6e71-427d-838c-0275fc209b82" providerId="ADAL" clId="{546F0C40-C41A-41FA-8FDB-602132A82B08}" dt="2024-09-17T08:02:52.791" v="1027" actId="20577"/>
          <ac:spMkLst>
            <pc:docMk/>
            <pc:sldMk cId="2457343528" sldId="562"/>
            <ac:spMk id="4" creationId="{27D2D4DF-2672-49A2-B95D-2F8236D87193}"/>
          </ac:spMkLst>
        </pc:spChg>
        <pc:spChg chg="add del mod ord">
          <ac:chgData name="Julien TERRIER" userId="e38a7381-6e71-427d-838c-0275fc209b82" providerId="ADAL" clId="{546F0C40-C41A-41FA-8FDB-602132A82B08}" dt="2024-09-17T08:01:55.339" v="1005" actId="478"/>
          <ac:spMkLst>
            <pc:docMk/>
            <pc:sldMk cId="2457343528" sldId="562"/>
            <ac:spMk id="5" creationId="{9817A9C2-0A64-CA1C-86FF-800E4D3B718C}"/>
          </ac:spMkLst>
        </pc:spChg>
        <pc:spChg chg="mod">
          <ac:chgData name="Julien TERRIER" userId="e38a7381-6e71-427d-838c-0275fc209b82" providerId="ADAL" clId="{546F0C40-C41A-41FA-8FDB-602132A82B08}" dt="2024-09-17T08:02:10.892" v="1008" actId="790"/>
          <ac:spMkLst>
            <pc:docMk/>
            <pc:sldMk cId="2457343528" sldId="562"/>
            <ac:spMk id="6" creationId="{CCCA1F09-6DB8-40CB-9857-A3E7115C8C7E}"/>
          </ac:spMkLst>
        </pc:spChg>
        <pc:spChg chg="add del mod">
          <ac:chgData name="Julien TERRIER" userId="e38a7381-6e71-427d-838c-0275fc209b82" providerId="ADAL" clId="{546F0C40-C41A-41FA-8FDB-602132A82B08}" dt="2024-09-17T07:55:13.338" v="599" actId="6264"/>
          <ac:spMkLst>
            <pc:docMk/>
            <pc:sldMk cId="2457343528" sldId="562"/>
            <ac:spMk id="8" creationId="{DD878BAC-E543-A78A-43EA-B15AAA876A11}"/>
          </ac:spMkLst>
        </pc:spChg>
        <pc:spChg chg="add del mod">
          <ac:chgData name="Julien TERRIER" userId="e38a7381-6e71-427d-838c-0275fc209b82" providerId="ADAL" clId="{546F0C40-C41A-41FA-8FDB-602132A82B08}" dt="2024-09-17T07:55:13.338" v="599" actId="6264"/>
          <ac:spMkLst>
            <pc:docMk/>
            <pc:sldMk cId="2457343528" sldId="562"/>
            <ac:spMk id="9" creationId="{D4F10EA8-7F3D-E63E-216D-5A34C19FA12F}"/>
          </ac:spMkLst>
        </pc:spChg>
        <pc:spChg chg="add del mod">
          <ac:chgData name="Julien TERRIER" userId="e38a7381-6e71-427d-838c-0275fc209b82" providerId="ADAL" clId="{546F0C40-C41A-41FA-8FDB-602132A82B08}" dt="2024-09-17T07:55:13.338" v="599" actId="6264"/>
          <ac:spMkLst>
            <pc:docMk/>
            <pc:sldMk cId="2457343528" sldId="562"/>
            <ac:spMk id="10" creationId="{A3615253-D653-5F7C-044F-0E2C41DD966B}"/>
          </ac:spMkLst>
        </pc:spChg>
        <pc:spChg chg="add del mod ord">
          <ac:chgData name="Julien TERRIER" userId="e38a7381-6e71-427d-838c-0275fc209b82" providerId="ADAL" clId="{546F0C40-C41A-41FA-8FDB-602132A82B08}" dt="2024-09-17T08:01:44.586" v="1003" actId="478"/>
          <ac:spMkLst>
            <pc:docMk/>
            <pc:sldMk cId="2457343528" sldId="562"/>
            <ac:spMk id="11" creationId="{46AFCDF6-D7BF-71F1-0275-15848889D18E}"/>
          </ac:spMkLst>
        </pc:spChg>
        <pc:picChg chg="mod">
          <ac:chgData name="Julien TERRIER" userId="e38a7381-6e71-427d-838c-0275fc209b82" providerId="ADAL" clId="{546F0C40-C41A-41FA-8FDB-602132A82B08}" dt="2024-09-17T08:04:50.810" v="1087" actId="1035"/>
          <ac:picMkLst>
            <pc:docMk/>
            <pc:sldMk cId="2457343528" sldId="562"/>
            <ac:picMk id="7" creationId="{267E54E4-3FE3-458A-B983-F2FF1162FE7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546F0C40-C41A-41FA-8FDB-602132A82B08}" dt="2024-09-17T07:55:13.668" v="659" actId="1589"/>
              <pc2:cmMkLst xmlns:pc2="http://schemas.microsoft.com/office/powerpoint/2019/9/main/command">
                <pc:docMk/>
                <pc:sldMk cId="2457343528" sldId="562"/>
                <pc2:cmMk id="{FFD59933-C1EC-4561-B20D-4D5DAE78B2C8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546F0C40-C41A-41FA-8FDB-602132A82B08}" dt="2024-09-17T08:04:27.883" v="1068" actId="1036"/>
        <pc:sldMkLst>
          <pc:docMk/>
          <pc:sldMk cId="1087432785" sldId="563"/>
        </pc:sldMkLst>
        <pc:spChg chg="del mod">
          <ac:chgData name="Julien TERRIER" userId="e38a7381-6e71-427d-838c-0275fc209b82" providerId="ADAL" clId="{546F0C40-C41A-41FA-8FDB-602132A82B08}" dt="2024-09-17T07:55:13.026" v="235"/>
          <ac:spMkLst>
            <pc:docMk/>
            <pc:sldMk cId="1087432785" sldId="563"/>
            <ac:spMk id="2" creationId="{761580CE-89A9-474D-8996-2BBA48E31943}"/>
          </ac:spMkLst>
        </pc:spChg>
        <pc:spChg chg="del mod ord">
          <ac:chgData name="Julien TERRIER" userId="e38a7381-6e71-427d-838c-0275fc209b82" providerId="ADAL" clId="{546F0C40-C41A-41FA-8FDB-602132A82B08}" dt="2024-09-17T08:03:58.157" v="1048" actId="478"/>
          <ac:spMkLst>
            <pc:docMk/>
            <pc:sldMk cId="1087432785" sldId="563"/>
            <ac:spMk id="3" creationId="{7D958B24-CF75-4DDD-B98F-D2BB19D375D9}"/>
          </ac:spMkLst>
        </pc:spChg>
        <pc:spChg chg="add del mod ord">
          <ac:chgData name="Julien TERRIER" userId="e38a7381-6e71-427d-838c-0275fc209b82" providerId="ADAL" clId="{546F0C40-C41A-41FA-8FDB-602132A82B08}" dt="2024-09-17T08:03:52.227" v="1046" actId="478"/>
          <ac:spMkLst>
            <pc:docMk/>
            <pc:sldMk cId="1087432785" sldId="563"/>
            <ac:spMk id="4" creationId="{27D2D4DF-2672-49A2-B95D-2F8236D87193}"/>
          </ac:spMkLst>
        </pc:spChg>
        <pc:spChg chg="add del mod ord">
          <ac:chgData name="Julien TERRIER" userId="e38a7381-6e71-427d-838c-0275fc209b82" providerId="ADAL" clId="{546F0C40-C41A-41FA-8FDB-602132A82B08}" dt="2024-09-17T08:04:00.172" v="1049" actId="478"/>
          <ac:spMkLst>
            <pc:docMk/>
            <pc:sldMk cId="1087432785" sldId="563"/>
            <ac:spMk id="5" creationId="{9C549347-A871-B16E-8598-71D9D7E9267C}"/>
          </ac:spMkLst>
        </pc:spChg>
        <pc:spChg chg="add del mod">
          <ac:chgData name="Julien TERRIER" userId="e38a7381-6e71-427d-838c-0275fc209b82" providerId="ADAL" clId="{546F0C40-C41A-41FA-8FDB-602132A82B08}" dt="2024-09-17T07:55:13.370" v="601" actId="6264"/>
          <ac:spMkLst>
            <pc:docMk/>
            <pc:sldMk cId="1087432785" sldId="563"/>
            <ac:spMk id="6" creationId="{B004BDAB-998C-120F-90BF-57095AEEBD76}"/>
          </ac:spMkLst>
        </pc:spChg>
        <pc:spChg chg="mod">
          <ac:chgData name="Julien TERRIER" userId="e38a7381-6e71-427d-838c-0275fc209b82" providerId="ADAL" clId="{546F0C40-C41A-41FA-8FDB-602132A82B08}" dt="2024-09-17T08:04:27.883" v="1068" actId="1036"/>
          <ac:spMkLst>
            <pc:docMk/>
            <pc:sldMk cId="1087432785" sldId="563"/>
            <ac:spMk id="7" creationId="{0C9EAC93-2E10-4467-AC63-ACCEB46F60B4}"/>
          </ac:spMkLst>
        </pc:spChg>
        <pc:spChg chg="add del mod">
          <ac:chgData name="Julien TERRIER" userId="e38a7381-6e71-427d-838c-0275fc209b82" providerId="ADAL" clId="{546F0C40-C41A-41FA-8FDB-602132A82B08}" dt="2024-09-17T07:55:13.370" v="601" actId="6264"/>
          <ac:spMkLst>
            <pc:docMk/>
            <pc:sldMk cId="1087432785" sldId="563"/>
            <ac:spMk id="8" creationId="{D1FAC6B9-7504-5F80-21FD-46A69B30EB12}"/>
          </ac:spMkLst>
        </pc:spChg>
        <pc:spChg chg="add del mod">
          <ac:chgData name="Julien TERRIER" userId="e38a7381-6e71-427d-838c-0275fc209b82" providerId="ADAL" clId="{546F0C40-C41A-41FA-8FDB-602132A82B08}" dt="2024-09-17T07:55:13.370" v="601" actId="6264"/>
          <ac:spMkLst>
            <pc:docMk/>
            <pc:sldMk cId="1087432785" sldId="563"/>
            <ac:spMk id="9" creationId="{B94449F7-4A64-B450-22CF-0AFB7C9E5800}"/>
          </ac:spMkLst>
        </pc:spChg>
        <pc:spChg chg="add del mod ord">
          <ac:chgData name="Julien TERRIER" userId="e38a7381-6e71-427d-838c-0275fc209b82" providerId="ADAL" clId="{546F0C40-C41A-41FA-8FDB-602132A82B08}" dt="2024-09-17T08:03:54.726" v="1047" actId="478"/>
          <ac:spMkLst>
            <pc:docMk/>
            <pc:sldMk cId="1087432785" sldId="563"/>
            <ac:spMk id="10" creationId="{ACAA980E-6733-9DAB-C94C-59AACAAF4C64}"/>
          </ac:spMkLst>
        </pc:spChg>
        <pc:spChg chg="add del mod">
          <ac:chgData name="Julien TERRIER" userId="e38a7381-6e71-427d-838c-0275fc209b82" providerId="ADAL" clId="{546F0C40-C41A-41FA-8FDB-602132A82B08}" dt="2024-09-17T08:03:52.227" v="1046" actId="478"/>
          <ac:spMkLst>
            <pc:docMk/>
            <pc:sldMk cId="1087432785" sldId="563"/>
            <ac:spMk id="13" creationId="{C43AC18F-B7AC-E902-63E6-6971F277C656}"/>
          </ac:spMkLst>
        </pc:spChg>
        <pc:picChg chg="mod">
          <ac:chgData name="Julien TERRIER" userId="e38a7381-6e71-427d-838c-0275fc209b82" providerId="ADAL" clId="{546F0C40-C41A-41FA-8FDB-602132A82B08}" dt="2024-09-17T08:04:25.337" v="1062" actId="12789"/>
          <ac:picMkLst>
            <pc:docMk/>
            <pc:sldMk cId="1087432785" sldId="563"/>
            <ac:picMk id="12" creationId="{D9F906AD-3CFB-4170-BDAA-50FAF7F06DC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546F0C40-C41A-41FA-8FDB-602132A82B08}" dt="2024-09-17T07:55:13.731" v="663" actId="1589"/>
              <pc2:cmMkLst xmlns:pc2="http://schemas.microsoft.com/office/powerpoint/2019/9/main/command">
                <pc:docMk/>
                <pc:sldMk cId="1087432785" sldId="563"/>
                <pc2:cmMk id="{4D0DDAE6-A9CF-42F8-9FFC-1C75681F0952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546F0C40-C41A-41FA-8FDB-602132A82B08}" dt="2024-09-17T08:05:12.348" v="1092" actId="12789"/>
        <pc:sldMkLst>
          <pc:docMk/>
          <pc:sldMk cId="2281108062" sldId="564"/>
        </pc:sldMkLst>
        <pc:spChg chg="del mod">
          <ac:chgData name="Julien TERRIER" userId="e38a7381-6e71-427d-838c-0275fc209b82" providerId="ADAL" clId="{546F0C40-C41A-41FA-8FDB-602132A82B08}" dt="2024-09-17T07:55:13.213" v="527"/>
          <ac:spMkLst>
            <pc:docMk/>
            <pc:sldMk cId="2281108062" sldId="564"/>
            <ac:spMk id="2" creationId="{761580CE-89A9-474D-8996-2BBA48E31943}"/>
          </ac:spMkLst>
        </pc:spChg>
        <pc:spChg chg="mod ord">
          <ac:chgData name="Julien TERRIER" userId="e38a7381-6e71-427d-838c-0275fc209b82" providerId="ADAL" clId="{546F0C40-C41A-41FA-8FDB-602132A82B08}" dt="2024-09-17T07:55:14.250" v="753" actId="27636"/>
          <ac:spMkLst>
            <pc:docMk/>
            <pc:sldMk cId="2281108062" sldId="564"/>
            <ac:spMk id="3" creationId="{7D958B24-CF75-4DDD-B98F-D2BB19D375D9}"/>
          </ac:spMkLst>
        </pc:spChg>
        <pc:spChg chg="add mod ord">
          <ac:chgData name="Julien TERRIER" userId="e38a7381-6e71-427d-838c-0275fc209b82" providerId="ADAL" clId="{546F0C40-C41A-41FA-8FDB-602132A82B08}" dt="2024-09-17T07:55:13.999" v="713" actId="790"/>
          <ac:spMkLst>
            <pc:docMk/>
            <pc:sldMk cId="2281108062" sldId="564"/>
            <ac:spMk id="4" creationId="{55BD65FD-12A3-97E2-BEFE-4E329A9E5D79}"/>
          </ac:spMkLst>
        </pc:spChg>
        <pc:spChg chg="add del mod">
          <ac:chgData name="Julien TERRIER" userId="e38a7381-6e71-427d-838c-0275fc209b82" providerId="ADAL" clId="{546F0C40-C41A-41FA-8FDB-602132A82B08}" dt="2024-09-17T07:55:13.386" v="602" actId="6264"/>
          <ac:spMkLst>
            <pc:docMk/>
            <pc:sldMk cId="2281108062" sldId="564"/>
            <ac:spMk id="5" creationId="{1312B295-B341-7877-04B9-EAA08950F357}"/>
          </ac:spMkLst>
        </pc:spChg>
        <pc:spChg chg="mod ord">
          <ac:chgData name="Julien TERRIER" userId="e38a7381-6e71-427d-838c-0275fc209b82" providerId="ADAL" clId="{546F0C40-C41A-41FA-8FDB-602132A82B08}" dt="2024-09-17T08:05:12.348" v="1092" actId="12789"/>
          <ac:spMkLst>
            <pc:docMk/>
            <pc:sldMk cId="2281108062" sldId="564"/>
            <ac:spMk id="6" creationId="{7F6CA9E3-B4EE-428F-9AD1-C1D2D20EAE44}"/>
          </ac:spMkLst>
        </pc:spChg>
        <pc:spChg chg="add del mod">
          <ac:chgData name="Julien TERRIER" userId="e38a7381-6e71-427d-838c-0275fc209b82" providerId="ADAL" clId="{546F0C40-C41A-41FA-8FDB-602132A82B08}" dt="2024-09-17T07:55:13.386" v="602" actId="6264"/>
          <ac:spMkLst>
            <pc:docMk/>
            <pc:sldMk cId="2281108062" sldId="564"/>
            <ac:spMk id="7" creationId="{19F17AFD-98F7-A745-3C4E-74260D2A993A}"/>
          </ac:spMkLst>
        </pc:spChg>
        <pc:spChg chg="add del mod">
          <ac:chgData name="Julien TERRIER" userId="e38a7381-6e71-427d-838c-0275fc209b82" providerId="ADAL" clId="{546F0C40-C41A-41FA-8FDB-602132A82B08}" dt="2024-09-17T07:55:13.386" v="602" actId="6264"/>
          <ac:spMkLst>
            <pc:docMk/>
            <pc:sldMk cId="2281108062" sldId="564"/>
            <ac:spMk id="8" creationId="{775203AC-5A77-2692-4D31-86D103CAA21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546F0C40-C41A-41FA-8FDB-602132A82B08}" dt="2024-09-17T07:55:13.747" v="665" actId="1589"/>
              <pc2:cmMkLst xmlns:pc2="http://schemas.microsoft.com/office/powerpoint/2019/9/main/command">
                <pc:docMk/>
                <pc:sldMk cId="2281108062" sldId="564"/>
                <pc2:cmMk id="{DD9551BC-E097-45B1-808C-373783F56BEF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546F0C40-C41A-41FA-8FDB-602132A82B08}" dt="2024-09-17T08:05:31.923" v="1097" actId="478"/>
        <pc:sldMkLst>
          <pc:docMk/>
          <pc:sldMk cId="3810444685" sldId="565"/>
        </pc:sldMkLst>
        <pc:spChg chg="del mod">
          <ac:chgData name="Julien TERRIER" userId="e38a7381-6e71-427d-838c-0275fc209b82" providerId="ADAL" clId="{546F0C40-C41A-41FA-8FDB-602132A82B08}" dt="2024-09-17T07:55:13.213" v="529"/>
          <ac:spMkLst>
            <pc:docMk/>
            <pc:sldMk cId="3810444685" sldId="565"/>
            <ac:spMk id="2" creationId="{761580CE-89A9-474D-8996-2BBA48E31943}"/>
          </ac:spMkLst>
        </pc:spChg>
        <pc:spChg chg="del mod ord">
          <ac:chgData name="Julien TERRIER" userId="e38a7381-6e71-427d-838c-0275fc209b82" providerId="ADAL" clId="{546F0C40-C41A-41FA-8FDB-602132A82B08}" dt="2024-09-17T08:05:29.152" v="1096" actId="478"/>
          <ac:spMkLst>
            <pc:docMk/>
            <pc:sldMk cId="3810444685" sldId="565"/>
            <ac:spMk id="3" creationId="{7D958B24-CF75-4DDD-B98F-D2BB19D375D9}"/>
          </ac:spMkLst>
        </pc:spChg>
        <pc:spChg chg="mod ord">
          <ac:chgData name="Julien TERRIER" userId="e38a7381-6e71-427d-838c-0275fc209b82" providerId="ADAL" clId="{546F0C40-C41A-41FA-8FDB-602132A82B08}" dt="2024-09-17T08:05:25.018" v="1095" actId="403"/>
          <ac:spMkLst>
            <pc:docMk/>
            <pc:sldMk cId="3810444685" sldId="565"/>
            <ac:spMk id="4" creationId="{27D2D4DF-2672-49A2-B95D-2F8236D87193}"/>
          </ac:spMkLst>
        </pc:spChg>
        <pc:spChg chg="add del mod ord">
          <ac:chgData name="Julien TERRIER" userId="e38a7381-6e71-427d-838c-0275fc209b82" providerId="ADAL" clId="{546F0C40-C41A-41FA-8FDB-602132A82B08}" dt="2024-09-17T08:05:31.923" v="1097" actId="478"/>
          <ac:spMkLst>
            <pc:docMk/>
            <pc:sldMk cId="3810444685" sldId="565"/>
            <ac:spMk id="5" creationId="{61E72093-6B00-94BC-910A-3FBB68CED486}"/>
          </ac:spMkLst>
        </pc:spChg>
        <pc:spChg chg="add del mod">
          <ac:chgData name="Julien TERRIER" userId="e38a7381-6e71-427d-838c-0275fc209b82" providerId="ADAL" clId="{546F0C40-C41A-41FA-8FDB-602132A82B08}" dt="2024-09-17T07:55:13.386" v="603" actId="6264"/>
          <ac:spMkLst>
            <pc:docMk/>
            <pc:sldMk cId="3810444685" sldId="565"/>
            <ac:spMk id="6" creationId="{D3A88D8A-C966-246A-5B4F-FBE4D0024DFD}"/>
          </ac:spMkLst>
        </pc:spChg>
        <pc:spChg chg="add del mod">
          <ac:chgData name="Julien TERRIER" userId="e38a7381-6e71-427d-838c-0275fc209b82" providerId="ADAL" clId="{546F0C40-C41A-41FA-8FDB-602132A82B08}" dt="2024-09-17T07:55:13.386" v="603" actId="6264"/>
          <ac:spMkLst>
            <pc:docMk/>
            <pc:sldMk cId="3810444685" sldId="565"/>
            <ac:spMk id="7" creationId="{A1524DF1-932E-E9A4-B143-C6527DF2AEF5}"/>
          </ac:spMkLst>
        </pc:spChg>
        <pc:spChg chg="add del mod">
          <ac:chgData name="Julien TERRIER" userId="e38a7381-6e71-427d-838c-0275fc209b82" providerId="ADAL" clId="{546F0C40-C41A-41FA-8FDB-602132A82B08}" dt="2024-09-17T07:55:13.386" v="603" actId="6264"/>
          <ac:spMkLst>
            <pc:docMk/>
            <pc:sldMk cId="3810444685" sldId="565"/>
            <ac:spMk id="8" creationId="{2C91BEF9-A138-B27B-5485-26B80E08D02D}"/>
          </ac:spMkLst>
        </pc:spChg>
        <pc:spChg chg="add del mod ord">
          <ac:chgData name="Julien TERRIER" userId="e38a7381-6e71-427d-838c-0275fc209b82" providerId="ADAL" clId="{546F0C40-C41A-41FA-8FDB-602132A82B08}" dt="2024-09-17T08:05:21.424" v="1093" actId="478"/>
          <ac:spMkLst>
            <pc:docMk/>
            <pc:sldMk cId="3810444685" sldId="565"/>
            <ac:spMk id="9" creationId="{F63AF58E-D804-ADE2-7CE3-EDA3864B66C5}"/>
          </ac:spMkLst>
        </pc:spChg>
        <pc:picChg chg="mod">
          <ac:chgData name="Julien TERRIER" userId="e38a7381-6e71-427d-838c-0275fc209b82" providerId="ADAL" clId="{546F0C40-C41A-41FA-8FDB-602132A82B08}" dt="2024-09-17T07:55:12.976" v="166"/>
          <ac:picMkLst>
            <pc:docMk/>
            <pc:sldMk cId="3810444685" sldId="565"/>
            <ac:picMk id="12" creationId="{54A92529-DF07-4574-829E-F15A6595CB8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546F0C40-C41A-41FA-8FDB-602132A82B08}" dt="2024-09-17T07:55:13.778" v="667" actId="1589"/>
              <pc2:cmMkLst xmlns:pc2="http://schemas.microsoft.com/office/powerpoint/2019/9/main/command">
                <pc:docMk/>
                <pc:sldMk cId="3810444685" sldId="565"/>
                <pc2:cmMk id="{F8E0585B-6EAA-45C0-92EA-B96320C4A21A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546F0C40-C41A-41FA-8FDB-602132A82B08}" dt="2024-09-17T08:05:53.409" v="1102" actId="478"/>
        <pc:sldMkLst>
          <pc:docMk/>
          <pc:sldMk cId="3968908718" sldId="566"/>
        </pc:sldMkLst>
        <pc:spChg chg="del mod">
          <ac:chgData name="Julien TERRIER" userId="e38a7381-6e71-427d-838c-0275fc209b82" providerId="ADAL" clId="{546F0C40-C41A-41FA-8FDB-602132A82B08}" dt="2024-09-17T07:55:13.213" v="531"/>
          <ac:spMkLst>
            <pc:docMk/>
            <pc:sldMk cId="3968908718" sldId="566"/>
            <ac:spMk id="2" creationId="{761580CE-89A9-474D-8996-2BBA48E31943}"/>
          </ac:spMkLst>
        </pc:spChg>
        <pc:spChg chg="del mod ord">
          <ac:chgData name="Julien TERRIER" userId="e38a7381-6e71-427d-838c-0275fc209b82" providerId="ADAL" clId="{546F0C40-C41A-41FA-8FDB-602132A82B08}" dt="2024-09-17T08:05:50.553" v="1101" actId="478"/>
          <ac:spMkLst>
            <pc:docMk/>
            <pc:sldMk cId="3968908718" sldId="566"/>
            <ac:spMk id="3" creationId="{7D958B24-CF75-4DDD-B98F-D2BB19D375D9}"/>
          </ac:spMkLst>
        </pc:spChg>
        <pc:spChg chg="mod ord">
          <ac:chgData name="Julien TERRIER" userId="e38a7381-6e71-427d-838c-0275fc209b82" providerId="ADAL" clId="{546F0C40-C41A-41FA-8FDB-602132A82B08}" dt="2024-09-17T08:05:43.851" v="1099" actId="403"/>
          <ac:spMkLst>
            <pc:docMk/>
            <pc:sldMk cId="3968908718" sldId="566"/>
            <ac:spMk id="4" creationId="{27D2D4DF-2672-49A2-B95D-2F8236D87193}"/>
          </ac:spMkLst>
        </pc:spChg>
        <pc:spChg chg="add del mod ord">
          <ac:chgData name="Julien TERRIER" userId="e38a7381-6e71-427d-838c-0275fc209b82" providerId="ADAL" clId="{546F0C40-C41A-41FA-8FDB-602132A82B08}" dt="2024-09-17T08:05:53.409" v="1102" actId="478"/>
          <ac:spMkLst>
            <pc:docMk/>
            <pc:sldMk cId="3968908718" sldId="566"/>
            <ac:spMk id="5" creationId="{B022F4F4-74AD-1ED8-F0E0-27A12EB50AE3}"/>
          </ac:spMkLst>
        </pc:spChg>
        <pc:spChg chg="add del mod">
          <ac:chgData name="Julien TERRIER" userId="e38a7381-6e71-427d-838c-0275fc209b82" providerId="ADAL" clId="{546F0C40-C41A-41FA-8FDB-602132A82B08}" dt="2024-09-17T07:55:13.401" v="604" actId="6264"/>
          <ac:spMkLst>
            <pc:docMk/>
            <pc:sldMk cId="3968908718" sldId="566"/>
            <ac:spMk id="6" creationId="{D09FB08E-E2F8-1B6C-503D-334B027E90D7}"/>
          </ac:spMkLst>
        </pc:spChg>
        <pc:spChg chg="add del mod">
          <ac:chgData name="Julien TERRIER" userId="e38a7381-6e71-427d-838c-0275fc209b82" providerId="ADAL" clId="{546F0C40-C41A-41FA-8FDB-602132A82B08}" dt="2024-09-17T07:55:13.401" v="604" actId="6264"/>
          <ac:spMkLst>
            <pc:docMk/>
            <pc:sldMk cId="3968908718" sldId="566"/>
            <ac:spMk id="7" creationId="{6EFD7263-A054-7D1B-9BF8-062B19D80A39}"/>
          </ac:spMkLst>
        </pc:spChg>
        <pc:spChg chg="add del mod">
          <ac:chgData name="Julien TERRIER" userId="e38a7381-6e71-427d-838c-0275fc209b82" providerId="ADAL" clId="{546F0C40-C41A-41FA-8FDB-602132A82B08}" dt="2024-09-17T07:55:13.401" v="604" actId="6264"/>
          <ac:spMkLst>
            <pc:docMk/>
            <pc:sldMk cId="3968908718" sldId="566"/>
            <ac:spMk id="8" creationId="{42AAACE4-2B8F-9563-C439-5D5156CC32B9}"/>
          </ac:spMkLst>
        </pc:spChg>
        <pc:spChg chg="add del mod ord">
          <ac:chgData name="Julien TERRIER" userId="e38a7381-6e71-427d-838c-0275fc209b82" providerId="ADAL" clId="{546F0C40-C41A-41FA-8FDB-602132A82B08}" dt="2024-09-17T08:05:47.350" v="1100" actId="478"/>
          <ac:spMkLst>
            <pc:docMk/>
            <pc:sldMk cId="3968908718" sldId="566"/>
            <ac:spMk id="9" creationId="{9B8BE986-5828-A4E7-4D9F-F6D9F712B408}"/>
          </ac:spMkLst>
        </pc:spChg>
        <pc:picChg chg="mod">
          <ac:chgData name="Julien TERRIER" userId="e38a7381-6e71-427d-838c-0275fc209b82" providerId="ADAL" clId="{546F0C40-C41A-41FA-8FDB-602132A82B08}" dt="2024-09-17T07:55:12.976" v="173"/>
          <ac:picMkLst>
            <pc:docMk/>
            <pc:sldMk cId="3968908718" sldId="566"/>
            <ac:picMk id="17" creationId="{E05D20F7-F606-46EC-AE94-FAEFA811147A}"/>
          </ac:picMkLst>
        </pc:picChg>
        <pc:picChg chg="mod">
          <ac:chgData name="Julien TERRIER" userId="e38a7381-6e71-427d-838c-0275fc209b82" providerId="ADAL" clId="{546F0C40-C41A-41FA-8FDB-602132A82B08}" dt="2024-09-17T07:55:12.976" v="180"/>
          <ac:picMkLst>
            <pc:docMk/>
            <pc:sldMk cId="3968908718" sldId="566"/>
            <ac:picMk id="18" creationId="{D0E64C27-78A5-4531-93A0-DB8D65E22E25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546F0C40-C41A-41FA-8FDB-602132A82B08}" dt="2024-09-17T07:55:13.825" v="669" actId="1589"/>
              <pc2:cmMkLst xmlns:pc2="http://schemas.microsoft.com/office/powerpoint/2019/9/main/command">
                <pc:docMk/>
                <pc:sldMk cId="3968908718" sldId="566"/>
                <pc2:cmMk id="{40192D36-FE08-4C56-8A5E-DC808C52BCDC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546F0C40-C41A-41FA-8FDB-602132A82B08}" dt="2024-09-17T08:15:06.705" v="1116" actId="313"/>
        <pc:sldMkLst>
          <pc:docMk/>
          <pc:sldMk cId="2403298507" sldId="569"/>
        </pc:sldMkLst>
        <pc:spChg chg="del mod">
          <ac:chgData name="Julien TERRIER" userId="e38a7381-6e71-427d-838c-0275fc209b82" providerId="ADAL" clId="{546F0C40-C41A-41FA-8FDB-602132A82B08}" dt="2024-09-17T07:55:13.213" v="533"/>
          <ac:spMkLst>
            <pc:docMk/>
            <pc:sldMk cId="2403298507" sldId="569"/>
            <ac:spMk id="2" creationId="{761580CE-89A9-474D-8996-2BBA48E31943}"/>
          </ac:spMkLst>
        </pc:spChg>
        <pc:spChg chg="del mod ord">
          <ac:chgData name="Julien TERRIER" userId="e38a7381-6e71-427d-838c-0275fc209b82" providerId="ADAL" clId="{546F0C40-C41A-41FA-8FDB-602132A82B08}" dt="2024-09-17T08:06:16.906" v="1106" actId="478"/>
          <ac:spMkLst>
            <pc:docMk/>
            <pc:sldMk cId="2403298507" sldId="569"/>
            <ac:spMk id="3" creationId="{7D958B24-CF75-4DDD-B98F-D2BB19D375D9}"/>
          </ac:spMkLst>
        </pc:spChg>
        <pc:spChg chg="mod ord">
          <ac:chgData name="Julien TERRIER" userId="e38a7381-6e71-427d-838c-0275fc209b82" providerId="ADAL" clId="{546F0C40-C41A-41FA-8FDB-602132A82B08}" dt="2024-09-17T08:14:59.755" v="1115" actId="790"/>
          <ac:spMkLst>
            <pc:docMk/>
            <pc:sldMk cId="2403298507" sldId="569"/>
            <ac:spMk id="4" creationId="{27D2D4DF-2672-49A2-B95D-2F8236D87193}"/>
          </ac:spMkLst>
        </pc:spChg>
        <pc:spChg chg="add del mod ord">
          <ac:chgData name="Julien TERRIER" userId="e38a7381-6e71-427d-838c-0275fc209b82" providerId="ADAL" clId="{546F0C40-C41A-41FA-8FDB-602132A82B08}" dt="2024-09-17T08:06:19.107" v="1107" actId="478"/>
          <ac:spMkLst>
            <pc:docMk/>
            <pc:sldMk cId="2403298507" sldId="569"/>
            <ac:spMk id="5" creationId="{9FE9E3A3-3C8B-23A8-68A1-E5DF52FB0BF3}"/>
          </ac:spMkLst>
        </pc:spChg>
        <pc:spChg chg="mod">
          <ac:chgData name="Julien TERRIER" userId="e38a7381-6e71-427d-838c-0275fc209b82" providerId="ADAL" clId="{546F0C40-C41A-41FA-8FDB-602132A82B08}" dt="2024-09-17T08:15:06.705" v="1116" actId="313"/>
          <ac:spMkLst>
            <pc:docMk/>
            <pc:sldMk cId="2403298507" sldId="569"/>
            <ac:spMk id="6" creationId="{74A7808E-956B-441A-9E65-3DF7C256A6E6}"/>
          </ac:spMkLst>
        </pc:spChg>
        <pc:spChg chg="add del mod">
          <ac:chgData name="Julien TERRIER" userId="e38a7381-6e71-427d-838c-0275fc209b82" providerId="ADAL" clId="{546F0C40-C41A-41FA-8FDB-602132A82B08}" dt="2024-09-17T07:55:13.417" v="605" actId="6264"/>
          <ac:spMkLst>
            <pc:docMk/>
            <pc:sldMk cId="2403298507" sldId="569"/>
            <ac:spMk id="7" creationId="{30377F6C-FF4A-F4B6-1820-3D4A42548EE7}"/>
          </ac:spMkLst>
        </pc:spChg>
        <pc:spChg chg="add del mod">
          <ac:chgData name="Julien TERRIER" userId="e38a7381-6e71-427d-838c-0275fc209b82" providerId="ADAL" clId="{546F0C40-C41A-41FA-8FDB-602132A82B08}" dt="2024-09-17T07:55:13.417" v="605" actId="6264"/>
          <ac:spMkLst>
            <pc:docMk/>
            <pc:sldMk cId="2403298507" sldId="569"/>
            <ac:spMk id="8" creationId="{B45C1FFD-97B2-7437-726A-1890595CCA58}"/>
          </ac:spMkLst>
        </pc:spChg>
        <pc:spChg chg="add del mod">
          <ac:chgData name="Julien TERRIER" userId="e38a7381-6e71-427d-838c-0275fc209b82" providerId="ADAL" clId="{546F0C40-C41A-41FA-8FDB-602132A82B08}" dt="2024-09-17T07:55:13.417" v="605" actId="6264"/>
          <ac:spMkLst>
            <pc:docMk/>
            <pc:sldMk cId="2403298507" sldId="569"/>
            <ac:spMk id="9" creationId="{E424DFFB-3F53-63D0-8EE9-B43CE896C74A}"/>
          </ac:spMkLst>
        </pc:spChg>
        <pc:spChg chg="add del mod ord">
          <ac:chgData name="Julien TERRIER" userId="e38a7381-6e71-427d-838c-0275fc209b82" providerId="ADAL" clId="{546F0C40-C41A-41FA-8FDB-602132A82B08}" dt="2024-09-17T08:06:04.770" v="1103" actId="478"/>
          <ac:spMkLst>
            <pc:docMk/>
            <pc:sldMk cId="2403298507" sldId="569"/>
            <ac:spMk id="10" creationId="{8FAF671B-ABB7-6761-3C13-71747DA7201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546F0C40-C41A-41FA-8FDB-602132A82B08}" dt="2024-09-17T07:55:13.841" v="671" actId="1589"/>
              <pc2:cmMkLst xmlns:pc2="http://schemas.microsoft.com/office/powerpoint/2019/9/main/command">
                <pc:docMk/>
                <pc:sldMk cId="2403298507" sldId="569"/>
                <pc2:cmMk id="{F3F8ACE8-6318-4180-A195-9A9C561D0B52}"/>
              </pc2:cmMkLst>
            </pc226:cmChg>
          </p:ext>
        </pc:extLst>
      </pc:sldChg>
      <pc:sldChg chg="addSp delSp modSp mod modTransition addCm modCm chgLayout modNotes">
        <pc:chgData name="Julien TERRIER" userId="e38a7381-6e71-427d-838c-0275fc209b82" providerId="ADAL" clId="{546F0C40-C41A-41FA-8FDB-602132A82B08}" dt="2024-09-17T08:04:46.186" v="1081" actId="1036"/>
        <pc:sldMkLst>
          <pc:docMk/>
          <pc:sldMk cId="3139239188" sldId="581"/>
        </pc:sldMkLst>
        <pc:spChg chg="del mod">
          <ac:chgData name="Julien TERRIER" userId="e38a7381-6e71-427d-838c-0275fc209b82" providerId="ADAL" clId="{546F0C40-C41A-41FA-8FDB-602132A82B08}" dt="2024-09-17T07:55:13.026" v="233"/>
          <ac:spMkLst>
            <pc:docMk/>
            <pc:sldMk cId="3139239188" sldId="581"/>
            <ac:spMk id="2" creationId="{761580CE-89A9-474D-8996-2BBA48E31943}"/>
          </ac:spMkLst>
        </pc:spChg>
        <pc:spChg chg="del mod ord">
          <ac:chgData name="Julien TERRIER" userId="e38a7381-6e71-427d-838c-0275fc209b82" providerId="ADAL" clId="{546F0C40-C41A-41FA-8FDB-602132A82B08}" dt="2024-09-17T08:02:32.509" v="1011" actId="478"/>
          <ac:spMkLst>
            <pc:docMk/>
            <pc:sldMk cId="3139239188" sldId="581"/>
            <ac:spMk id="3" creationId="{7D958B24-CF75-4DDD-B98F-D2BB19D375D9}"/>
          </ac:spMkLst>
        </pc:spChg>
        <pc:spChg chg="mod ord">
          <ac:chgData name="Julien TERRIER" userId="e38a7381-6e71-427d-838c-0275fc209b82" providerId="ADAL" clId="{546F0C40-C41A-41FA-8FDB-602132A82B08}" dt="2024-09-17T08:03:37.420" v="1042" actId="14100"/>
          <ac:spMkLst>
            <pc:docMk/>
            <pc:sldMk cId="3139239188" sldId="581"/>
            <ac:spMk id="4" creationId="{27D2D4DF-2672-49A2-B95D-2F8236D87193}"/>
          </ac:spMkLst>
        </pc:spChg>
        <pc:spChg chg="add del mod ord">
          <ac:chgData name="Julien TERRIER" userId="e38a7381-6e71-427d-838c-0275fc209b82" providerId="ADAL" clId="{546F0C40-C41A-41FA-8FDB-602132A82B08}" dt="2024-09-17T08:02:34.684" v="1012" actId="478"/>
          <ac:spMkLst>
            <pc:docMk/>
            <pc:sldMk cId="3139239188" sldId="581"/>
            <ac:spMk id="5" creationId="{792B132F-8FB7-2554-FEF2-B2679F304AD6}"/>
          </ac:spMkLst>
        </pc:spChg>
        <pc:spChg chg="mod">
          <ac:chgData name="Julien TERRIER" userId="e38a7381-6e71-427d-838c-0275fc209b82" providerId="ADAL" clId="{546F0C40-C41A-41FA-8FDB-602132A82B08}" dt="2024-09-17T08:02:27.970" v="1010" actId="790"/>
          <ac:spMkLst>
            <pc:docMk/>
            <pc:sldMk cId="3139239188" sldId="581"/>
            <ac:spMk id="6" creationId="{CCCA1F09-6DB8-40CB-9857-A3E7115C8C7E}"/>
          </ac:spMkLst>
        </pc:spChg>
        <pc:spChg chg="add del mod">
          <ac:chgData name="Julien TERRIER" userId="e38a7381-6e71-427d-838c-0275fc209b82" providerId="ADAL" clId="{546F0C40-C41A-41FA-8FDB-602132A82B08}" dt="2024-09-17T07:55:13.362" v="600" actId="6264"/>
          <ac:spMkLst>
            <pc:docMk/>
            <pc:sldMk cId="3139239188" sldId="581"/>
            <ac:spMk id="7" creationId="{05BC6C56-105E-4D9B-C626-978F3F171D18}"/>
          </ac:spMkLst>
        </pc:spChg>
        <pc:spChg chg="add del mod">
          <ac:chgData name="Julien TERRIER" userId="e38a7381-6e71-427d-838c-0275fc209b82" providerId="ADAL" clId="{546F0C40-C41A-41FA-8FDB-602132A82B08}" dt="2024-09-17T07:55:13.362" v="600" actId="6264"/>
          <ac:spMkLst>
            <pc:docMk/>
            <pc:sldMk cId="3139239188" sldId="581"/>
            <ac:spMk id="8" creationId="{030D40C9-BD5C-0F0E-DD0C-384B02EAD7C3}"/>
          </ac:spMkLst>
        </pc:spChg>
        <pc:spChg chg="add del mod">
          <ac:chgData name="Julien TERRIER" userId="e38a7381-6e71-427d-838c-0275fc209b82" providerId="ADAL" clId="{546F0C40-C41A-41FA-8FDB-602132A82B08}" dt="2024-09-17T07:55:13.362" v="600" actId="6264"/>
          <ac:spMkLst>
            <pc:docMk/>
            <pc:sldMk cId="3139239188" sldId="581"/>
            <ac:spMk id="9" creationId="{8065748D-7E2C-71CD-EF34-44AF0ECEB3AC}"/>
          </ac:spMkLst>
        </pc:spChg>
        <pc:spChg chg="add del mod ord">
          <ac:chgData name="Julien TERRIER" userId="e38a7381-6e71-427d-838c-0275fc209b82" providerId="ADAL" clId="{546F0C40-C41A-41FA-8FDB-602132A82B08}" dt="2024-09-17T08:02:22.026" v="1009" actId="478"/>
          <ac:spMkLst>
            <pc:docMk/>
            <pc:sldMk cId="3139239188" sldId="581"/>
            <ac:spMk id="10" creationId="{D7E1E391-39C9-4252-D5FC-E9E1EDBE44E2}"/>
          </ac:spMkLst>
        </pc:spChg>
        <pc:picChg chg="mod">
          <ac:chgData name="Julien TERRIER" userId="e38a7381-6e71-427d-838c-0275fc209b82" providerId="ADAL" clId="{546F0C40-C41A-41FA-8FDB-602132A82B08}" dt="2024-09-17T08:04:46.186" v="1081" actId="1036"/>
          <ac:picMkLst>
            <pc:docMk/>
            <pc:sldMk cId="3139239188" sldId="581"/>
            <ac:picMk id="28" creationId="{854D0B2E-2DB3-4913-B091-BE25A696430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546F0C40-C41A-41FA-8FDB-602132A82B08}" dt="2024-09-17T07:55:13.700" v="661" actId="1589"/>
              <pc2:cmMkLst xmlns:pc2="http://schemas.microsoft.com/office/powerpoint/2019/9/main/command">
                <pc:docMk/>
                <pc:sldMk cId="3139239188" sldId="581"/>
                <pc2:cmMk id="{0A33785A-A9EE-42EE-8B37-9E00927A1EC1}"/>
              </pc2:cmMkLst>
            </pc226:cmChg>
          </p:ext>
        </pc:extLst>
      </pc:sldChg>
      <pc:sldChg chg="addSp delSp modSp mod modTransition modShow addCm modCm chgLayout modNotes">
        <pc:chgData name="Julien TERRIER" userId="e38a7381-6e71-427d-838c-0275fc209b82" providerId="ADAL" clId="{546F0C40-C41A-41FA-8FDB-602132A82B08}" dt="2024-09-17T08:15:40.748" v="1121" actId="729"/>
        <pc:sldMkLst>
          <pc:docMk/>
          <pc:sldMk cId="3356732460" sldId="582"/>
        </pc:sldMkLst>
        <pc:spChg chg="del mod">
          <ac:chgData name="Julien TERRIER" userId="e38a7381-6e71-427d-838c-0275fc209b82" providerId="ADAL" clId="{546F0C40-C41A-41FA-8FDB-602132A82B08}" dt="2024-09-17T07:55:13.213" v="535"/>
          <ac:spMkLst>
            <pc:docMk/>
            <pc:sldMk cId="3356732460" sldId="582"/>
            <ac:spMk id="2" creationId="{761580CE-89A9-474D-8996-2BBA48E31943}"/>
          </ac:spMkLst>
        </pc:spChg>
        <pc:spChg chg="del mod ord">
          <ac:chgData name="Julien TERRIER" userId="e38a7381-6e71-427d-838c-0275fc209b82" providerId="ADAL" clId="{546F0C40-C41A-41FA-8FDB-602132A82B08}" dt="2024-09-17T08:06:33.568" v="1111" actId="478"/>
          <ac:spMkLst>
            <pc:docMk/>
            <pc:sldMk cId="3356732460" sldId="582"/>
            <ac:spMk id="3" creationId="{7D958B24-CF75-4DDD-B98F-D2BB19D375D9}"/>
          </ac:spMkLst>
        </pc:spChg>
        <pc:spChg chg="mod ord">
          <ac:chgData name="Julien TERRIER" userId="e38a7381-6e71-427d-838c-0275fc209b82" providerId="ADAL" clId="{546F0C40-C41A-41FA-8FDB-602132A82B08}" dt="2024-09-17T08:06:28.859" v="1110" actId="403"/>
          <ac:spMkLst>
            <pc:docMk/>
            <pc:sldMk cId="3356732460" sldId="582"/>
            <ac:spMk id="4" creationId="{27D2D4DF-2672-49A2-B95D-2F8236D87193}"/>
          </ac:spMkLst>
        </pc:spChg>
        <pc:spChg chg="add del mod ord">
          <ac:chgData name="Julien TERRIER" userId="e38a7381-6e71-427d-838c-0275fc209b82" providerId="ADAL" clId="{546F0C40-C41A-41FA-8FDB-602132A82B08}" dt="2024-09-17T08:06:35.889" v="1112" actId="478"/>
          <ac:spMkLst>
            <pc:docMk/>
            <pc:sldMk cId="3356732460" sldId="582"/>
            <ac:spMk id="5" creationId="{2E2B2DB8-5344-F260-8562-4E5BB3FA6C03}"/>
          </ac:spMkLst>
        </pc:spChg>
        <pc:spChg chg="add del mod">
          <ac:chgData name="Julien TERRIER" userId="e38a7381-6e71-427d-838c-0275fc209b82" providerId="ADAL" clId="{546F0C40-C41A-41FA-8FDB-602132A82B08}" dt="2024-09-17T07:55:13.432" v="606" actId="6264"/>
          <ac:spMkLst>
            <pc:docMk/>
            <pc:sldMk cId="3356732460" sldId="582"/>
            <ac:spMk id="6" creationId="{62C16F60-CB14-BF50-E0A0-EC538EEE3AB4}"/>
          </ac:spMkLst>
        </pc:spChg>
        <pc:spChg chg="add del mod">
          <ac:chgData name="Julien TERRIER" userId="e38a7381-6e71-427d-838c-0275fc209b82" providerId="ADAL" clId="{546F0C40-C41A-41FA-8FDB-602132A82B08}" dt="2024-09-17T07:55:13.432" v="606" actId="6264"/>
          <ac:spMkLst>
            <pc:docMk/>
            <pc:sldMk cId="3356732460" sldId="582"/>
            <ac:spMk id="8" creationId="{6F9AAF6B-EA40-D2CC-7563-8A1F53997EEF}"/>
          </ac:spMkLst>
        </pc:spChg>
        <pc:spChg chg="add del mod">
          <ac:chgData name="Julien TERRIER" userId="e38a7381-6e71-427d-838c-0275fc209b82" providerId="ADAL" clId="{546F0C40-C41A-41FA-8FDB-602132A82B08}" dt="2024-09-17T07:55:13.432" v="606" actId="6264"/>
          <ac:spMkLst>
            <pc:docMk/>
            <pc:sldMk cId="3356732460" sldId="582"/>
            <ac:spMk id="9" creationId="{5E89EB27-03C2-5DF1-3CF1-99577A99203A}"/>
          </ac:spMkLst>
        </pc:spChg>
        <pc:spChg chg="add del mod ord">
          <ac:chgData name="Julien TERRIER" userId="e38a7381-6e71-427d-838c-0275fc209b82" providerId="ADAL" clId="{546F0C40-C41A-41FA-8FDB-602132A82B08}" dt="2024-09-17T08:06:25.855" v="1108" actId="478"/>
          <ac:spMkLst>
            <pc:docMk/>
            <pc:sldMk cId="3356732460" sldId="582"/>
            <ac:spMk id="10" creationId="{FBFF903A-CC38-44B1-D7B3-25ADE2A2D691}"/>
          </ac:spMkLst>
        </pc:spChg>
        <pc:picChg chg="mod">
          <ac:chgData name="Julien TERRIER" userId="e38a7381-6e71-427d-838c-0275fc209b82" providerId="ADAL" clId="{546F0C40-C41A-41FA-8FDB-602132A82B08}" dt="2024-09-17T07:55:12.976" v="187"/>
          <ac:picMkLst>
            <pc:docMk/>
            <pc:sldMk cId="3356732460" sldId="582"/>
            <ac:picMk id="7" creationId="{EE10B70A-EE15-41A5-980C-78C84AE8370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546F0C40-C41A-41FA-8FDB-602132A82B08}" dt="2024-09-17T07:55:13.863" v="673" actId="1589"/>
              <pc2:cmMkLst xmlns:pc2="http://schemas.microsoft.com/office/powerpoint/2019/9/main/command">
                <pc:docMk/>
                <pc:sldMk cId="3356732460" sldId="582"/>
                <pc2:cmMk id="{23AFAF4F-465D-42A7-9096-2E080D27A98F}"/>
              </pc2:cmMkLst>
            </pc226:cmChg>
          </p:ext>
        </pc:extLst>
      </pc:sldChg>
      <pc:sldChg chg="addSp delSp modSp mod modTransition modShow addCm modCm chgLayout modNotes">
        <pc:chgData name="Julien TERRIER" userId="e38a7381-6e71-427d-838c-0275fc209b82" providerId="ADAL" clId="{546F0C40-C41A-41FA-8FDB-602132A82B08}" dt="2024-09-17T08:16:20.971" v="1129" actId="478"/>
        <pc:sldMkLst>
          <pc:docMk/>
          <pc:sldMk cId="1495176785" sldId="583"/>
        </pc:sldMkLst>
        <pc:spChg chg="del mod">
          <ac:chgData name="Julien TERRIER" userId="e38a7381-6e71-427d-838c-0275fc209b82" providerId="ADAL" clId="{546F0C40-C41A-41FA-8FDB-602132A82B08}" dt="2024-09-17T07:55:13.213" v="537"/>
          <ac:spMkLst>
            <pc:docMk/>
            <pc:sldMk cId="1495176785" sldId="583"/>
            <ac:spMk id="2" creationId="{761580CE-89A9-474D-8996-2BBA48E31943}"/>
          </ac:spMkLst>
        </pc:spChg>
        <pc:spChg chg="del mod ord">
          <ac:chgData name="Julien TERRIER" userId="e38a7381-6e71-427d-838c-0275fc209b82" providerId="ADAL" clId="{546F0C40-C41A-41FA-8FDB-602132A82B08}" dt="2024-09-17T08:16:18.866" v="1128" actId="478"/>
          <ac:spMkLst>
            <pc:docMk/>
            <pc:sldMk cId="1495176785" sldId="583"/>
            <ac:spMk id="3" creationId="{7D958B24-CF75-4DDD-B98F-D2BB19D375D9}"/>
          </ac:spMkLst>
        </pc:spChg>
        <pc:spChg chg="mod ord">
          <ac:chgData name="Julien TERRIER" userId="e38a7381-6e71-427d-838c-0275fc209b82" providerId="ADAL" clId="{546F0C40-C41A-41FA-8FDB-602132A82B08}" dt="2024-09-17T08:15:37.405" v="1120" actId="403"/>
          <ac:spMkLst>
            <pc:docMk/>
            <pc:sldMk cId="1495176785" sldId="583"/>
            <ac:spMk id="4" creationId="{27D2D4DF-2672-49A2-B95D-2F8236D87193}"/>
          </ac:spMkLst>
        </pc:spChg>
        <pc:spChg chg="add del mod ord">
          <ac:chgData name="Julien TERRIER" userId="e38a7381-6e71-427d-838c-0275fc209b82" providerId="ADAL" clId="{546F0C40-C41A-41FA-8FDB-602132A82B08}" dt="2024-09-17T08:16:20.971" v="1129" actId="478"/>
          <ac:spMkLst>
            <pc:docMk/>
            <pc:sldMk cId="1495176785" sldId="583"/>
            <ac:spMk id="5" creationId="{49067E66-E6E1-6A13-C16C-00A1058042CC}"/>
          </ac:spMkLst>
        </pc:spChg>
        <pc:spChg chg="add del mod">
          <ac:chgData name="Julien TERRIER" userId="e38a7381-6e71-427d-838c-0275fc209b82" providerId="ADAL" clId="{546F0C40-C41A-41FA-8FDB-602132A82B08}" dt="2024-09-17T07:55:13.448" v="607" actId="6264"/>
          <ac:spMkLst>
            <pc:docMk/>
            <pc:sldMk cId="1495176785" sldId="583"/>
            <ac:spMk id="7" creationId="{144C3EAF-58A1-5B63-4BCE-DD5AC6903606}"/>
          </ac:spMkLst>
        </pc:spChg>
        <pc:spChg chg="add del mod">
          <ac:chgData name="Julien TERRIER" userId="e38a7381-6e71-427d-838c-0275fc209b82" providerId="ADAL" clId="{546F0C40-C41A-41FA-8FDB-602132A82B08}" dt="2024-09-17T07:55:13.448" v="607" actId="6264"/>
          <ac:spMkLst>
            <pc:docMk/>
            <pc:sldMk cId="1495176785" sldId="583"/>
            <ac:spMk id="8" creationId="{B568D443-2D79-754F-43BE-E187C85620BD}"/>
          </ac:spMkLst>
        </pc:spChg>
        <pc:spChg chg="add del mod">
          <ac:chgData name="Julien TERRIER" userId="e38a7381-6e71-427d-838c-0275fc209b82" providerId="ADAL" clId="{546F0C40-C41A-41FA-8FDB-602132A82B08}" dt="2024-09-17T07:55:13.448" v="607" actId="6264"/>
          <ac:spMkLst>
            <pc:docMk/>
            <pc:sldMk cId="1495176785" sldId="583"/>
            <ac:spMk id="9" creationId="{AF2228D1-6E0D-AF59-8A1C-CE87DB0554E0}"/>
          </ac:spMkLst>
        </pc:spChg>
        <pc:spChg chg="add del mod ord">
          <ac:chgData name="Julien TERRIER" userId="e38a7381-6e71-427d-838c-0275fc209b82" providerId="ADAL" clId="{546F0C40-C41A-41FA-8FDB-602132A82B08}" dt="2024-09-17T08:15:20.746" v="1117" actId="478"/>
          <ac:spMkLst>
            <pc:docMk/>
            <pc:sldMk cId="1495176785" sldId="583"/>
            <ac:spMk id="10" creationId="{E55D4604-3735-DCD5-EFE7-94D6E0EB05B1}"/>
          </ac:spMkLst>
        </pc:spChg>
        <pc:picChg chg="mod">
          <ac:chgData name="Julien TERRIER" userId="e38a7381-6e71-427d-838c-0275fc209b82" providerId="ADAL" clId="{546F0C40-C41A-41FA-8FDB-602132A82B08}" dt="2024-09-17T08:16:15.949" v="1127" actId="1076"/>
          <ac:picMkLst>
            <pc:docMk/>
            <pc:sldMk cId="1495176785" sldId="583"/>
            <ac:picMk id="6" creationId="{95F71869-2742-40BD-B3AC-3B270A2F3BA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546F0C40-C41A-41FA-8FDB-602132A82B08}" dt="2024-09-17T07:55:13.889" v="675" actId="1589"/>
              <pc2:cmMkLst xmlns:pc2="http://schemas.microsoft.com/office/powerpoint/2019/9/main/command">
                <pc:docMk/>
                <pc:sldMk cId="1495176785" sldId="583"/>
                <pc2:cmMk id="{611B3C87-C6BF-4094-9A0D-D6C99ABE4FF3}"/>
              </pc2:cmMkLst>
            </pc226:cmChg>
          </p:ext>
        </pc:extLst>
      </pc:sldChg>
      <pc:sldChg chg="addSp delSp modSp mod modTransition modShow addCm modCm chgLayout modNotes">
        <pc:chgData name="Julien TERRIER" userId="e38a7381-6e71-427d-838c-0275fc209b82" providerId="ADAL" clId="{546F0C40-C41A-41FA-8FDB-602132A82B08}" dt="2024-09-17T08:18:56.950" v="1177" actId="729"/>
        <pc:sldMkLst>
          <pc:docMk/>
          <pc:sldMk cId="2187137394" sldId="584"/>
        </pc:sldMkLst>
        <pc:spChg chg="del mod">
          <ac:chgData name="Julien TERRIER" userId="e38a7381-6e71-427d-838c-0275fc209b82" providerId="ADAL" clId="{546F0C40-C41A-41FA-8FDB-602132A82B08}" dt="2024-09-17T07:55:13.213" v="539"/>
          <ac:spMkLst>
            <pc:docMk/>
            <pc:sldMk cId="2187137394" sldId="584"/>
            <ac:spMk id="2" creationId="{761580CE-89A9-474D-8996-2BBA48E31943}"/>
          </ac:spMkLst>
        </pc:spChg>
        <pc:spChg chg="del mod ord">
          <ac:chgData name="Julien TERRIER" userId="e38a7381-6e71-427d-838c-0275fc209b82" providerId="ADAL" clId="{546F0C40-C41A-41FA-8FDB-602132A82B08}" dt="2024-09-17T08:16:27.100" v="1130" actId="478"/>
          <ac:spMkLst>
            <pc:docMk/>
            <pc:sldMk cId="2187137394" sldId="584"/>
            <ac:spMk id="3" creationId="{7D958B24-CF75-4DDD-B98F-D2BB19D375D9}"/>
          </ac:spMkLst>
        </pc:spChg>
        <pc:spChg chg="mod ord">
          <ac:chgData name="Julien TERRIER" userId="e38a7381-6e71-427d-838c-0275fc209b82" providerId="ADAL" clId="{546F0C40-C41A-41FA-8FDB-602132A82B08}" dt="2024-09-17T08:16:05.178" v="1126" actId="790"/>
          <ac:spMkLst>
            <pc:docMk/>
            <pc:sldMk cId="2187137394" sldId="584"/>
            <ac:spMk id="4" creationId="{27D2D4DF-2672-49A2-B95D-2F8236D87193}"/>
          </ac:spMkLst>
        </pc:spChg>
        <pc:spChg chg="add del mod ord">
          <ac:chgData name="Julien TERRIER" userId="e38a7381-6e71-427d-838c-0275fc209b82" providerId="ADAL" clId="{546F0C40-C41A-41FA-8FDB-602132A82B08}" dt="2024-09-17T08:16:29.252" v="1131" actId="478"/>
          <ac:spMkLst>
            <pc:docMk/>
            <pc:sldMk cId="2187137394" sldId="584"/>
            <ac:spMk id="5" creationId="{6C79D6FF-5A45-A727-073A-B6EDA6FB68BF}"/>
          </ac:spMkLst>
        </pc:spChg>
        <pc:spChg chg="add del mod">
          <ac:chgData name="Julien TERRIER" userId="e38a7381-6e71-427d-838c-0275fc209b82" providerId="ADAL" clId="{546F0C40-C41A-41FA-8FDB-602132A82B08}" dt="2024-09-17T07:55:13.463" v="608" actId="6264"/>
          <ac:spMkLst>
            <pc:docMk/>
            <pc:sldMk cId="2187137394" sldId="584"/>
            <ac:spMk id="6" creationId="{DC55651C-D664-0D3B-D0A1-7450A1516AEB}"/>
          </ac:spMkLst>
        </pc:spChg>
        <pc:spChg chg="add del mod">
          <ac:chgData name="Julien TERRIER" userId="e38a7381-6e71-427d-838c-0275fc209b82" providerId="ADAL" clId="{546F0C40-C41A-41FA-8FDB-602132A82B08}" dt="2024-09-17T07:55:13.463" v="608" actId="6264"/>
          <ac:spMkLst>
            <pc:docMk/>
            <pc:sldMk cId="2187137394" sldId="584"/>
            <ac:spMk id="10" creationId="{DDC62407-7F3C-5EB0-DF04-D4B87630C5D1}"/>
          </ac:spMkLst>
        </pc:spChg>
        <pc:spChg chg="add del mod">
          <ac:chgData name="Julien TERRIER" userId="e38a7381-6e71-427d-838c-0275fc209b82" providerId="ADAL" clId="{546F0C40-C41A-41FA-8FDB-602132A82B08}" dt="2024-09-17T07:55:13.463" v="608" actId="6264"/>
          <ac:spMkLst>
            <pc:docMk/>
            <pc:sldMk cId="2187137394" sldId="584"/>
            <ac:spMk id="11" creationId="{28BF9DAC-62D7-F89A-7AE8-159B3D0430A0}"/>
          </ac:spMkLst>
        </pc:spChg>
        <pc:spChg chg="add del mod ord">
          <ac:chgData name="Julien TERRIER" userId="e38a7381-6e71-427d-838c-0275fc209b82" providerId="ADAL" clId="{546F0C40-C41A-41FA-8FDB-602132A82B08}" dt="2024-09-17T08:15:53.357" v="1123" actId="478"/>
          <ac:spMkLst>
            <pc:docMk/>
            <pc:sldMk cId="2187137394" sldId="584"/>
            <ac:spMk id="12" creationId="{23C883BE-2DD4-1646-A984-07836EE9744F}"/>
          </ac:spMkLst>
        </pc:spChg>
        <pc:picChg chg="mod">
          <ac:chgData name="Julien TERRIER" userId="e38a7381-6e71-427d-838c-0275fc209b82" providerId="ADAL" clId="{546F0C40-C41A-41FA-8FDB-602132A82B08}" dt="2024-09-17T08:17:48.614" v="1167" actId="1076"/>
          <ac:picMkLst>
            <pc:docMk/>
            <pc:sldMk cId="2187137394" sldId="584"/>
            <ac:picMk id="7" creationId="{C1B54773-094D-405E-A65F-8D36B59FF772}"/>
          </ac:picMkLst>
        </pc:picChg>
        <pc:picChg chg="mod">
          <ac:chgData name="Julien TERRIER" userId="e38a7381-6e71-427d-838c-0275fc209b82" providerId="ADAL" clId="{546F0C40-C41A-41FA-8FDB-602132A82B08}" dt="2024-09-17T08:17:56.820" v="1170" actId="1076"/>
          <ac:picMkLst>
            <pc:docMk/>
            <pc:sldMk cId="2187137394" sldId="584"/>
            <ac:picMk id="8" creationId="{78705C0B-20B0-4404-9F9A-96EA1B5295AB}"/>
          </ac:picMkLst>
        </pc:picChg>
        <pc:picChg chg="mod">
          <ac:chgData name="Julien TERRIER" userId="e38a7381-6e71-427d-838c-0275fc209b82" providerId="ADAL" clId="{546F0C40-C41A-41FA-8FDB-602132A82B08}" dt="2024-09-17T08:18:45.749" v="1176" actId="1076"/>
          <ac:picMkLst>
            <pc:docMk/>
            <pc:sldMk cId="2187137394" sldId="584"/>
            <ac:picMk id="9" creationId="{04380A74-B2A3-4598-BDDE-EECE1FDEA4F5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Julien TERRIER" userId="e38a7381-6e71-427d-838c-0275fc209b82" providerId="ADAL" clId="{546F0C40-C41A-41FA-8FDB-602132A82B08}" dt="2024-09-17T07:55:13.920" v="677" actId="1589"/>
              <pc2:cmMkLst xmlns:pc2="http://schemas.microsoft.com/office/powerpoint/2019/9/main/command">
                <pc:docMk/>
                <pc:sldMk cId="2187137394" sldId="584"/>
                <pc2:cmMk id="{78EDABF5-2650-41F4-9882-A04162DE4A30}"/>
              </pc2:cmMkLst>
            </pc226:cmChg>
          </p:ext>
        </pc:extLst>
      </pc:sldChg>
      <pc:sldChg chg="modSp mod">
        <pc:chgData name="Julien TERRIER" userId="e38a7381-6e71-427d-838c-0275fc209b82" providerId="ADAL" clId="{546F0C40-C41A-41FA-8FDB-602132A82B08}" dt="2024-09-17T07:56:39.878" v="795" actId="790"/>
        <pc:sldMkLst>
          <pc:docMk/>
          <pc:sldMk cId="4256988999" sldId="613"/>
        </pc:sldMkLst>
        <pc:spChg chg="mod">
          <ac:chgData name="Julien TERRIER" userId="e38a7381-6e71-427d-838c-0275fc209b82" providerId="ADAL" clId="{546F0C40-C41A-41FA-8FDB-602132A82B08}" dt="2024-09-17T07:56:39.878" v="795" actId="790"/>
          <ac:spMkLst>
            <pc:docMk/>
            <pc:sldMk cId="4256988999" sldId="613"/>
            <ac:spMk id="4" creationId="{B8F0D63A-0BCB-517D-9E66-1881168EA0F0}"/>
          </ac:spMkLst>
        </pc:spChg>
      </pc:sldChg>
      <pc:sldChg chg="modSp mod">
        <pc:chgData name="Julien TERRIER" userId="e38a7381-6e71-427d-838c-0275fc209b82" providerId="ADAL" clId="{546F0C40-C41A-41FA-8FDB-602132A82B08}" dt="2024-10-18T13:57:24.325" v="1180" actId="20577"/>
        <pc:sldMkLst>
          <pc:docMk/>
          <pc:sldMk cId="706026427" sldId="614"/>
        </pc:sldMkLst>
        <pc:spChg chg="mod">
          <ac:chgData name="Julien TERRIER" userId="e38a7381-6e71-427d-838c-0275fc209b82" providerId="ADAL" clId="{546F0C40-C41A-41FA-8FDB-602132A82B08}" dt="2024-10-18T13:57:24.325" v="1180" actId="20577"/>
          <ac:spMkLst>
            <pc:docMk/>
            <pc:sldMk cId="706026427" sldId="614"/>
            <ac:spMk id="4" creationId="{5E110484-7C01-4617-903A-503AD67ED395}"/>
          </ac:spMkLst>
        </pc:spChg>
        <pc:spChg chg="mod">
          <ac:chgData name="Julien TERRIER" userId="e38a7381-6e71-427d-838c-0275fc209b82" providerId="ADAL" clId="{546F0C40-C41A-41FA-8FDB-602132A82B08}" dt="2024-09-17T08:00:10.515" v="1002" actId="790"/>
          <ac:spMkLst>
            <pc:docMk/>
            <pc:sldMk cId="706026427" sldId="614"/>
            <ac:spMk id="5" creationId="{4A0BAB5A-BB55-46E0-9F57-B6937674FD25}"/>
          </ac:spMkLst>
        </pc:spChg>
      </pc:sldChg>
      <pc:sldMasterChg chg="delSp del mod delSldLayout modSldLayout">
        <pc:chgData name="Julien TERRIER" userId="e38a7381-6e71-427d-838c-0275fc209b82" providerId="ADAL" clId="{546F0C40-C41A-41FA-8FDB-602132A82B08}" dt="2024-09-17T07:55:12.962" v="106" actId="2696"/>
        <pc:sldMasterMkLst>
          <pc:docMk/>
          <pc:sldMasterMk cId="2778691957" sldId="2147483648"/>
        </pc:sldMasterMkLst>
        <pc:spChg chg="del">
          <ac:chgData name="Julien TERRIER" userId="e38a7381-6e71-427d-838c-0275fc209b82" providerId="ADAL" clId="{546F0C40-C41A-41FA-8FDB-602132A82B08}" dt="2024-09-17T07:55:12.161" v="1"/>
          <ac:spMkLst>
            <pc:docMk/>
            <pc:sldMasterMk cId="2778691957" sldId="2147483648"/>
            <ac:spMk id="10" creationId="{00000000-0000-0000-0000-000000000000}"/>
          </ac:spMkLst>
        </pc:spChg>
        <pc:picChg chg="del">
          <ac:chgData name="Julien TERRIER" userId="e38a7381-6e71-427d-838c-0275fc209b82" providerId="ADAL" clId="{546F0C40-C41A-41FA-8FDB-602132A82B08}" dt="2024-09-17T07:55:12.161" v="3"/>
          <ac:picMkLst>
            <pc:docMk/>
            <pc:sldMasterMk cId="2778691957" sldId="2147483648"/>
            <ac:picMk id="12" creationId="{4EE049B8-76EA-4D46-A6BA-7E3A868D75FE}"/>
          </ac:picMkLst>
        </pc:picChg>
        <pc:sldLayoutChg chg="del">
          <pc:chgData name="Julien TERRIER" userId="e38a7381-6e71-427d-838c-0275fc209b82" providerId="ADAL" clId="{546F0C40-C41A-41FA-8FDB-602132A82B08}" dt="2024-09-17T07:55:12.945" v="72" actId="2696"/>
          <pc:sldLayoutMkLst>
            <pc:docMk/>
            <pc:sldMasterMk cId="2778691957" sldId="2147483648"/>
            <pc:sldLayoutMk cId="3643732284" sldId="2147483676"/>
          </pc:sldLayoutMkLst>
        </pc:sldLayoutChg>
        <pc:sldLayoutChg chg="del">
          <pc:chgData name="Julien TERRIER" userId="e38a7381-6e71-427d-838c-0275fc209b82" providerId="ADAL" clId="{546F0C40-C41A-41FA-8FDB-602132A82B08}" dt="2024-09-17T07:55:12.945" v="73" actId="2696"/>
          <pc:sldLayoutMkLst>
            <pc:docMk/>
            <pc:sldMasterMk cId="2778691957" sldId="2147483648"/>
            <pc:sldLayoutMk cId="2427066217" sldId="2147483677"/>
          </pc:sldLayoutMkLst>
        </pc:sldLayoutChg>
        <pc:sldLayoutChg chg="del">
          <pc:chgData name="Julien TERRIER" userId="e38a7381-6e71-427d-838c-0275fc209b82" providerId="ADAL" clId="{546F0C40-C41A-41FA-8FDB-602132A82B08}" dt="2024-09-17T07:55:12.945" v="74" actId="2696"/>
          <pc:sldLayoutMkLst>
            <pc:docMk/>
            <pc:sldMasterMk cId="2778691957" sldId="2147483648"/>
            <pc:sldLayoutMk cId="1878223979" sldId="2147483678"/>
          </pc:sldLayoutMkLst>
        </pc:sldLayoutChg>
        <pc:sldLayoutChg chg="del">
          <pc:chgData name="Julien TERRIER" userId="e38a7381-6e71-427d-838c-0275fc209b82" providerId="ADAL" clId="{546F0C40-C41A-41FA-8FDB-602132A82B08}" dt="2024-09-17T07:55:12.945" v="75" actId="2696"/>
          <pc:sldLayoutMkLst>
            <pc:docMk/>
            <pc:sldMasterMk cId="2778691957" sldId="2147483648"/>
            <pc:sldLayoutMk cId="1735053423" sldId="2147483679"/>
          </pc:sldLayoutMkLst>
        </pc:sldLayoutChg>
        <pc:sldLayoutChg chg="del">
          <pc:chgData name="Julien TERRIER" userId="e38a7381-6e71-427d-838c-0275fc209b82" providerId="ADAL" clId="{546F0C40-C41A-41FA-8FDB-602132A82B08}" dt="2024-09-17T07:55:12.945" v="77" actId="2696"/>
          <pc:sldLayoutMkLst>
            <pc:docMk/>
            <pc:sldMasterMk cId="2778691957" sldId="2147483648"/>
            <pc:sldLayoutMk cId="653087172" sldId="2147483680"/>
          </pc:sldLayoutMkLst>
        </pc:sldLayoutChg>
        <pc:sldLayoutChg chg="del">
          <pc:chgData name="Julien TERRIER" userId="e38a7381-6e71-427d-838c-0275fc209b82" providerId="ADAL" clId="{546F0C40-C41A-41FA-8FDB-602132A82B08}" dt="2024-09-17T07:55:12.945" v="78" actId="2696"/>
          <pc:sldLayoutMkLst>
            <pc:docMk/>
            <pc:sldMasterMk cId="2778691957" sldId="2147483648"/>
            <pc:sldLayoutMk cId="1180874834" sldId="2147483681"/>
          </pc:sldLayoutMkLst>
        </pc:sldLayoutChg>
        <pc:sldLayoutChg chg="del">
          <pc:chgData name="Julien TERRIER" userId="e38a7381-6e71-427d-838c-0275fc209b82" providerId="ADAL" clId="{546F0C40-C41A-41FA-8FDB-602132A82B08}" dt="2024-09-17T07:55:12.945" v="79" actId="2696"/>
          <pc:sldLayoutMkLst>
            <pc:docMk/>
            <pc:sldMasterMk cId="2778691957" sldId="2147483648"/>
            <pc:sldLayoutMk cId="1912465755" sldId="2147483682"/>
          </pc:sldLayoutMkLst>
        </pc:sldLayoutChg>
        <pc:sldLayoutChg chg="del">
          <pc:chgData name="Julien TERRIER" userId="e38a7381-6e71-427d-838c-0275fc209b82" providerId="ADAL" clId="{546F0C40-C41A-41FA-8FDB-602132A82B08}" dt="2024-09-17T07:55:12.945" v="80" actId="2696"/>
          <pc:sldLayoutMkLst>
            <pc:docMk/>
            <pc:sldMasterMk cId="2778691957" sldId="2147483648"/>
            <pc:sldLayoutMk cId="2771685102" sldId="2147483683"/>
          </pc:sldLayoutMkLst>
        </pc:sldLayoutChg>
        <pc:sldLayoutChg chg="delSp del mod">
          <pc:chgData name="Julien TERRIER" userId="e38a7381-6e71-427d-838c-0275fc209b82" providerId="ADAL" clId="{546F0C40-C41A-41FA-8FDB-602132A82B08}" dt="2024-09-17T07:55:12.945" v="81" actId="2696"/>
          <pc:sldLayoutMkLst>
            <pc:docMk/>
            <pc:sldMasterMk cId="2778691957" sldId="2147483648"/>
            <pc:sldLayoutMk cId="3283374417" sldId="2147483684"/>
          </pc:sldLayoutMkLst>
          <pc:cxnChg chg="del">
            <ac:chgData name="Julien TERRIER" userId="e38a7381-6e71-427d-838c-0275fc209b82" providerId="ADAL" clId="{546F0C40-C41A-41FA-8FDB-602132A82B08}" dt="2024-09-17T07:55:12.175" v="37"/>
            <ac:cxnSpMkLst>
              <pc:docMk/>
              <pc:sldMasterMk cId="2778691957" sldId="2147483648"/>
              <pc:sldLayoutMk cId="3283374417" sldId="2147483684"/>
              <ac:cxnSpMk id="11" creationId="{00000000-0000-0000-0000-000000000000}"/>
            </ac:cxnSpMkLst>
          </pc:cxnChg>
        </pc:sldLayoutChg>
        <pc:sldLayoutChg chg="delSp del mod">
          <pc:chgData name="Julien TERRIER" userId="e38a7381-6e71-427d-838c-0275fc209b82" providerId="ADAL" clId="{546F0C40-C41A-41FA-8FDB-602132A82B08}" dt="2024-09-17T07:55:12.945" v="82" actId="2696"/>
          <pc:sldLayoutMkLst>
            <pc:docMk/>
            <pc:sldMasterMk cId="2778691957" sldId="2147483648"/>
            <pc:sldLayoutMk cId="187212048" sldId="2147483685"/>
          </pc:sldLayoutMkLst>
          <pc:cxnChg chg="del">
            <ac:chgData name="Julien TERRIER" userId="e38a7381-6e71-427d-838c-0275fc209b82" providerId="ADAL" clId="{546F0C40-C41A-41FA-8FDB-602132A82B08}" dt="2024-09-17T07:55:12.175" v="35"/>
            <ac:cxnSpMkLst>
              <pc:docMk/>
              <pc:sldMasterMk cId="2778691957" sldId="2147483648"/>
              <pc:sldLayoutMk cId="187212048" sldId="2147483685"/>
              <ac:cxnSpMk id="11" creationId="{00000000-0000-0000-0000-000000000000}"/>
            </ac:cxnSpMkLst>
          </pc:cxnChg>
        </pc:sldLayoutChg>
        <pc:sldLayoutChg chg="del">
          <pc:chgData name="Julien TERRIER" userId="e38a7381-6e71-427d-838c-0275fc209b82" providerId="ADAL" clId="{546F0C40-C41A-41FA-8FDB-602132A82B08}" dt="2024-09-17T07:55:12.945" v="83" actId="2696"/>
          <pc:sldLayoutMkLst>
            <pc:docMk/>
            <pc:sldMasterMk cId="2778691957" sldId="2147483648"/>
            <pc:sldLayoutMk cId="1844634331" sldId="2147483686"/>
          </pc:sldLayoutMkLst>
        </pc:sldLayoutChg>
        <pc:sldLayoutChg chg="del">
          <pc:chgData name="Julien TERRIER" userId="e38a7381-6e71-427d-838c-0275fc209b82" providerId="ADAL" clId="{546F0C40-C41A-41FA-8FDB-602132A82B08}" dt="2024-09-17T07:55:12.945" v="84" actId="2696"/>
          <pc:sldLayoutMkLst>
            <pc:docMk/>
            <pc:sldMasterMk cId="2778691957" sldId="2147483648"/>
            <pc:sldLayoutMk cId="872168697" sldId="2147483687"/>
          </pc:sldLayoutMkLst>
        </pc:sldLayoutChg>
        <pc:sldLayoutChg chg="delSp del mod delAnim modAnim">
          <pc:chgData name="Julien TERRIER" userId="e38a7381-6e71-427d-838c-0275fc209b82" providerId="ADAL" clId="{546F0C40-C41A-41FA-8FDB-602132A82B08}" dt="2024-09-17T07:55:12.945" v="85" actId="2696"/>
          <pc:sldLayoutMkLst>
            <pc:docMk/>
            <pc:sldMasterMk cId="2778691957" sldId="2147483648"/>
            <pc:sldLayoutMk cId="2092381167" sldId="2147483688"/>
          </pc:sldLayoutMkLst>
          <pc:spChg chg="del">
            <ac:chgData name="Julien TERRIER" userId="e38a7381-6e71-427d-838c-0275fc209b82" providerId="ADAL" clId="{546F0C40-C41A-41FA-8FDB-602132A82B08}" dt="2024-09-17T07:55:12.175" v="33"/>
            <ac:spMkLst>
              <pc:docMk/>
              <pc:sldMasterMk cId="2778691957" sldId="2147483648"/>
              <pc:sldLayoutMk cId="2092381167" sldId="2147483688"/>
              <ac:spMk id="5" creationId="{00000000-0000-0000-0000-000000000000}"/>
            </ac:spMkLst>
          </pc:spChg>
          <pc:spChg chg="del">
            <ac:chgData name="Julien TERRIER" userId="e38a7381-6e71-427d-838c-0275fc209b82" providerId="ADAL" clId="{546F0C40-C41A-41FA-8FDB-602132A82B08}" dt="2024-09-17T07:55:12.175" v="31"/>
            <ac:spMkLst>
              <pc:docMk/>
              <pc:sldMasterMk cId="2778691957" sldId="2147483648"/>
              <pc:sldLayoutMk cId="2092381167" sldId="2147483688"/>
              <ac:spMk id="13" creationId="{00000000-0000-0000-0000-000000000000}"/>
            </ac:spMkLst>
          </pc:spChg>
          <pc:cxnChg chg="del">
            <ac:chgData name="Julien TERRIER" userId="e38a7381-6e71-427d-838c-0275fc209b82" providerId="ADAL" clId="{546F0C40-C41A-41FA-8FDB-602132A82B08}" dt="2024-09-17T07:55:12.175" v="29"/>
            <ac:cxnSpMkLst>
              <pc:docMk/>
              <pc:sldMasterMk cId="2778691957" sldId="2147483648"/>
              <pc:sldLayoutMk cId="2092381167" sldId="2147483688"/>
              <ac:cxnSpMk id="11" creationId="{00000000-0000-0000-0000-000000000000}"/>
            </ac:cxnSpMkLst>
          </pc:cxnChg>
        </pc:sldLayoutChg>
        <pc:sldLayoutChg chg="delSp del mod delAnim modAnim">
          <pc:chgData name="Julien TERRIER" userId="e38a7381-6e71-427d-838c-0275fc209b82" providerId="ADAL" clId="{546F0C40-C41A-41FA-8FDB-602132A82B08}" dt="2024-09-17T07:55:12.945" v="86" actId="2696"/>
          <pc:sldLayoutMkLst>
            <pc:docMk/>
            <pc:sldMasterMk cId="2778691957" sldId="2147483648"/>
            <pc:sldLayoutMk cId="667150664" sldId="2147483689"/>
          </pc:sldLayoutMkLst>
          <pc:spChg chg="del">
            <ac:chgData name="Julien TERRIER" userId="e38a7381-6e71-427d-838c-0275fc209b82" providerId="ADAL" clId="{546F0C40-C41A-41FA-8FDB-602132A82B08}" dt="2024-09-17T07:55:12.161" v="27"/>
            <ac:spMkLst>
              <pc:docMk/>
              <pc:sldMasterMk cId="2778691957" sldId="2147483648"/>
              <pc:sldLayoutMk cId="667150664" sldId="2147483689"/>
              <ac:spMk id="13" creationId="{00000000-0000-0000-0000-000000000000}"/>
            </ac:spMkLst>
          </pc:spChg>
          <pc:cxnChg chg="del">
            <ac:chgData name="Julien TERRIER" userId="e38a7381-6e71-427d-838c-0275fc209b82" providerId="ADAL" clId="{546F0C40-C41A-41FA-8FDB-602132A82B08}" dt="2024-09-17T07:55:12.161" v="25"/>
            <ac:cxnSpMkLst>
              <pc:docMk/>
              <pc:sldMasterMk cId="2778691957" sldId="2147483648"/>
              <pc:sldLayoutMk cId="667150664" sldId="2147483689"/>
              <ac:cxnSpMk id="11" creationId="{00000000-0000-0000-0000-000000000000}"/>
            </ac:cxnSpMkLst>
          </pc:cxnChg>
        </pc:sldLayoutChg>
        <pc:sldLayoutChg chg="delSp del mod delAnim modAnim">
          <pc:chgData name="Julien TERRIER" userId="e38a7381-6e71-427d-838c-0275fc209b82" providerId="ADAL" clId="{546F0C40-C41A-41FA-8FDB-602132A82B08}" dt="2024-09-17T07:55:12.945" v="87" actId="2696"/>
          <pc:sldLayoutMkLst>
            <pc:docMk/>
            <pc:sldMasterMk cId="2778691957" sldId="2147483648"/>
            <pc:sldLayoutMk cId="490193605" sldId="2147483690"/>
          </pc:sldLayoutMkLst>
          <pc:spChg chg="del">
            <ac:chgData name="Julien TERRIER" userId="e38a7381-6e71-427d-838c-0275fc209b82" providerId="ADAL" clId="{546F0C40-C41A-41FA-8FDB-602132A82B08}" dt="2024-09-17T07:55:12.161" v="23"/>
            <ac:spMkLst>
              <pc:docMk/>
              <pc:sldMasterMk cId="2778691957" sldId="2147483648"/>
              <pc:sldLayoutMk cId="490193605" sldId="2147483690"/>
              <ac:spMk id="5" creationId="{00000000-0000-0000-0000-000000000000}"/>
            </ac:spMkLst>
          </pc:spChg>
          <pc:spChg chg="del">
            <ac:chgData name="Julien TERRIER" userId="e38a7381-6e71-427d-838c-0275fc209b82" providerId="ADAL" clId="{546F0C40-C41A-41FA-8FDB-602132A82B08}" dt="2024-09-17T07:55:12.161" v="21"/>
            <ac:spMkLst>
              <pc:docMk/>
              <pc:sldMasterMk cId="2778691957" sldId="2147483648"/>
              <pc:sldLayoutMk cId="490193605" sldId="2147483690"/>
              <ac:spMk id="13" creationId="{00000000-0000-0000-0000-000000000000}"/>
            </ac:spMkLst>
          </pc:spChg>
          <pc:cxnChg chg="del">
            <ac:chgData name="Julien TERRIER" userId="e38a7381-6e71-427d-838c-0275fc209b82" providerId="ADAL" clId="{546F0C40-C41A-41FA-8FDB-602132A82B08}" dt="2024-09-17T07:55:12.161" v="19"/>
            <ac:cxnSpMkLst>
              <pc:docMk/>
              <pc:sldMasterMk cId="2778691957" sldId="2147483648"/>
              <pc:sldLayoutMk cId="490193605" sldId="2147483690"/>
              <ac:cxnSpMk id="11" creationId="{00000000-0000-0000-0000-000000000000}"/>
            </ac:cxnSpMkLst>
          </pc:cxnChg>
        </pc:sldLayoutChg>
        <pc:sldLayoutChg chg="delSp del mod delAnim modAnim">
          <pc:chgData name="Julien TERRIER" userId="e38a7381-6e71-427d-838c-0275fc209b82" providerId="ADAL" clId="{546F0C40-C41A-41FA-8FDB-602132A82B08}" dt="2024-09-17T07:55:12.945" v="88" actId="2696"/>
          <pc:sldLayoutMkLst>
            <pc:docMk/>
            <pc:sldMasterMk cId="2778691957" sldId="2147483648"/>
            <pc:sldLayoutMk cId="413560804" sldId="2147483691"/>
          </pc:sldLayoutMkLst>
          <pc:spChg chg="del">
            <ac:chgData name="Julien TERRIER" userId="e38a7381-6e71-427d-838c-0275fc209b82" providerId="ADAL" clId="{546F0C40-C41A-41FA-8FDB-602132A82B08}" dt="2024-09-17T07:55:12.161" v="17"/>
            <ac:spMkLst>
              <pc:docMk/>
              <pc:sldMasterMk cId="2778691957" sldId="2147483648"/>
              <pc:sldLayoutMk cId="413560804" sldId="2147483691"/>
              <ac:spMk id="13" creationId="{00000000-0000-0000-0000-000000000000}"/>
            </ac:spMkLst>
          </pc:spChg>
          <pc:cxnChg chg="del">
            <ac:chgData name="Julien TERRIER" userId="e38a7381-6e71-427d-838c-0275fc209b82" providerId="ADAL" clId="{546F0C40-C41A-41FA-8FDB-602132A82B08}" dt="2024-09-17T07:55:12.161" v="15"/>
            <ac:cxnSpMkLst>
              <pc:docMk/>
              <pc:sldMasterMk cId="2778691957" sldId="2147483648"/>
              <pc:sldLayoutMk cId="413560804" sldId="2147483691"/>
              <ac:cxnSpMk id="11" creationId="{00000000-0000-0000-0000-000000000000}"/>
            </ac:cxnSpMkLst>
          </pc:cxnChg>
        </pc:sldLayoutChg>
        <pc:sldLayoutChg chg="delSp del mod delAnim modAnim">
          <pc:chgData name="Julien TERRIER" userId="e38a7381-6e71-427d-838c-0275fc209b82" providerId="ADAL" clId="{546F0C40-C41A-41FA-8FDB-602132A82B08}" dt="2024-09-17T07:55:12.945" v="89" actId="2696"/>
          <pc:sldLayoutMkLst>
            <pc:docMk/>
            <pc:sldMasterMk cId="2778691957" sldId="2147483648"/>
            <pc:sldLayoutMk cId="4274009489" sldId="2147483692"/>
          </pc:sldLayoutMkLst>
          <pc:spChg chg="del">
            <ac:chgData name="Julien TERRIER" userId="e38a7381-6e71-427d-838c-0275fc209b82" providerId="ADAL" clId="{546F0C40-C41A-41FA-8FDB-602132A82B08}" dt="2024-09-17T07:55:12.161" v="13"/>
            <ac:spMkLst>
              <pc:docMk/>
              <pc:sldMasterMk cId="2778691957" sldId="2147483648"/>
              <pc:sldLayoutMk cId="4274009489" sldId="2147483692"/>
              <ac:spMk id="13" creationId="{00000000-0000-0000-0000-000000000000}"/>
            </ac:spMkLst>
          </pc:spChg>
          <pc:cxnChg chg="del">
            <ac:chgData name="Julien TERRIER" userId="e38a7381-6e71-427d-838c-0275fc209b82" providerId="ADAL" clId="{546F0C40-C41A-41FA-8FDB-602132A82B08}" dt="2024-09-17T07:55:12.161" v="11"/>
            <ac:cxnSpMkLst>
              <pc:docMk/>
              <pc:sldMasterMk cId="2778691957" sldId="2147483648"/>
              <pc:sldLayoutMk cId="4274009489" sldId="2147483692"/>
              <ac:cxnSpMk id="11" creationId="{00000000-0000-0000-0000-000000000000}"/>
            </ac:cxnSpMkLst>
          </pc:cxnChg>
        </pc:sldLayoutChg>
        <pc:sldLayoutChg chg="delSp del mod">
          <pc:chgData name="Julien TERRIER" userId="e38a7381-6e71-427d-838c-0275fc209b82" providerId="ADAL" clId="{546F0C40-C41A-41FA-8FDB-602132A82B08}" dt="2024-09-17T07:55:12.960" v="94" actId="2696"/>
          <pc:sldLayoutMkLst>
            <pc:docMk/>
            <pc:sldMasterMk cId="2778691957" sldId="2147483648"/>
            <pc:sldLayoutMk cId="3902465317" sldId="2147483693"/>
          </pc:sldLayoutMkLst>
          <pc:cxnChg chg="del">
            <ac:chgData name="Julien TERRIER" userId="e38a7381-6e71-427d-838c-0275fc209b82" providerId="ADAL" clId="{546F0C40-C41A-41FA-8FDB-602132A82B08}" dt="2024-09-17T07:55:12.161" v="5"/>
            <ac:cxnSpMkLst>
              <pc:docMk/>
              <pc:sldMasterMk cId="2778691957" sldId="2147483648"/>
              <pc:sldLayoutMk cId="3902465317" sldId="2147483693"/>
              <ac:cxnSpMk id="11" creationId="{00000000-0000-0000-0000-000000000000}"/>
            </ac:cxnSpMkLst>
          </pc:cxnChg>
        </pc:sldLayoutChg>
        <pc:sldLayoutChg chg="del">
          <pc:chgData name="Julien TERRIER" userId="e38a7381-6e71-427d-838c-0275fc209b82" providerId="ADAL" clId="{546F0C40-C41A-41FA-8FDB-602132A82B08}" dt="2024-09-17T07:55:12.960" v="95" actId="2696"/>
          <pc:sldLayoutMkLst>
            <pc:docMk/>
            <pc:sldMasterMk cId="2778691957" sldId="2147483648"/>
            <pc:sldLayoutMk cId="811754428" sldId="2147483694"/>
          </pc:sldLayoutMkLst>
        </pc:sldLayoutChg>
        <pc:sldLayoutChg chg="del">
          <pc:chgData name="Julien TERRIER" userId="e38a7381-6e71-427d-838c-0275fc209b82" providerId="ADAL" clId="{546F0C40-C41A-41FA-8FDB-602132A82B08}" dt="2024-09-17T07:55:12.962" v="96" actId="2696"/>
          <pc:sldLayoutMkLst>
            <pc:docMk/>
            <pc:sldMasterMk cId="2778691957" sldId="2147483648"/>
            <pc:sldLayoutMk cId="270477234" sldId="2147483695"/>
          </pc:sldLayoutMkLst>
        </pc:sldLayoutChg>
        <pc:sldLayoutChg chg="del">
          <pc:chgData name="Julien TERRIER" userId="e38a7381-6e71-427d-838c-0275fc209b82" providerId="ADAL" clId="{546F0C40-C41A-41FA-8FDB-602132A82B08}" dt="2024-09-17T07:55:12.962" v="97" actId="2696"/>
          <pc:sldLayoutMkLst>
            <pc:docMk/>
            <pc:sldMasterMk cId="2778691957" sldId="2147483648"/>
            <pc:sldLayoutMk cId="3900473632" sldId="2147483696"/>
          </pc:sldLayoutMkLst>
        </pc:sldLayoutChg>
        <pc:sldLayoutChg chg="del">
          <pc:chgData name="Julien TERRIER" userId="e38a7381-6e71-427d-838c-0275fc209b82" providerId="ADAL" clId="{546F0C40-C41A-41FA-8FDB-602132A82B08}" dt="2024-09-17T07:55:12.962" v="98" actId="2696"/>
          <pc:sldLayoutMkLst>
            <pc:docMk/>
            <pc:sldMasterMk cId="2778691957" sldId="2147483648"/>
            <pc:sldLayoutMk cId="2930737018" sldId="2147483697"/>
          </pc:sldLayoutMkLst>
        </pc:sldLayoutChg>
        <pc:sldLayoutChg chg="del">
          <pc:chgData name="Julien TERRIER" userId="e38a7381-6e71-427d-838c-0275fc209b82" providerId="ADAL" clId="{546F0C40-C41A-41FA-8FDB-602132A82B08}" dt="2024-09-17T07:55:12.962" v="99" actId="2696"/>
          <pc:sldLayoutMkLst>
            <pc:docMk/>
            <pc:sldMasterMk cId="2778691957" sldId="2147483648"/>
            <pc:sldLayoutMk cId="3411874771" sldId="2147483698"/>
          </pc:sldLayoutMkLst>
        </pc:sldLayoutChg>
        <pc:sldLayoutChg chg="del">
          <pc:chgData name="Julien TERRIER" userId="e38a7381-6e71-427d-838c-0275fc209b82" providerId="ADAL" clId="{546F0C40-C41A-41FA-8FDB-602132A82B08}" dt="2024-09-17T07:55:12.962" v="100" actId="2696"/>
          <pc:sldLayoutMkLst>
            <pc:docMk/>
            <pc:sldMasterMk cId="2778691957" sldId="2147483648"/>
            <pc:sldLayoutMk cId="1386701373" sldId="2147483699"/>
          </pc:sldLayoutMkLst>
        </pc:sldLayoutChg>
        <pc:sldLayoutChg chg="del">
          <pc:chgData name="Julien TERRIER" userId="e38a7381-6e71-427d-838c-0275fc209b82" providerId="ADAL" clId="{546F0C40-C41A-41FA-8FDB-602132A82B08}" dt="2024-09-17T07:55:12.962" v="101" actId="2696"/>
          <pc:sldLayoutMkLst>
            <pc:docMk/>
            <pc:sldMasterMk cId="2778691957" sldId="2147483648"/>
            <pc:sldLayoutMk cId="4232043028" sldId="2147483700"/>
          </pc:sldLayoutMkLst>
        </pc:sldLayoutChg>
        <pc:sldLayoutChg chg="del">
          <pc:chgData name="Julien TERRIER" userId="e38a7381-6e71-427d-838c-0275fc209b82" providerId="ADAL" clId="{546F0C40-C41A-41FA-8FDB-602132A82B08}" dt="2024-09-17T07:55:12.962" v="102" actId="2696"/>
          <pc:sldLayoutMkLst>
            <pc:docMk/>
            <pc:sldMasterMk cId="2778691957" sldId="2147483648"/>
            <pc:sldLayoutMk cId="1630075522" sldId="2147483701"/>
          </pc:sldLayoutMkLst>
        </pc:sldLayoutChg>
        <pc:sldLayoutChg chg="del">
          <pc:chgData name="Julien TERRIER" userId="e38a7381-6e71-427d-838c-0275fc209b82" providerId="ADAL" clId="{546F0C40-C41A-41FA-8FDB-602132A82B08}" dt="2024-09-17T07:55:12.962" v="103" actId="2696"/>
          <pc:sldLayoutMkLst>
            <pc:docMk/>
            <pc:sldMasterMk cId="2778691957" sldId="2147483648"/>
            <pc:sldLayoutMk cId="1054094909" sldId="2147483702"/>
          </pc:sldLayoutMkLst>
        </pc:sldLayoutChg>
        <pc:sldLayoutChg chg="del">
          <pc:chgData name="Julien TERRIER" userId="e38a7381-6e71-427d-838c-0275fc209b82" providerId="ADAL" clId="{546F0C40-C41A-41FA-8FDB-602132A82B08}" dt="2024-09-17T07:55:12.962" v="104" actId="2696"/>
          <pc:sldLayoutMkLst>
            <pc:docMk/>
            <pc:sldMasterMk cId="2778691957" sldId="2147483648"/>
            <pc:sldLayoutMk cId="628639443" sldId="2147483703"/>
          </pc:sldLayoutMkLst>
        </pc:sldLayoutChg>
        <pc:sldLayoutChg chg="del">
          <pc:chgData name="Julien TERRIER" userId="e38a7381-6e71-427d-838c-0275fc209b82" providerId="ADAL" clId="{546F0C40-C41A-41FA-8FDB-602132A82B08}" dt="2024-09-17T07:55:12.962" v="105" actId="2696"/>
          <pc:sldLayoutMkLst>
            <pc:docMk/>
            <pc:sldMasterMk cId="2778691957" sldId="2147483648"/>
            <pc:sldLayoutMk cId="737706643" sldId="2147483704"/>
          </pc:sldLayoutMkLst>
        </pc:sldLayoutChg>
        <pc:sldLayoutChg chg="delSp del mod">
          <pc:chgData name="Julien TERRIER" userId="e38a7381-6e71-427d-838c-0275fc209b82" providerId="ADAL" clId="{546F0C40-C41A-41FA-8FDB-602132A82B08}" dt="2024-09-17T07:55:12.945" v="76" actId="2696"/>
          <pc:sldLayoutMkLst>
            <pc:docMk/>
            <pc:sldMasterMk cId="2778691957" sldId="2147483648"/>
            <pc:sldLayoutMk cId="3548441567" sldId="2147483705"/>
          </pc:sldLayoutMkLst>
          <pc:cxnChg chg="del">
            <ac:chgData name="Julien TERRIER" userId="e38a7381-6e71-427d-838c-0275fc209b82" providerId="ADAL" clId="{546F0C40-C41A-41FA-8FDB-602132A82B08}" dt="2024-09-17T07:55:12.175" v="39"/>
            <ac:cxnSpMkLst>
              <pc:docMk/>
              <pc:sldMasterMk cId="2778691957" sldId="2147483648"/>
              <pc:sldLayoutMk cId="3548441567" sldId="2147483705"/>
              <ac:cxnSpMk id="11" creationId="{00000000-0000-0000-0000-000000000000}"/>
            </ac:cxnSpMkLst>
          </pc:cxnChg>
        </pc:sldLayoutChg>
        <pc:sldLayoutChg chg="delSp del mod">
          <pc:chgData name="Julien TERRIER" userId="e38a7381-6e71-427d-838c-0275fc209b82" providerId="ADAL" clId="{546F0C40-C41A-41FA-8FDB-602132A82B08}" dt="2024-09-17T07:55:12.945" v="90" actId="2696"/>
          <pc:sldLayoutMkLst>
            <pc:docMk/>
            <pc:sldMasterMk cId="2778691957" sldId="2147483648"/>
            <pc:sldLayoutMk cId="3892497985" sldId="2147483706"/>
          </pc:sldLayoutMkLst>
          <pc:cxnChg chg="del">
            <ac:chgData name="Julien TERRIER" userId="e38a7381-6e71-427d-838c-0275fc209b82" providerId="ADAL" clId="{546F0C40-C41A-41FA-8FDB-602132A82B08}" dt="2024-09-17T07:55:12.161" v="9"/>
            <ac:cxnSpMkLst>
              <pc:docMk/>
              <pc:sldMasterMk cId="2778691957" sldId="2147483648"/>
              <pc:sldLayoutMk cId="3892497985" sldId="2147483706"/>
              <ac:cxnSpMk id="11" creationId="{00000000-0000-0000-0000-000000000000}"/>
            </ac:cxnSpMkLst>
          </pc:cxnChg>
        </pc:sldLayoutChg>
        <pc:sldLayoutChg chg="delSp del mod">
          <pc:chgData name="Julien TERRIER" userId="e38a7381-6e71-427d-838c-0275fc209b82" providerId="ADAL" clId="{546F0C40-C41A-41FA-8FDB-602132A82B08}" dt="2024-09-17T07:55:12.945" v="91" actId="2696"/>
          <pc:sldLayoutMkLst>
            <pc:docMk/>
            <pc:sldMasterMk cId="2778691957" sldId="2147483648"/>
            <pc:sldLayoutMk cId="556636127" sldId="2147483707"/>
          </pc:sldLayoutMkLst>
          <pc:cxnChg chg="del">
            <ac:chgData name="Julien TERRIER" userId="e38a7381-6e71-427d-838c-0275fc209b82" providerId="ADAL" clId="{546F0C40-C41A-41FA-8FDB-602132A82B08}" dt="2024-09-17T07:55:12.161" v="7"/>
            <ac:cxnSpMkLst>
              <pc:docMk/>
              <pc:sldMasterMk cId="2778691957" sldId="2147483648"/>
              <pc:sldLayoutMk cId="556636127" sldId="2147483707"/>
              <ac:cxnSpMk id="11" creationId="{00000000-0000-0000-0000-000000000000}"/>
            </ac:cxnSpMkLst>
          </pc:cxnChg>
        </pc:sldLayoutChg>
        <pc:sldLayoutChg chg="del">
          <pc:chgData name="Julien TERRIER" userId="e38a7381-6e71-427d-838c-0275fc209b82" providerId="ADAL" clId="{546F0C40-C41A-41FA-8FDB-602132A82B08}" dt="2024-09-17T07:55:12.945" v="92" actId="2696"/>
          <pc:sldLayoutMkLst>
            <pc:docMk/>
            <pc:sldMasterMk cId="2778691957" sldId="2147483648"/>
            <pc:sldLayoutMk cId="1475330262" sldId="2147483708"/>
          </pc:sldLayoutMkLst>
        </pc:sldLayoutChg>
        <pc:sldLayoutChg chg="del">
          <pc:chgData name="Julien TERRIER" userId="e38a7381-6e71-427d-838c-0275fc209b82" providerId="ADAL" clId="{546F0C40-C41A-41FA-8FDB-602132A82B08}" dt="2024-09-17T07:55:12.945" v="93" actId="2696"/>
          <pc:sldLayoutMkLst>
            <pc:docMk/>
            <pc:sldMasterMk cId="2778691957" sldId="2147483648"/>
            <pc:sldLayoutMk cId="3144933046" sldId="2147483709"/>
          </pc:sldLayoutMkLst>
        </pc:sldLayoutChg>
      </pc:sldMasterChg>
    </pc:docChg>
  </pc:docChgLst>
</pc:chgInfo>
</file>

<file path=ppt/comments/modernComment_232_927816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FD59933-C1EC-4561-B20D-4D5DAE78B2C8}" authorId="{4A5CD6D8-3140-9AED-417C-67238DA3D55A}" created="2024-09-17T07:55:13.652">
    <pc:sldMkLst xmlns:pc="http://schemas.microsoft.com/office/powerpoint/2013/main/command">
      <pc:docMk/>
      <pc:sldMk cId="2457343528" sldId="562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3_40D0E8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0DDAE6-A9CF-42F8-9FFC-1C75681F0952}" authorId="{4A5CD6D8-3140-9AED-417C-67238DA3D55A}" created="2024-09-17T07:55:13.700">
    <pc:sldMkLst xmlns:pc="http://schemas.microsoft.com/office/powerpoint/2013/main/command">
      <pc:docMk/>
      <pc:sldMk cId="1087432785" sldId="563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4_87F6F2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9551BC-E097-45B1-808C-373783F56BEF}" authorId="{4A5CD6D8-3140-9AED-417C-67238DA3D55A}" created="2024-09-17T07:55:13.731">
    <pc:sldMkLst xmlns:pc="http://schemas.microsoft.com/office/powerpoint/2013/main/command">
      <pc:docMk/>
      <pc:sldMk cId="2281108062" sldId="564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5_E31EC5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E0585B-6EAA-45C0-92EA-B96320C4A21A}" authorId="{4A5CD6D8-3140-9AED-417C-67238DA3D55A}" created="2024-09-17T07:55:13.747">
    <pc:sldMkLst xmlns:pc="http://schemas.microsoft.com/office/powerpoint/2013/main/command">
      <pc:docMk/>
      <pc:sldMk cId="3810444685" sldId="565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6_EC90BD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192D36-FE08-4C56-8A5E-DC808C52BCDC}" authorId="{4A5CD6D8-3140-9AED-417C-67238DA3D55A}" created="2024-09-17T07:55:13.778">
    <pc:sldMkLst xmlns:pc="http://schemas.microsoft.com/office/powerpoint/2013/main/command">
      <pc:docMk/>
      <pc:sldMk cId="3968908718" sldId="566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39_8F3F6CC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3F8ACE8-6318-4180-A195-9A9C561D0B52}" authorId="{4A5CD6D8-3140-9AED-417C-67238DA3D55A}" created="2024-09-17T07:55:13.825">
    <pc:sldMkLst xmlns:pc="http://schemas.microsoft.com/office/powerpoint/2013/main/command">
      <pc:docMk/>
      <pc:sldMk cId="2403298507" sldId="569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5_BB1CFD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33785A-A9EE-42EE-8B37-9E00927A1EC1}" authorId="{4A5CD6D8-3140-9AED-417C-67238DA3D55A}" created="2024-09-17T07:55:13.668">
    <pc:sldMkLst xmlns:pc="http://schemas.microsoft.com/office/powerpoint/2013/main/command">
      <pc:docMk/>
      <pc:sldMk cId="3139239188" sldId="581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6_C813AC2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3AFAF4F-465D-42A7-9096-2E080D27A98F}" authorId="{4A5CD6D8-3140-9AED-417C-67238DA3D55A}" created="2024-09-17T07:55:13.841">
    <pc:sldMkLst xmlns:pc="http://schemas.microsoft.com/office/powerpoint/2013/main/command">
      <pc:docMk/>
      <pc:sldMk cId="3356732460" sldId="582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7_591E96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1B3C87-C6BF-4094-9A0D-D6C99ABE4FF3}" authorId="{4A5CD6D8-3140-9AED-417C-67238DA3D55A}" created="2024-09-17T07:55:13.863">
    <pc:sldMkLst xmlns:pc="http://schemas.microsoft.com/office/powerpoint/2013/main/command">
      <pc:docMk/>
      <pc:sldMk cId="1495176785" sldId="583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48_825D117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EDABF5-2650-41F4-9882-A04162DE4A30}" authorId="{4A5CD6D8-3140-9AED-417C-67238DA3D55A}" created="2024-09-17T07:55:13.889">
    <pc:sldMkLst xmlns:pc="http://schemas.microsoft.com/office/powerpoint/2013/main/command">
      <pc:docMk/>
      <pc:sldMk cId="2187137394" sldId="584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comments/modernComment_266_2A151BB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663988-D97D-4928-A791-F389B5E488FE}" authorId="{4A5CD6D8-3140-9AED-417C-67238DA3D55A}" created="2024-08-06T11:47:38.878">
    <pc:sldMkLst xmlns:pc="http://schemas.microsoft.com/office/powerpoint/2013/main/command">
      <pc:docMk/>
      <pc:sldMk cId="4113719392" sldId="559"/>
    </pc:sldMkLst>
    <p188:pos x="127000" y="127000"/>
    <p188:txBody>
      <a:bodyPr/>
      <a:lstStyle/>
      <a:p>
        <a:r>
          <a:rPr lang="en-US"/>
          <a:t>Wrong Slide Layout detected:</a:t>
        </a:r>
      </a:p>
      <a:p>
        <a:r>
          <a:rPr lang="en-US"/>
          <a:t>Please select a proper ST Layout template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AD421-B8DB-7943-B67F-E8827DD5399A}" type="datetimeFigureOut">
              <a:rPr lang="fr-FR" smtClean="0"/>
              <a:pPr/>
              <a:t>18/10/2024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B13BF-0760-2E42-BCFD-82A0C242B3E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852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21C64-2856-3B4F-8D4B-D915B3131B9A}" type="datetimeFigureOut">
              <a:rPr lang="fr-FR" smtClean="0"/>
              <a:pPr/>
              <a:t>18/10/2024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9BA11-BB5B-F64D-809E-65F18E1A87C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531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59BA11-BB5B-F64D-809E-65F18E1A87CE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0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59BA11-BB5B-F64D-809E-65F18E1A87CE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6758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3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401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4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654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5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400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6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6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7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784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8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21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9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692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10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763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11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819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BA11-BB5B-F64D-809E-65F18E1A87CE}" type="slidenum">
              <a:rPr lang="en-US" sz="1600" smtClean="0">
                <a:latin typeface="Arial" panose="020B0604020202020204" pitchFamily="34" charset="0"/>
              </a:rPr>
              <a:pPr/>
              <a:t>12</a:t>
            </a:fld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361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st.com/trademarks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312988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20E53B0-4A6F-4EA6-BAD9-3F1084252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21F7501C-E215-48DE-9901-1589EACC1FF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828" y="0"/>
            <a:ext cx="6280432" cy="6858000"/>
          </a:xfrm>
          <a:custGeom>
            <a:avLst/>
            <a:gdLst>
              <a:gd name="connsiteX0" fmla="*/ 0 w 6280432"/>
              <a:gd name="connsiteY0" fmla="*/ 0 h 6858000"/>
              <a:gd name="connsiteX1" fmla="*/ 6280432 w 6280432"/>
              <a:gd name="connsiteY1" fmla="*/ 0 h 6858000"/>
              <a:gd name="connsiteX2" fmla="*/ 6280432 w 6280432"/>
              <a:gd name="connsiteY2" fmla="*/ 2281561 h 6858000"/>
              <a:gd name="connsiteX3" fmla="*/ 5466285 w 6280432"/>
              <a:gd name="connsiteY3" fmla="*/ 2281561 h 6858000"/>
              <a:gd name="connsiteX4" fmla="*/ 5466285 w 6280432"/>
              <a:gd name="connsiteY4" fmla="*/ 6858000 h 6858000"/>
              <a:gd name="connsiteX5" fmla="*/ 0 w 628043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80432" h="6858000">
                <a:moveTo>
                  <a:pt x="0" y="0"/>
                </a:moveTo>
                <a:lnTo>
                  <a:pt x="6280432" y="0"/>
                </a:lnTo>
                <a:lnTo>
                  <a:pt x="6280432" y="2281561"/>
                </a:lnTo>
                <a:lnTo>
                  <a:pt x="5466285" y="2281561"/>
                </a:lnTo>
                <a:lnTo>
                  <a:pt x="546628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3194640462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5701" y="2085976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5701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FC3CE6-78BD-44D0-9BE3-1EF21AC5D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52" y="0"/>
            <a:ext cx="2366448" cy="1824288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DF7C4B5-15B1-42E4-9F81-B5E59B0C5030}"/>
              </a:ext>
            </a:extLst>
          </p:cNvPr>
          <p:cNvSpPr/>
          <p:nvPr/>
        </p:nvSpPr>
        <p:spPr>
          <a:xfrm>
            <a:off x="-228" y="0"/>
            <a:ext cx="1155928" cy="6858000"/>
          </a:xfrm>
          <a:custGeom>
            <a:avLst/>
            <a:gdLst>
              <a:gd name="connsiteX0" fmla="*/ 0 w 1155928"/>
              <a:gd name="connsiteY0" fmla="*/ 0 h 6858000"/>
              <a:gd name="connsiteX1" fmla="*/ 439056 w 1155928"/>
              <a:gd name="connsiteY1" fmla="*/ 0 h 6858000"/>
              <a:gd name="connsiteX2" fmla="*/ 1155928 w 1155928"/>
              <a:gd name="connsiteY2" fmla="*/ 0 h 6858000"/>
              <a:gd name="connsiteX3" fmla="*/ 1155928 w 1155928"/>
              <a:gd name="connsiteY3" fmla="*/ 1714500 h 6858000"/>
              <a:gd name="connsiteX4" fmla="*/ 439056 w 1155928"/>
              <a:gd name="connsiteY4" fmla="*/ 1714500 h 6858000"/>
              <a:gd name="connsiteX5" fmla="*/ 439056 w 1155928"/>
              <a:gd name="connsiteY5" fmla="*/ 6858000 h 6858000"/>
              <a:gd name="connsiteX6" fmla="*/ 0 w 11559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928" h="6858000">
                <a:moveTo>
                  <a:pt x="0" y="0"/>
                </a:moveTo>
                <a:lnTo>
                  <a:pt x="439056" y="0"/>
                </a:lnTo>
                <a:lnTo>
                  <a:pt x="1155928" y="0"/>
                </a:lnTo>
                <a:lnTo>
                  <a:pt x="1155928" y="1714500"/>
                </a:lnTo>
                <a:lnTo>
                  <a:pt x="439056" y="1714500"/>
                </a:lnTo>
                <a:lnTo>
                  <a:pt x="4390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279624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10/18/2024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265939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010E20D-C2F4-4C57-9379-900BECBE5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CCF378-34BF-4EE7-87EE-0F21AAF7F2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5553075"/>
          </a:xfrm>
          <a:custGeom>
            <a:avLst/>
            <a:gdLst>
              <a:gd name="connsiteX0" fmla="*/ 0 w 12192000"/>
              <a:gd name="connsiteY0" fmla="*/ 5552981 h 5553075"/>
              <a:gd name="connsiteX1" fmla="*/ 12192000 w 12192000"/>
              <a:gd name="connsiteY1" fmla="*/ 5552981 h 5553075"/>
              <a:gd name="connsiteX2" fmla="*/ 12192000 w 12192000"/>
              <a:gd name="connsiteY2" fmla="*/ 5553075 h 5553075"/>
              <a:gd name="connsiteX3" fmla="*/ 0 w 12192000"/>
              <a:gd name="connsiteY3" fmla="*/ 5553075 h 5553075"/>
              <a:gd name="connsiteX4" fmla="*/ 0 w 12192000"/>
              <a:gd name="connsiteY4" fmla="*/ 0 h 5553075"/>
              <a:gd name="connsiteX5" fmla="*/ 2819401 w 12192000"/>
              <a:gd name="connsiteY5" fmla="*/ 0 h 5553075"/>
              <a:gd name="connsiteX6" fmla="*/ 2819401 w 12192000"/>
              <a:gd name="connsiteY6" fmla="*/ 599281 h 5553075"/>
              <a:gd name="connsiteX7" fmla="*/ 12192000 w 12192000"/>
              <a:gd name="connsiteY7" fmla="*/ 599281 h 5553075"/>
              <a:gd name="connsiteX8" fmla="*/ 12192000 w 12192000"/>
              <a:gd name="connsiteY8" fmla="*/ 4787900 h 5553075"/>
              <a:gd name="connsiteX9" fmla="*/ 1683657 w 12192000"/>
              <a:gd name="connsiteY9" fmla="*/ 4787900 h 5553075"/>
              <a:gd name="connsiteX10" fmla="*/ 1683657 w 12192000"/>
              <a:gd name="connsiteY10" fmla="*/ 4631418 h 5553075"/>
              <a:gd name="connsiteX11" fmla="*/ 0 w 12192000"/>
              <a:gd name="connsiteY11" fmla="*/ 4631418 h 555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5553075">
                <a:moveTo>
                  <a:pt x="0" y="5552981"/>
                </a:moveTo>
                <a:lnTo>
                  <a:pt x="12192000" y="5552981"/>
                </a:lnTo>
                <a:lnTo>
                  <a:pt x="12192000" y="5553075"/>
                </a:lnTo>
                <a:lnTo>
                  <a:pt x="0" y="5553075"/>
                </a:lnTo>
                <a:close/>
                <a:moveTo>
                  <a:pt x="0" y="0"/>
                </a:moveTo>
                <a:lnTo>
                  <a:pt x="2819401" y="0"/>
                </a:lnTo>
                <a:lnTo>
                  <a:pt x="2819401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1683657" y="4787900"/>
                </a:lnTo>
                <a:lnTo>
                  <a:pt x="1683657" y="4631418"/>
                </a:lnTo>
                <a:lnTo>
                  <a:pt x="0" y="4631418"/>
                </a:lnTo>
                <a:close/>
              </a:path>
            </a:pathLst>
          </a:custGeom>
          <a:noFill/>
        </p:spPr>
        <p:txBody>
          <a:bodyPr vert="horz" wrap="none" lIns="91440" tIns="45720" rIns="90000" bIns="45720" rtlCol="0" anchor="ctr">
            <a:noAutofit/>
          </a:bodyPr>
          <a:lstStyle>
            <a:lvl1pPr algn="ctr">
              <a:buClr>
                <a:schemeClr val="tx1"/>
              </a:buClr>
              <a:defRPr lang="en-US" baseline="0">
                <a:solidFill>
                  <a:schemeClr val="bg2"/>
                </a:solidFill>
              </a:defRPr>
            </a:lvl1pPr>
          </a:lstStyle>
          <a:p>
            <a:pPr marL="261938" lvl="0" indent="-261938" algn="ctr"/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1310819434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10/18/2024</a:t>
            </a:fld>
            <a:endParaRPr lang="fr-F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2814895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10/18/2024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9288086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10/18/2024</a:t>
            </a:fld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814384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2E30E9-1079-4CF5-8813-8B65FB05D6D8}"/>
              </a:ext>
            </a:extLst>
          </p:cNvPr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BD6E22D-9F81-4B7A-A71E-BBB4177578ED}"/>
                </a:ext>
              </a:extLst>
            </p:cNvPr>
            <p:cNvGrpSpPr/>
            <p:nvPr userDrawn="1"/>
          </p:nvGrpSpPr>
          <p:grpSpPr>
            <a:xfrm>
              <a:off x="-1" y="4152900"/>
              <a:ext cx="12191999" cy="2705100"/>
              <a:chOff x="1" y="4152900"/>
              <a:chExt cx="12191999" cy="2705100"/>
            </a:xfrm>
          </p:grpSpPr>
          <p:sp>
            <p:nvSpPr>
              <p:cNvPr id="9" name="Freeform 21">
                <a:extLst>
                  <a:ext uri="{FF2B5EF4-FFF2-40B4-BE49-F238E27FC236}">
                    <a16:creationId xmlns:a16="http://schemas.microsoft.com/office/drawing/2014/main" id="{B428783B-02FD-4849-BFB2-D1C2BC8E88B5}"/>
                  </a:ext>
                </a:extLst>
              </p:cNvPr>
              <p:cNvSpPr/>
              <p:nvPr/>
            </p:nvSpPr>
            <p:spPr>
              <a:xfrm>
                <a:off x="1" y="4152900"/>
                <a:ext cx="12191999" cy="2705100"/>
              </a:xfrm>
              <a:custGeom>
                <a:avLst/>
                <a:gdLst>
                  <a:gd name="connsiteX0" fmla="*/ 0 w 12191999"/>
                  <a:gd name="connsiteY0" fmla="*/ 0 h 2705100"/>
                  <a:gd name="connsiteX1" fmla="*/ 1104899 w 12191999"/>
                  <a:gd name="connsiteY1" fmla="*/ 0 h 2705100"/>
                  <a:gd name="connsiteX2" fmla="*/ 1104899 w 12191999"/>
                  <a:gd name="connsiteY2" fmla="*/ 1422400 h 2705100"/>
                  <a:gd name="connsiteX3" fmla="*/ 12191999 w 12191999"/>
                  <a:gd name="connsiteY3" fmla="*/ 1422400 h 2705100"/>
                  <a:gd name="connsiteX4" fmla="*/ 12191999 w 12191999"/>
                  <a:gd name="connsiteY4" fmla="*/ 2705100 h 2705100"/>
                  <a:gd name="connsiteX5" fmla="*/ 1 w 12191999"/>
                  <a:gd name="connsiteY5" fmla="*/ 2705100 h 2705100"/>
                  <a:gd name="connsiteX6" fmla="*/ 1 w 12191999"/>
                  <a:gd name="connsiteY6" fmla="*/ 1543050 h 2705100"/>
                  <a:gd name="connsiteX7" fmla="*/ 0 w 12191999"/>
                  <a:gd name="connsiteY7" fmla="*/ 1543050 h 2705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91999" h="2705100">
                    <a:moveTo>
                      <a:pt x="0" y="0"/>
                    </a:moveTo>
                    <a:lnTo>
                      <a:pt x="1104899" y="0"/>
                    </a:lnTo>
                    <a:lnTo>
                      <a:pt x="1104899" y="1422400"/>
                    </a:lnTo>
                    <a:lnTo>
                      <a:pt x="12191999" y="1422400"/>
                    </a:lnTo>
                    <a:lnTo>
                      <a:pt x="12191999" y="2705100"/>
                    </a:lnTo>
                    <a:lnTo>
                      <a:pt x="1" y="2705100"/>
                    </a:lnTo>
                    <a:lnTo>
                      <a:pt x="1" y="1543050"/>
                    </a:lnTo>
                    <a:lnTo>
                      <a:pt x="0" y="15430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B1C6E9-C7C0-445A-8911-23E57FA33B25}"/>
                  </a:ext>
                </a:extLst>
              </p:cNvPr>
              <p:cNvSpPr/>
              <p:nvPr/>
            </p:nvSpPr>
            <p:spPr>
              <a:xfrm>
                <a:off x="219560" y="5822714"/>
                <a:ext cx="939521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rgbClr val="00234B"/>
                    </a:solidFill>
                    <a:latin typeface="Arial" panose="020B0604020202020204" pitchFamily="34" charset="0"/>
                  </a:rPr>
                  <a:t>© STMicroelectronics - All rights reserved.</a:t>
                </a:r>
                <a:br>
                  <a:rPr lang="en-US" sz="1200" dirty="0">
                    <a:solidFill>
                      <a:srgbClr val="00234B"/>
                    </a:solidFill>
                    <a:latin typeface="Arial" panose="020B0604020202020204" pitchFamily="34" charset="0"/>
                  </a:rPr>
                </a:b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ST logo is a trademark or a registered trademark of STMicroelectronics International NV or its affiliates in the EU and/or other countries. For additional information about ST trademarks, please refer to </a:t>
                </a: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www.st.com/trademarks</a:t>
                </a: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. </a:t>
                </a:r>
                <a:b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</a:br>
                <a:r>
                  <a:rPr lang="en-US" sz="1200" kern="1200" dirty="0">
                    <a:solidFill>
                      <a:srgbClr val="00234B"/>
                    </a:solidFill>
                    <a:latin typeface="Arial" panose="020B0604020202020204" pitchFamily="34" charset="0"/>
                    <a:ea typeface="+mn-ea"/>
                    <a:cs typeface="+mn-cs"/>
                  </a:rPr>
                  <a:t>All other product or service names are the property of their respective owners.</a:t>
                </a: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B3C9C090-4752-447B-8BD0-B05186572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15600" y="5621565"/>
                <a:ext cx="1599819" cy="1233297"/>
              </a:xfrm>
              <a:prstGeom prst="rect">
                <a:avLst/>
              </a:prstGeom>
            </p:spPr>
          </p:pic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7C8CE8D-FE25-40F5-A966-5717F85AC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336" y="1565049"/>
            <a:ext cx="6273328" cy="22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16123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>
            <a:extLst>
              <a:ext uri="{FF2B5EF4-FFF2-40B4-BE49-F238E27FC236}">
                <a16:creationId xmlns:a16="http://schemas.microsoft.com/office/drawing/2014/main" id="{C42E8690-BBC2-439E-A1BA-8563350FCA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92544" y="6525343"/>
            <a:ext cx="1199456" cy="332657"/>
          </a:xfrm>
        </p:spPr>
        <p:txBody>
          <a:bodyPr/>
          <a:lstStyle/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1896E06C-1094-490E-BB5A-FB7159BAEBC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806" y="6656661"/>
            <a:ext cx="1530690" cy="201339"/>
          </a:xfrm>
        </p:spPr>
        <p:txBody>
          <a:bodyPr/>
          <a:lstStyle/>
          <a:p>
            <a:fld id="{A236C716-DEEC-44F8-9CD7-1B8233E8BB2C}" type="datetime1">
              <a:rPr lang="en-US" smtClean="0"/>
              <a:t>10/18/2024</a:t>
            </a:fld>
            <a:endParaRPr lang="fr-FR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84EC02C1-DC4F-4C52-AF8B-4A3AEA660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97" y="764704"/>
            <a:ext cx="10849205" cy="113813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fr-FR" noProof="0" dirty="0"/>
              <a:t>Click to </a:t>
            </a:r>
            <a:r>
              <a:rPr lang="fr-FR" noProof="0" dirty="0" err="1"/>
              <a:t>edit</a:t>
            </a:r>
            <a:r>
              <a:rPr lang="fr-FR" noProof="0" dirty="0"/>
              <a:t> Master </a:t>
            </a:r>
            <a:r>
              <a:rPr lang="fr-FR" noProof="0" dirty="0" err="1"/>
              <a:t>title</a:t>
            </a:r>
            <a:r>
              <a:rPr lang="fr-FR" noProof="0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2995306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0EE782-C82C-4249-B547-EB14D1B2B5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DE8CA-6E55-46D4-8BB1-024A9C8FD4C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236C716-DEEC-44F8-9CD7-1B8233E8BB2C}" type="datetime1">
              <a:rPr lang="en-US" smtClean="0"/>
              <a:t>10/18/2024</a:t>
            </a:fld>
            <a:endParaRPr lang="fr-FR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DE1B7C-156C-450E-9E03-E965737874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2060"/>
                </a:solidFill>
                <a:effectLst/>
                <a:latin typeface="+mj-lt"/>
              </a:defRPr>
            </a:lvl1pPr>
          </a:lstStyle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edit</a:t>
            </a:r>
            <a:r>
              <a:rPr lang="fr-FR" noProof="0" dirty="0"/>
              <a:t> Master </a:t>
            </a:r>
            <a:r>
              <a:rPr lang="fr-FR" noProof="0" dirty="0" err="1"/>
              <a:t>text</a:t>
            </a:r>
            <a:r>
              <a:rPr lang="fr-FR" noProof="0" dirty="0"/>
              <a:t>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D0EAA7-4717-4677-93E4-5956B73F0A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0729"/>
            <a:ext cx="11880850" cy="172819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000"/>
            </a:lvl1pPr>
            <a:lvl2pPr>
              <a:spcBef>
                <a:spcPts val="600"/>
              </a:spcBef>
              <a:defRPr sz="1800"/>
            </a:lvl2pPr>
            <a:lvl3pPr>
              <a:spcBef>
                <a:spcPts val="600"/>
              </a:spcBef>
              <a:defRPr sz="16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fr-FR" noProof="0"/>
              <a:t>Click to edit Master text styles</a:t>
            </a:r>
          </a:p>
          <a:p>
            <a:pPr lvl="1"/>
            <a:r>
              <a:rPr lang="fr-FR" noProof="0"/>
              <a:t>Second level</a:t>
            </a:r>
          </a:p>
          <a:p>
            <a:pPr lvl="2"/>
            <a:r>
              <a:rPr lang="fr-FR" noProof="0"/>
              <a:t>Third level</a:t>
            </a:r>
          </a:p>
          <a:p>
            <a:pPr lvl="3"/>
            <a:r>
              <a:rPr lang="fr-FR" noProof="0"/>
              <a:t>Fourth level</a:t>
            </a:r>
          </a:p>
          <a:p>
            <a:pPr lvl="4"/>
            <a:r>
              <a:rPr lang="fr-FR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9597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olorPatch">
            <a:extLst>
              <a:ext uri="{FF2B5EF4-FFF2-40B4-BE49-F238E27FC236}">
                <a16:creationId xmlns:a16="http://schemas.microsoft.com/office/drawing/2014/main" id="{65F4699E-59A4-43A4-9A5C-D8BFD4B1E6D9}"/>
              </a:ext>
            </a:extLst>
          </p:cNvPr>
          <p:cNvSpPr/>
          <p:nvPr/>
        </p:nvSpPr>
        <p:spPr>
          <a:xfrm>
            <a:off x="-685800" y="5486400"/>
            <a:ext cx="317500" cy="3175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40" name="ColorPatch">
            <a:extLst>
              <a:ext uri="{FF2B5EF4-FFF2-40B4-BE49-F238E27FC236}">
                <a16:creationId xmlns:a16="http://schemas.microsoft.com/office/drawing/2014/main" id="{1B167F27-4BE8-4B9C-A3D6-12AB9D6515A0}"/>
              </a:ext>
            </a:extLst>
          </p:cNvPr>
          <p:cNvSpPr/>
          <p:nvPr/>
        </p:nvSpPr>
        <p:spPr>
          <a:xfrm>
            <a:off x="-685800" y="5143500"/>
            <a:ext cx="317500" cy="317500"/>
          </a:xfrm>
          <a:prstGeom prst="rect">
            <a:avLst/>
          </a:prstGeom>
          <a:solidFill>
            <a:srgbClr val="D1D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9" name="ColorPatch">
            <a:extLst>
              <a:ext uri="{FF2B5EF4-FFF2-40B4-BE49-F238E27FC236}">
                <a16:creationId xmlns:a16="http://schemas.microsoft.com/office/drawing/2014/main" id="{62C30C2F-9D3D-402B-9C93-7BB3D257A941}"/>
              </a:ext>
            </a:extLst>
          </p:cNvPr>
          <p:cNvSpPr/>
          <p:nvPr/>
        </p:nvSpPr>
        <p:spPr>
          <a:xfrm>
            <a:off x="-685800" y="4800600"/>
            <a:ext cx="317500" cy="317500"/>
          </a:xfrm>
          <a:prstGeom prst="rect">
            <a:avLst/>
          </a:prstGeom>
          <a:solidFill>
            <a:srgbClr val="A2A2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8" name="ColorPatch">
            <a:extLst>
              <a:ext uri="{FF2B5EF4-FFF2-40B4-BE49-F238E27FC236}">
                <a16:creationId xmlns:a16="http://schemas.microsoft.com/office/drawing/2014/main" id="{D6517BE0-9063-4916-BC84-EDE406E9CDE4}"/>
              </a:ext>
            </a:extLst>
          </p:cNvPr>
          <p:cNvSpPr/>
          <p:nvPr/>
        </p:nvSpPr>
        <p:spPr>
          <a:xfrm>
            <a:off x="-685800" y="4457700"/>
            <a:ext cx="317500" cy="317500"/>
          </a:xfrm>
          <a:prstGeom prst="rect">
            <a:avLst/>
          </a:prstGeom>
          <a:solidFill>
            <a:srgbClr val="747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7" name="ColorPatch">
            <a:extLst>
              <a:ext uri="{FF2B5EF4-FFF2-40B4-BE49-F238E27FC236}">
                <a16:creationId xmlns:a16="http://schemas.microsoft.com/office/drawing/2014/main" id="{B5249DC3-A9A0-4038-AEE9-AEBFB5D0089D}"/>
              </a:ext>
            </a:extLst>
          </p:cNvPr>
          <p:cNvSpPr/>
          <p:nvPr/>
        </p:nvSpPr>
        <p:spPr>
          <a:xfrm>
            <a:off x="-685800" y="4114800"/>
            <a:ext cx="317500" cy="317500"/>
          </a:xfrm>
          <a:prstGeom prst="rect">
            <a:avLst/>
          </a:prstGeom>
          <a:solidFill>
            <a:srgbClr val="464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6" name="ColorPatch">
            <a:extLst>
              <a:ext uri="{FF2B5EF4-FFF2-40B4-BE49-F238E27FC236}">
                <a16:creationId xmlns:a16="http://schemas.microsoft.com/office/drawing/2014/main" id="{18A6D389-12F3-4EC1-8CC2-242EFF07CB1C}"/>
              </a:ext>
            </a:extLst>
          </p:cNvPr>
          <p:cNvSpPr/>
          <p:nvPr/>
        </p:nvSpPr>
        <p:spPr>
          <a:xfrm>
            <a:off x="-685800" y="3771900"/>
            <a:ext cx="317500" cy="317500"/>
          </a:xfrm>
          <a:prstGeom prst="rect">
            <a:avLst/>
          </a:prstGeom>
          <a:solidFill>
            <a:srgbClr val="E2B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5" name="ColorPatch">
            <a:extLst>
              <a:ext uri="{FF2B5EF4-FFF2-40B4-BE49-F238E27FC236}">
                <a16:creationId xmlns:a16="http://schemas.microsoft.com/office/drawing/2014/main" id="{2ADD0FF6-E42B-4A48-AA80-7BFCC31B080A}"/>
              </a:ext>
            </a:extLst>
          </p:cNvPr>
          <p:cNvSpPr/>
          <p:nvPr/>
        </p:nvSpPr>
        <p:spPr>
          <a:xfrm>
            <a:off x="-685800" y="3429000"/>
            <a:ext cx="317500" cy="317500"/>
          </a:xfrm>
          <a:prstGeom prst="rect">
            <a:avLst/>
          </a:prstGeom>
          <a:solidFill>
            <a:srgbClr val="C57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4" name="ColorPatch">
            <a:extLst>
              <a:ext uri="{FF2B5EF4-FFF2-40B4-BE49-F238E27FC236}">
                <a16:creationId xmlns:a16="http://schemas.microsoft.com/office/drawing/2014/main" id="{B669360D-4B82-4260-88C6-0543CF560378}"/>
              </a:ext>
            </a:extLst>
          </p:cNvPr>
          <p:cNvSpPr/>
          <p:nvPr/>
        </p:nvSpPr>
        <p:spPr>
          <a:xfrm>
            <a:off x="-685800" y="3086100"/>
            <a:ext cx="317500" cy="317500"/>
          </a:xfrm>
          <a:prstGeom prst="rect">
            <a:avLst/>
          </a:prstGeom>
          <a:solidFill>
            <a:srgbClr val="A94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3" name="ColorPatch">
            <a:extLst>
              <a:ext uri="{FF2B5EF4-FFF2-40B4-BE49-F238E27FC236}">
                <a16:creationId xmlns:a16="http://schemas.microsoft.com/office/drawing/2014/main" id="{B042156B-6D14-4769-85DE-0BC6133DC1EA}"/>
              </a:ext>
            </a:extLst>
          </p:cNvPr>
          <p:cNvSpPr/>
          <p:nvPr/>
        </p:nvSpPr>
        <p:spPr>
          <a:xfrm>
            <a:off x="-685800" y="2743200"/>
            <a:ext cx="317500" cy="317500"/>
          </a:xfrm>
          <a:prstGeom prst="rect">
            <a:avLst/>
          </a:prstGeom>
          <a:solidFill>
            <a:srgbClr val="8C0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2" name="ColorPatch">
            <a:extLst>
              <a:ext uri="{FF2B5EF4-FFF2-40B4-BE49-F238E27FC236}">
                <a16:creationId xmlns:a16="http://schemas.microsoft.com/office/drawing/2014/main" id="{0A8AEA2A-477D-451D-A82D-F30F8990A07D}"/>
              </a:ext>
            </a:extLst>
          </p:cNvPr>
          <p:cNvSpPr/>
          <p:nvPr/>
        </p:nvSpPr>
        <p:spPr>
          <a:xfrm>
            <a:off x="-685800" y="2400300"/>
            <a:ext cx="317500" cy="317500"/>
          </a:xfrm>
          <a:prstGeom prst="rect">
            <a:avLst/>
          </a:prstGeom>
          <a:solidFill>
            <a:srgbClr val="C0D5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1" name="ColorPatch">
            <a:extLst>
              <a:ext uri="{FF2B5EF4-FFF2-40B4-BE49-F238E27FC236}">
                <a16:creationId xmlns:a16="http://schemas.microsoft.com/office/drawing/2014/main" id="{8CE1DB46-E195-40AF-8BEB-3E6873A1B2FA}"/>
              </a:ext>
            </a:extLst>
          </p:cNvPr>
          <p:cNvSpPr/>
          <p:nvPr/>
        </p:nvSpPr>
        <p:spPr>
          <a:xfrm>
            <a:off x="-685800" y="2057400"/>
            <a:ext cx="317500" cy="317500"/>
          </a:xfrm>
          <a:prstGeom prst="rect">
            <a:avLst/>
          </a:prstGeom>
          <a:solidFill>
            <a:srgbClr val="81AB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30" name="ColorPatch">
            <a:extLst>
              <a:ext uri="{FF2B5EF4-FFF2-40B4-BE49-F238E27FC236}">
                <a16:creationId xmlns:a16="http://schemas.microsoft.com/office/drawing/2014/main" id="{E0F1957D-72C6-4D6C-9201-6AA28AA6C57D}"/>
              </a:ext>
            </a:extLst>
          </p:cNvPr>
          <p:cNvSpPr/>
          <p:nvPr/>
        </p:nvSpPr>
        <p:spPr>
          <a:xfrm>
            <a:off x="-685800" y="1714500"/>
            <a:ext cx="317500" cy="317500"/>
          </a:xfrm>
          <a:prstGeom prst="rect">
            <a:avLst/>
          </a:prstGeom>
          <a:solidFill>
            <a:srgbClr val="438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9" name="ColorPatch">
            <a:extLst>
              <a:ext uri="{FF2B5EF4-FFF2-40B4-BE49-F238E27FC236}">
                <a16:creationId xmlns:a16="http://schemas.microsoft.com/office/drawing/2014/main" id="{F00834CE-7B51-4FC1-989D-97A947599379}"/>
              </a:ext>
            </a:extLst>
          </p:cNvPr>
          <p:cNvSpPr/>
          <p:nvPr/>
        </p:nvSpPr>
        <p:spPr>
          <a:xfrm>
            <a:off x="-685800" y="1371600"/>
            <a:ext cx="317500" cy="317500"/>
          </a:xfrm>
          <a:prstGeom prst="rect">
            <a:avLst/>
          </a:prstGeom>
          <a:solidFill>
            <a:srgbClr val="0457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8" name="ColorPatch">
            <a:extLst>
              <a:ext uri="{FF2B5EF4-FFF2-40B4-BE49-F238E27FC236}">
                <a16:creationId xmlns:a16="http://schemas.microsoft.com/office/drawing/2014/main" id="{AB72B3FD-EF38-4401-99A2-12BA97E1031C}"/>
              </a:ext>
            </a:extLst>
          </p:cNvPr>
          <p:cNvSpPr/>
          <p:nvPr/>
        </p:nvSpPr>
        <p:spPr>
          <a:xfrm>
            <a:off x="-685800" y="1028700"/>
            <a:ext cx="317500" cy="317500"/>
          </a:xfrm>
          <a:prstGeom prst="rect">
            <a:avLst/>
          </a:prstGeom>
          <a:solidFill>
            <a:srgbClr val="D1E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7" name="ColorPatch">
            <a:extLst>
              <a:ext uri="{FF2B5EF4-FFF2-40B4-BE49-F238E27FC236}">
                <a16:creationId xmlns:a16="http://schemas.microsoft.com/office/drawing/2014/main" id="{DB636BCE-D7BA-42A6-B589-71540B9DC5AD}"/>
              </a:ext>
            </a:extLst>
          </p:cNvPr>
          <p:cNvSpPr/>
          <p:nvPr/>
        </p:nvSpPr>
        <p:spPr>
          <a:xfrm>
            <a:off x="-685800" y="685800"/>
            <a:ext cx="317500" cy="317500"/>
          </a:xfrm>
          <a:prstGeom prst="rect">
            <a:avLst/>
          </a:prstGeom>
          <a:solidFill>
            <a:srgbClr val="A4D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6" name="ColorPatch">
            <a:extLst>
              <a:ext uri="{FF2B5EF4-FFF2-40B4-BE49-F238E27FC236}">
                <a16:creationId xmlns:a16="http://schemas.microsoft.com/office/drawing/2014/main" id="{9D1EA9E9-05C1-4D17-8CE5-6492F824502A}"/>
              </a:ext>
            </a:extLst>
          </p:cNvPr>
          <p:cNvSpPr/>
          <p:nvPr/>
        </p:nvSpPr>
        <p:spPr>
          <a:xfrm>
            <a:off x="-685800" y="342900"/>
            <a:ext cx="317500" cy="317500"/>
          </a:xfrm>
          <a:prstGeom prst="rect">
            <a:avLst/>
          </a:prstGeom>
          <a:solidFill>
            <a:srgbClr val="77C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5" name="ColorPatch">
            <a:extLst>
              <a:ext uri="{FF2B5EF4-FFF2-40B4-BE49-F238E27FC236}">
                <a16:creationId xmlns:a16="http://schemas.microsoft.com/office/drawing/2014/main" id="{9A5ADA3E-3A73-4260-828D-18023D21EE0E}"/>
              </a:ext>
            </a:extLst>
          </p:cNvPr>
          <p:cNvSpPr/>
          <p:nvPr/>
        </p:nvSpPr>
        <p:spPr>
          <a:xfrm>
            <a:off x="-685800" y="0"/>
            <a:ext cx="317500" cy="317500"/>
          </a:xfrm>
          <a:prstGeom prst="rect">
            <a:avLst/>
          </a:prstGeom>
          <a:solidFill>
            <a:srgbClr val="49B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4" name="ColorPatch">
            <a:extLst>
              <a:ext uri="{FF2B5EF4-FFF2-40B4-BE49-F238E27FC236}">
                <a16:creationId xmlns:a16="http://schemas.microsoft.com/office/drawing/2014/main" id="{177ED0F8-E668-4F55-9F61-0BADCC753B93}"/>
              </a:ext>
            </a:extLst>
          </p:cNvPr>
          <p:cNvSpPr/>
          <p:nvPr/>
        </p:nvSpPr>
        <p:spPr>
          <a:xfrm>
            <a:off x="-342900" y="5143500"/>
            <a:ext cx="317500" cy="317500"/>
          </a:xfrm>
          <a:prstGeom prst="rect">
            <a:avLst/>
          </a:prstGeom>
          <a:solidFill>
            <a:srgbClr val="F9B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3" name="ColorPatch">
            <a:extLst>
              <a:ext uri="{FF2B5EF4-FFF2-40B4-BE49-F238E27FC236}">
                <a16:creationId xmlns:a16="http://schemas.microsoft.com/office/drawing/2014/main" id="{8CD7E567-0649-47B4-B5F7-346B6C6FAE6E}"/>
              </a:ext>
            </a:extLst>
          </p:cNvPr>
          <p:cNvSpPr/>
          <p:nvPr/>
        </p:nvSpPr>
        <p:spPr>
          <a:xfrm>
            <a:off x="-342900" y="4800600"/>
            <a:ext cx="317500" cy="317500"/>
          </a:xfrm>
          <a:prstGeom prst="rect">
            <a:avLst/>
          </a:prstGeom>
          <a:solidFill>
            <a:srgbClr val="F27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2" name="ColorPatch">
            <a:extLst>
              <a:ext uri="{FF2B5EF4-FFF2-40B4-BE49-F238E27FC236}">
                <a16:creationId xmlns:a16="http://schemas.microsoft.com/office/drawing/2014/main" id="{0B27B926-9D23-408B-B261-7474BA138B0E}"/>
              </a:ext>
            </a:extLst>
          </p:cNvPr>
          <p:cNvSpPr/>
          <p:nvPr/>
        </p:nvSpPr>
        <p:spPr>
          <a:xfrm>
            <a:off x="-342900" y="4457700"/>
            <a:ext cx="317500" cy="317500"/>
          </a:xfrm>
          <a:prstGeom prst="rect">
            <a:avLst/>
          </a:prstGeom>
          <a:solidFill>
            <a:srgbClr val="EC4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1" name="ColorPatch">
            <a:extLst>
              <a:ext uri="{FF2B5EF4-FFF2-40B4-BE49-F238E27FC236}">
                <a16:creationId xmlns:a16="http://schemas.microsoft.com/office/drawing/2014/main" id="{C79F16A5-2F29-42BB-88AB-9C69D7AB8969}"/>
              </a:ext>
            </a:extLst>
          </p:cNvPr>
          <p:cNvSpPr/>
          <p:nvPr/>
        </p:nvSpPr>
        <p:spPr>
          <a:xfrm>
            <a:off x="-342900" y="4114800"/>
            <a:ext cx="317500" cy="3175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0" name="ColorPatch">
            <a:extLst>
              <a:ext uri="{FF2B5EF4-FFF2-40B4-BE49-F238E27FC236}">
                <a16:creationId xmlns:a16="http://schemas.microsoft.com/office/drawing/2014/main" id="{7164F073-8D27-4C57-9FA9-5D80FC8EDB68}"/>
              </a:ext>
            </a:extLst>
          </p:cNvPr>
          <p:cNvSpPr/>
          <p:nvPr/>
        </p:nvSpPr>
        <p:spPr>
          <a:xfrm>
            <a:off x="-342900" y="3771900"/>
            <a:ext cx="317500" cy="317500"/>
          </a:xfrm>
          <a:prstGeom prst="rect">
            <a:avLst/>
          </a:prstGeom>
          <a:solidFill>
            <a:srgbClr val="FFF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9" name="ColorPatch">
            <a:extLst>
              <a:ext uri="{FF2B5EF4-FFF2-40B4-BE49-F238E27FC236}">
                <a16:creationId xmlns:a16="http://schemas.microsoft.com/office/drawing/2014/main" id="{C400E972-E723-4251-BA45-FDC0E6CEEF6C}"/>
              </a:ext>
            </a:extLst>
          </p:cNvPr>
          <p:cNvSpPr/>
          <p:nvPr/>
        </p:nvSpPr>
        <p:spPr>
          <a:xfrm>
            <a:off x="-342900" y="3429000"/>
            <a:ext cx="317500" cy="317500"/>
          </a:xfrm>
          <a:prstGeom prst="rect">
            <a:avLst/>
          </a:prstGeom>
          <a:solidFill>
            <a:srgbClr val="FFE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8" name="ColorPatch">
            <a:extLst>
              <a:ext uri="{FF2B5EF4-FFF2-40B4-BE49-F238E27FC236}">
                <a16:creationId xmlns:a16="http://schemas.microsoft.com/office/drawing/2014/main" id="{50D772BA-D4EE-40DA-B415-8EC283428CF5}"/>
              </a:ext>
            </a:extLst>
          </p:cNvPr>
          <p:cNvSpPr/>
          <p:nvPr/>
        </p:nvSpPr>
        <p:spPr>
          <a:xfrm>
            <a:off x="-342900" y="3086100"/>
            <a:ext cx="317500" cy="317500"/>
          </a:xfrm>
          <a:prstGeom prst="rect">
            <a:avLst/>
          </a:prstGeom>
          <a:solidFill>
            <a:srgbClr val="FFD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7" name="ColorPatch">
            <a:extLst>
              <a:ext uri="{FF2B5EF4-FFF2-40B4-BE49-F238E27FC236}">
                <a16:creationId xmlns:a16="http://schemas.microsoft.com/office/drawing/2014/main" id="{6BEEA5BD-11E7-4F3D-BD73-EC2249E8CCEB}"/>
              </a:ext>
            </a:extLst>
          </p:cNvPr>
          <p:cNvSpPr/>
          <p:nvPr/>
        </p:nvSpPr>
        <p:spPr>
          <a:xfrm>
            <a:off x="-342900" y="2743200"/>
            <a:ext cx="317500" cy="317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6" name="ColorPatch">
            <a:extLst>
              <a:ext uri="{FF2B5EF4-FFF2-40B4-BE49-F238E27FC236}">
                <a16:creationId xmlns:a16="http://schemas.microsoft.com/office/drawing/2014/main" id="{27A566A9-4C8D-4179-BE6D-6A885CF5E38A}"/>
              </a:ext>
            </a:extLst>
          </p:cNvPr>
          <p:cNvSpPr/>
          <p:nvPr/>
        </p:nvSpPr>
        <p:spPr>
          <a:xfrm>
            <a:off x="-342900" y="2400300"/>
            <a:ext cx="317500" cy="317500"/>
          </a:xfrm>
          <a:prstGeom prst="rect">
            <a:avLst/>
          </a:prstGeom>
          <a:solidFill>
            <a:srgbClr val="CEEC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5" name="ColorPatch">
            <a:extLst>
              <a:ext uri="{FF2B5EF4-FFF2-40B4-BE49-F238E27FC236}">
                <a16:creationId xmlns:a16="http://schemas.microsoft.com/office/drawing/2014/main" id="{98BB652E-B542-4A6D-842C-A8AFF7CF962D}"/>
              </a:ext>
            </a:extLst>
          </p:cNvPr>
          <p:cNvSpPr/>
          <p:nvPr/>
        </p:nvSpPr>
        <p:spPr>
          <a:xfrm>
            <a:off x="-342900" y="2057400"/>
            <a:ext cx="317500" cy="317500"/>
          </a:xfrm>
          <a:prstGeom prst="rect">
            <a:avLst/>
          </a:prstGeom>
          <a:solidFill>
            <a:srgbClr val="9DD9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4" name="ColorPatch">
            <a:extLst>
              <a:ext uri="{FF2B5EF4-FFF2-40B4-BE49-F238E27FC236}">
                <a16:creationId xmlns:a16="http://schemas.microsoft.com/office/drawing/2014/main" id="{7BE09878-3507-434C-8FBD-3253E93E01C8}"/>
              </a:ext>
            </a:extLst>
          </p:cNvPr>
          <p:cNvSpPr/>
          <p:nvPr/>
        </p:nvSpPr>
        <p:spPr>
          <a:xfrm>
            <a:off x="-342900" y="1714500"/>
            <a:ext cx="317500" cy="317500"/>
          </a:xfrm>
          <a:prstGeom prst="rect">
            <a:avLst/>
          </a:prstGeom>
          <a:solidFill>
            <a:srgbClr val="6DC7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2" name="ColorPatch">
            <a:extLst>
              <a:ext uri="{FF2B5EF4-FFF2-40B4-BE49-F238E27FC236}">
                <a16:creationId xmlns:a16="http://schemas.microsoft.com/office/drawing/2014/main" id="{2E26D6BD-036D-4346-A29B-7683021D70FB}"/>
              </a:ext>
            </a:extLst>
          </p:cNvPr>
          <p:cNvSpPr/>
          <p:nvPr/>
        </p:nvSpPr>
        <p:spPr>
          <a:xfrm>
            <a:off x="-342900" y="1371600"/>
            <a:ext cx="317500" cy="317500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1" name="ColorPatch">
            <a:extLst>
              <a:ext uri="{FF2B5EF4-FFF2-40B4-BE49-F238E27FC236}">
                <a16:creationId xmlns:a16="http://schemas.microsoft.com/office/drawing/2014/main" id="{D840EC2E-1487-4A69-A809-9929CDB60313}"/>
              </a:ext>
            </a:extLst>
          </p:cNvPr>
          <p:cNvSpPr/>
          <p:nvPr/>
        </p:nvSpPr>
        <p:spPr>
          <a:xfrm>
            <a:off x="-342900" y="1028700"/>
            <a:ext cx="317500" cy="317500"/>
          </a:xfrm>
          <a:prstGeom prst="rect">
            <a:avLst/>
          </a:prstGeom>
          <a:solidFill>
            <a:srgbClr val="C0C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0" name="ColorPatch">
            <a:extLst>
              <a:ext uri="{FF2B5EF4-FFF2-40B4-BE49-F238E27FC236}">
                <a16:creationId xmlns:a16="http://schemas.microsoft.com/office/drawing/2014/main" id="{4BBE9809-F301-459A-87DE-3C5C95F62870}"/>
              </a:ext>
            </a:extLst>
          </p:cNvPr>
          <p:cNvSpPr/>
          <p:nvPr/>
        </p:nvSpPr>
        <p:spPr>
          <a:xfrm>
            <a:off x="-342900" y="685800"/>
            <a:ext cx="317500" cy="317500"/>
          </a:xfrm>
          <a:prstGeom prst="rect">
            <a:avLst/>
          </a:prstGeom>
          <a:solidFill>
            <a:srgbClr val="8191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8" name="ColorPatch">
            <a:extLst>
              <a:ext uri="{FF2B5EF4-FFF2-40B4-BE49-F238E27FC236}">
                <a16:creationId xmlns:a16="http://schemas.microsoft.com/office/drawing/2014/main" id="{AD5D23E8-FC29-4F12-AB2C-C32E10546318}"/>
              </a:ext>
            </a:extLst>
          </p:cNvPr>
          <p:cNvSpPr/>
          <p:nvPr/>
        </p:nvSpPr>
        <p:spPr>
          <a:xfrm>
            <a:off x="-342900" y="342900"/>
            <a:ext cx="317500" cy="317500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ColorPatch">
            <a:extLst>
              <a:ext uri="{FF2B5EF4-FFF2-40B4-BE49-F238E27FC236}">
                <a16:creationId xmlns:a16="http://schemas.microsoft.com/office/drawing/2014/main" id="{57149537-0C06-456D-A4A3-2FBB5503631B}"/>
              </a:ext>
            </a:extLst>
          </p:cNvPr>
          <p:cNvSpPr/>
          <p:nvPr/>
        </p:nvSpPr>
        <p:spPr>
          <a:xfrm>
            <a:off x="-342900" y="0"/>
            <a:ext cx="317500" cy="3175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0579006F-4184-524E-A90C-3FC2A416496D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A236C716-DEEC-44F8-9CD7-1B8233E8BB2C}" type="datetime1">
              <a:rPr lang="en-US" smtClean="0"/>
              <a:t>10/18/2024</a:t>
            </a:fld>
            <a:endParaRPr lang="fr-FR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E2817A-3634-41C4-BE77-0740C5A7811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7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</p:sldLayoutIdLst>
  <p:hf hdr="0" ftr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66_2A151BBB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2_9278162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5_BB1CFD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3_40D0E85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hyperlink" Target="https://www.st.com/resource/en/datasheet/lis2dw12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4_87F6F25E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5_E31EC58D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6_EC90BDAE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39_8F3F6CCB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6_C813AC2C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7_591E965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48_825D117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/>
          </p:cNvSpPr>
          <p:nvPr/>
        </p:nvSpPr>
        <p:spPr>
          <a:xfrm>
            <a:off x="328809" y="3578305"/>
            <a:ext cx="9799639" cy="276757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1" i="0" kern="1200">
                <a:solidFill>
                  <a:schemeClr val="tx1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TP 01 – GPIO</a:t>
            </a:r>
          </a:p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-150" normalizeH="0" baseline="0" noProof="0" dirty="0">
                <a:ln>
                  <a:noFill/>
                </a:ln>
                <a:solidFill>
                  <a:srgbClr val="E6007E"/>
                </a:solidFill>
                <a:effectLst/>
                <a:uLnTx/>
                <a:uFillTx/>
                <a:latin typeface="Arial"/>
              </a:rPr>
              <a:t>STM32</a:t>
            </a:r>
          </a:p>
          <a:p>
            <a:pPr marL="0" marR="0" lvl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Toulon</a:t>
            </a:r>
            <a:endParaRPr kumimoji="0" lang="en-US" sz="4800" b="0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F0D63A-0BCB-517D-9E66-1881168EA0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TP07 – I2C et accéléromètre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EA454EB8-1F31-8290-4B9F-61D96BDBD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Julien Terrier (COOLab Rousset)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5DE147-3F1A-D59B-729F-47919CE5D84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62" r="19462"/>
          <a:stretch/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18E403-8488-6E6A-4753-C967BA5EA0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91850" y="6524625"/>
            <a:ext cx="1200150" cy="33337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9006F-4184-524E-A90C-3FC2A416496D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4646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46465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988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259200-FB13-83B8-F8CF-CD1242FEB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10261" y="6330968"/>
            <a:ext cx="411004" cy="292554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79006F-4184-524E-A90C-3FC2A416496D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4646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46465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10484-7C01-4617-903A-503AD67ED3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Objectifs du TP 07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BAB5A-BB55-46E0-9F57-B6937674FD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063" y="981074"/>
            <a:ext cx="8065169" cy="1727846"/>
          </a:xfrm>
        </p:spPr>
        <p:txBody>
          <a:bodyPr>
            <a:noAutofit/>
          </a:bodyPr>
          <a:lstStyle/>
          <a:p>
            <a:r>
              <a:rPr lang="fr-FR" u="sng" dirty="0"/>
              <a:t>Objectifs:</a:t>
            </a:r>
          </a:p>
          <a:p>
            <a:r>
              <a:rPr lang="fr-FR" dirty="0"/>
              <a:t>Programmer</a:t>
            </a:r>
            <a:r>
              <a:rPr lang="en-US" dirty="0"/>
              <a:t> </a:t>
            </a:r>
            <a:r>
              <a:rPr lang="fr-FR" dirty="0"/>
              <a:t>et utiliser le bus I2C</a:t>
            </a:r>
          </a:p>
          <a:p>
            <a:r>
              <a:rPr lang="fr-FR" dirty="0"/>
              <a:t>Inclure une librairie « middleware and software component »</a:t>
            </a:r>
          </a:p>
          <a:p>
            <a:r>
              <a:rPr lang="fr-FR" dirty="0"/>
              <a:t>Utiliser un accéléromètre 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3" name="Picture 12" descr="A close-up of a computer chip&#10;&#10;Description automatically generated">
            <a:extLst>
              <a:ext uri="{FF2B5EF4-FFF2-40B4-BE49-F238E27FC236}">
                <a16:creationId xmlns:a16="http://schemas.microsoft.com/office/drawing/2014/main" id="{BCBC4A12-D535-FDF0-F3D9-1583F31B8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-437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264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Le bus I2C (1/2)</a:t>
            </a:r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CCA1F09-6DB8-40CB-9857-A3E7115C8C7E}"/>
              </a:ext>
            </a:extLst>
          </p:cNvPr>
          <p:cNvSpPr txBox="1"/>
          <p:nvPr/>
        </p:nvSpPr>
        <p:spPr>
          <a:xfrm>
            <a:off x="553453" y="1412764"/>
            <a:ext cx="11421979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dirty="0">
                <a:solidFill>
                  <a:srgbClr val="03234B"/>
                </a:solidFill>
              </a:rPr>
              <a:t>Le bus </a:t>
            </a:r>
            <a:r>
              <a:rPr lang="fr-FR" b="1" dirty="0">
                <a:solidFill>
                  <a:srgbClr val="03234B"/>
                </a:solidFill>
              </a:rPr>
              <a:t>I2C</a:t>
            </a:r>
            <a:r>
              <a:rPr lang="fr-FR" dirty="0">
                <a:solidFill>
                  <a:srgbClr val="03234B"/>
                </a:solidFill>
              </a:rPr>
              <a:t> ( Inter Integrated Circuit ) a été développé au début des années 80 par Philips </a:t>
            </a:r>
            <a:r>
              <a:rPr lang="fr-FR" dirty="0" err="1">
                <a:solidFill>
                  <a:srgbClr val="03234B"/>
                </a:solidFill>
              </a:rPr>
              <a:t>semiconductors</a:t>
            </a:r>
            <a:r>
              <a:rPr lang="fr-FR" dirty="0">
                <a:solidFill>
                  <a:srgbClr val="03234B"/>
                </a:solidFill>
              </a:rPr>
              <a:t> pour permettre de relier facilement à un microprocesseur les différents circuits d'un téléviseur moderne.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7E54E4-3FE3-458A-B983-F2FF1162FE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117"/>
          <a:stretch/>
        </p:blipFill>
        <p:spPr>
          <a:xfrm>
            <a:off x="1703512" y="2636912"/>
            <a:ext cx="8938071" cy="310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435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9001273" cy="720725"/>
          </a:xfrm>
        </p:spPr>
        <p:txBody>
          <a:bodyPr>
            <a:normAutofit/>
          </a:bodyPr>
          <a:lstStyle/>
          <a:p>
            <a:r>
              <a:rPr lang="en-US" sz="3200" dirty="0"/>
              <a:t>Le bus I2C (2/2)</a:t>
            </a:r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CCA1F09-6DB8-40CB-9857-A3E7115C8C7E}"/>
              </a:ext>
            </a:extLst>
          </p:cNvPr>
          <p:cNvSpPr txBox="1"/>
          <p:nvPr/>
        </p:nvSpPr>
        <p:spPr>
          <a:xfrm>
            <a:off x="553453" y="1412764"/>
            <a:ext cx="11421979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dirty="0">
                <a:solidFill>
                  <a:srgbClr val="03234B"/>
                </a:solidFill>
              </a:rPr>
              <a:t>Le bus </a:t>
            </a:r>
            <a:r>
              <a:rPr lang="fr-FR" b="1" dirty="0">
                <a:solidFill>
                  <a:srgbClr val="03234B"/>
                </a:solidFill>
              </a:rPr>
              <a:t>I2C</a:t>
            </a:r>
            <a:r>
              <a:rPr lang="fr-FR" dirty="0">
                <a:solidFill>
                  <a:srgbClr val="03234B"/>
                </a:solidFill>
              </a:rPr>
              <a:t> ( Inter Integrated Circuit ) a été développé au début des années 80 par Philips </a:t>
            </a:r>
            <a:r>
              <a:rPr lang="fr-FR" dirty="0" err="1">
                <a:solidFill>
                  <a:srgbClr val="03234B"/>
                </a:solidFill>
              </a:rPr>
              <a:t>semiconductors</a:t>
            </a:r>
            <a:r>
              <a:rPr lang="fr-FR" dirty="0">
                <a:solidFill>
                  <a:srgbClr val="03234B"/>
                </a:solidFill>
              </a:rPr>
              <a:t> pour permettre de relier facilement à un microprocesseur les différents circuits d'un téléviseur moderne.</a:t>
            </a:r>
          </a:p>
        </p:txBody>
      </p:sp>
      <p:pic>
        <p:nvPicPr>
          <p:cNvPr id="28" name="Image 27" descr="Une image contenant texte&#10;&#10;Description générée automatiquement">
            <a:extLst>
              <a:ext uri="{FF2B5EF4-FFF2-40B4-BE49-F238E27FC236}">
                <a16:creationId xmlns:a16="http://schemas.microsoft.com/office/drawing/2014/main" id="{854D0B2E-2DB3-4913-B091-BE25A69643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3" y="2710231"/>
            <a:ext cx="7488834" cy="295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391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LIS2DW12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9EAC93-2E10-4467-AC63-ACCEB46F60B4}"/>
              </a:ext>
            </a:extLst>
          </p:cNvPr>
          <p:cNvSpPr/>
          <p:nvPr/>
        </p:nvSpPr>
        <p:spPr>
          <a:xfrm>
            <a:off x="3783608" y="6002124"/>
            <a:ext cx="4624785" cy="37920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400" dirty="0">
                <a:solidFill>
                  <a:srgbClr val="03234B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https://www.st.com/resource/en/datasheet/lis2dw12.pdf</a:t>
            </a:r>
            <a:endParaRPr lang="en-US" sz="1400" dirty="0">
              <a:solidFill>
                <a:srgbClr val="03234B"/>
              </a:solidFill>
            </a:endParaRPr>
          </a:p>
          <a:p>
            <a:endParaRPr lang="en-US" sz="14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9F906AD-3CFB-4170-BDAA-50FAF7F06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648" y="1335778"/>
            <a:ext cx="6081321" cy="418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327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D65FD-12A3-97E2-BEFE-4E329A9E5D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92544" y="6525343"/>
            <a:ext cx="1199456" cy="332657"/>
          </a:xfrm>
        </p:spPr>
        <p:txBody>
          <a:bodyPr>
            <a:normAutofit/>
          </a:bodyPr>
          <a:lstStyle/>
          <a:p>
            <a:fld id="{0579006F-4184-524E-A90C-3FC2A416496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958B24-CF75-4DDD-B98F-D2BB19D375D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806" y="6656661"/>
            <a:ext cx="1530690" cy="201339"/>
          </a:xfrm>
        </p:spPr>
        <p:txBody>
          <a:bodyPr>
            <a:normAutofit fontScale="85000" lnSpcReduction="20000"/>
          </a:bodyPr>
          <a:lstStyle/>
          <a:p>
            <a:fld id="{A236C716-DEEC-44F8-9CD7-1B8233E8BB2C}" type="datetime1">
              <a:rPr lang="en-US" smtClean="0"/>
              <a:pPr/>
              <a:t>10/18/2024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6CA9E3-B4EE-428F-9AD1-C1D2D20EA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889" y="2859881"/>
            <a:ext cx="3048223" cy="1138238"/>
          </a:xfrm>
        </p:spPr>
        <p:txBody>
          <a:bodyPr anchor="ctr">
            <a:normAutofit/>
          </a:bodyPr>
          <a:lstStyle/>
          <a:p>
            <a:pPr algn="l"/>
            <a:r>
              <a:rPr lang="fr-FR" dirty="0"/>
              <a:t>Exercice 1</a:t>
            </a:r>
          </a:p>
        </p:txBody>
      </p:sp>
    </p:spTree>
    <p:extLst>
      <p:ext uri="{BB962C8B-B14F-4D97-AF65-F5344CB8AC3E}">
        <p14:creationId xmlns:p14="http://schemas.microsoft.com/office/powerpoint/2010/main" val="22811080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Config IDE – Activation I2C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4A92529-DF07-4574-829E-F15A6595C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641" y="1549303"/>
            <a:ext cx="9112718" cy="375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446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/>
              <a:t>Sensors board &amp; NUCLEO-L152RE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05D20F7-F606-46EC-AE94-FAEFA8111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7" y="1667029"/>
            <a:ext cx="7654545" cy="3730072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0E64C27-78A5-4531-93A0-DB8D65E22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9643" y="1634372"/>
            <a:ext cx="4783967" cy="42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087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Exercice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7808E-956B-441A-9E65-3DF7C256A6E6}"/>
              </a:ext>
            </a:extLst>
          </p:cNvPr>
          <p:cNvSpPr txBox="1"/>
          <p:nvPr/>
        </p:nvSpPr>
        <p:spPr>
          <a:xfrm>
            <a:off x="124611" y="904498"/>
            <a:ext cx="6492320" cy="37548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1400" b="1" dirty="0">
                <a:solidFill>
                  <a:srgbClr val="03234B"/>
                </a:solidFill>
              </a:rPr>
              <a:t>Faites un New Project</a:t>
            </a:r>
            <a:endParaRPr lang="fr-FR" sz="1400" dirty="0">
              <a:solidFill>
                <a:srgbClr val="03234B"/>
              </a:solidFill>
            </a:endParaRPr>
          </a:p>
          <a:p>
            <a:endParaRPr lang="fr-FR" sz="1400" u="sng" dirty="0">
              <a:solidFill>
                <a:srgbClr val="03234B"/>
              </a:solidFill>
            </a:endParaRPr>
          </a:p>
          <a:p>
            <a:r>
              <a:rPr lang="fr-FR" sz="1400" b="1" u="sng" dirty="0">
                <a:solidFill>
                  <a:srgbClr val="03234B"/>
                </a:solidFill>
              </a:rPr>
              <a:t>A partir de l’IDE configurer: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Configurer l’I2C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Configurer le printf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Configurer la LED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Configurer le shield X-NUCLEO-IKS01A3</a:t>
            </a:r>
          </a:p>
          <a:p>
            <a:endParaRPr lang="fr-FR" sz="1400" dirty="0">
              <a:solidFill>
                <a:srgbClr val="0323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b="1" u="sng" dirty="0">
                <a:solidFill>
                  <a:srgbClr val="03234B"/>
                </a:solidFill>
              </a:rPr>
              <a:t>Dans le fichier </a:t>
            </a:r>
            <a:r>
              <a:rPr lang="fr-FR" sz="1400" b="1" u="sng" dirty="0" err="1">
                <a:solidFill>
                  <a:srgbClr val="03234B"/>
                </a:solidFill>
              </a:rPr>
              <a:t>main.c</a:t>
            </a:r>
            <a:endParaRPr lang="fr-FR" sz="1400" dirty="0">
              <a:solidFill>
                <a:srgbClr val="03234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Trouver la fonction d’initialisation du shield IKS01A3 des motions sensors (LIS2DW12)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Configurer l’amplitude maximale de mesure de l'accélération à</a:t>
            </a:r>
            <a:r>
              <a:rPr lang="fr-FR" sz="1400" dirty="0">
                <a:solidFill>
                  <a:srgbClr val="3F7F5F"/>
                </a:solidFill>
                <a:latin typeface="Courier New" panose="02070309020205020404" pitchFamily="49" charset="0"/>
              </a:rPr>
              <a:t> </a:t>
            </a:r>
            <a:r>
              <a:rPr lang="fr-FR" sz="1400" dirty="0">
                <a:solidFill>
                  <a:srgbClr val="03234B"/>
                </a:solidFill>
              </a:rPr>
              <a:t>±2g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Configurer la fréquence d’échantillonnage à 200 Hz 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Lire la valeur des accélérations sur les trois axes (X, Y et Z)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r>
              <a:rPr lang="fr-FR" sz="1400" dirty="0">
                <a:solidFill>
                  <a:srgbClr val="03234B"/>
                </a:solidFill>
              </a:rPr>
              <a:t>Configurer un threshold sur l’axe x si valeur &gt; threshold alors on allumera la led 0</a:t>
            </a:r>
          </a:p>
          <a:p>
            <a:pPr marL="228600" indent="-228600">
              <a:buFont typeface="Wingdings" panose="05000000000000000000" pitchFamily="2" charset="2"/>
              <a:buChar char="q"/>
            </a:pPr>
            <a:endParaRPr lang="fr-FR" sz="1400" dirty="0">
              <a:solidFill>
                <a:srgbClr val="03234B"/>
              </a:solidFill>
            </a:endParaRPr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4032985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en-US" sz="3200" dirty="0" err="1"/>
              <a:t>Registres</a:t>
            </a:r>
            <a:r>
              <a:rPr lang="en-US" sz="3200" dirty="0"/>
              <a:t> LIS2DW12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E10B70A-EE15-41A5-980C-78C84AE83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93" y="2304893"/>
            <a:ext cx="10860016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7324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Registres LIS2DW12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5F71869-2742-40BD-B3AC-3B270A2F3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944" y="234950"/>
            <a:ext cx="5799875" cy="61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1767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2D4DF-2672-49A2-B95D-2F8236D871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063" y="115888"/>
            <a:ext cx="10153650" cy="720725"/>
          </a:xfrm>
        </p:spPr>
        <p:txBody>
          <a:bodyPr>
            <a:normAutofit/>
          </a:bodyPr>
          <a:lstStyle/>
          <a:p>
            <a:r>
              <a:rPr lang="fr-FR" sz="3200" dirty="0"/>
              <a:t>Registres LIS2DW12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1B54773-094D-405E-A65F-8D36B59FF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64" y="1058769"/>
            <a:ext cx="4939453" cy="274267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8705C0B-20B0-4404-9F9A-96EA1B529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025578"/>
            <a:ext cx="4939453" cy="286506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4380A74-B2A3-4598-BDDE-EECE1FDEA4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0910" y="4023598"/>
            <a:ext cx="4790179" cy="271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373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7e29489c09c3c63187c2677341ee6319b0e3d0"/>
</p:tagLst>
</file>

<file path=ppt/theme/theme1.xml><?xml version="1.0" encoding="utf-8"?>
<a:theme xmlns:a="http://schemas.openxmlformats.org/drawingml/2006/main" name="ST PowerPoint Template 16x9">
  <a:themeElements>
    <a:clrScheme name="STMicroelectronics 2021">
      <a:dk1>
        <a:srgbClr val="03234B"/>
      </a:dk1>
      <a:lt1>
        <a:srgbClr val="FFFFFF"/>
      </a:lt1>
      <a:dk2>
        <a:srgbClr val="464650"/>
      </a:dk2>
      <a:lt2>
        <a:srgbClr val="E8E8E9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8C0078"/>
      </a:accent6>
      <a:hlink>
        <a:srgbClr val="3CB4E6"/>
      </a:hlink>
      <a:folHlink>
        <a:srgbClr val="3CB4E6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_[16-9].potx" id="{CD5ACC94-6E44-41CD-AD84-5EC23CEA07C9}" vid="{AE223C04-3F7D-4337-AA9C-E9D20F57FFE9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62CCF50953A34F8DA5C30A590C3005" ma:contentTypeVersion="11" ma:contentTypeDescription="Crée un document." ma:contentTypeScope="" ma:versionID="e7d8b9f836649573da8f0cf44141a357">
  <xsd:schema xmlns:xsd="http://www.w3.org/2001/XMLSchema" xmlns:xs="http://www.w3.org/2001/XMLSchema" xmlns:p="http://schemas.microsoft.com/office/2006/metadata/properties" xmlns:ns2="1b5b0a18-0ac8-40ff-9dda-cbf02757ab37" xmlns:ns3="0cb2f437-beb1-4687-8ff2-788330b5ca72" targetNamespace="http://schemas.microsoft.com/office/2006/metadata/properties" ma:root="true" ma:fieldsID="2a292ad2c614c2f769c1958b5880bc7d" ns2:_="" ns3:_="">
    <xsd:import namespace="1b5b0a18-0ac8-40ff-9dda-cbf02757ab37"/>
    <xsd:import namespace="0cb2f437-beb1-4687-8ff2-788330b5c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b0a18-0ac8-40ff-9dda-cbf02757ab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10bafe7f-9857-4f22-abd8-d347ad85f0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2f437-beb1-4687-8ff2-788330b5ca7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6637468-d8fd-43cf-95be-15fffd0247d3}" ma:internalName="TaxCatchAll" ma:showField="CatchAllData" ma:web="0cb2f437-beb1-4687-8ff2-788330b5ca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b5b0a18-0ac8-40ff-9dda-cbf02757ab37">
      <Terms xmlns="http://schemas.microsoft.com/office/infopath/2007/PartnerControls"/>
    </lcf76f155ced4ddcb4097134ff3c332f>
    <TaxCatchAll xmlns="0cb2f437-beb1-4687-8ff2-788330b5ca72" xsi:nil="true"/>
  </documentManagement>
</p:properties>
</file>

<file path=customXml/itemProps1.xml><?xml version="1.0" encoding="utf-8"?>
<ds:datastoreItem xmlns:ds="http://schemas.openxmlformats.org/officeDocument/2006/customXml" ds:itemID="{E7857E54-FC5F-4003-9708-12DC608E252C}"/>
</file>

<file path=customXml/itemProps2.xml><?xml version="1.0" encoding="utf-8"?>
<ds:datastoreItem xmlns:ds="http://schemas.openxmlformats.org/officeDocument/2006/customXml" ds:itemID="{6C3C9DBC-2F9A-4C2A-9095-02901C1212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ADB4B4-4CD2-4DDB-8FB5-163083A918CC}">
  <ds:schemaRefs>
    <ds:schemaRef ds:uri="http://schemas.microsoft.com/office/2006/metadata/properties"/>
    <ds:schemaRef ds:uri="http://schemas.microsoft.com/office/infopath/2007/PartnerControls"/>
    <ds:schemaRef ds:uri="692fc42d-6892-4c07-af1b-a90278c31b86"/>
    <ds:schemaRef ds:uri="c736c050-8123-400e-b927-36c61e420814"/>
  </ds:schemaRefs>
</ds:datastoreItem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42754</TotalTime>
  <Words>264</Words>
  <Application>Microsoft Office PowerPoint</Application>
  <PresentationFormat>Widescreen</PresentationFormat>
  <Paragraphs>53</Paragraphs>
  <Slides>12</Slides>
  <Notes>12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Wingdings</vt:lpstr>
      <vt:lpstr>ST PowerPoint Template 16x9</vt:lpstr>
      <vt:lpstr>TP07 – I2C et accéléromètre</vt:lpstr>
      <vt:lpstr>PowerPoint Presentation</vt:lpstr>
      <vt:lpstr>PowerPoint Presentation</vt:lpstr>
      <vt:lpstr>PowerPoint Presentation</vt:lpstr>
      <vt:lpstr>PowerPoint Presentation</vt:lpstr>
      <vt:lpstr>Exercice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Jean Louis Scotto di Quaquero</dc:creator>
  <cp:keywords/>
  <dc:description/>
  <cp:lastModifiedBy>Julien TERRIER</cp:lastModifiedBy>
  <cp:revision>805</cp:revision>
  <dcterms:created xsi:type="dcterms:W3CDTF">2019-08-27T13:56:49Z</dcterms:created>
  <dcterms:modified xsi:type="dcterms:W3CDTF">2024-10-18T13:57:27Z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0x0101007862CCF50953A34F8DA5C30A590C3005</vt:lpwstr>
  </property>
  <property fmtid="{D5CDD505-2E9C-101B-9397-08002B2CF9AE}" pid="3" name="MediaServiceImageTags">
    <vt:lpwstr/>
  </property>
</Properties>
</file>