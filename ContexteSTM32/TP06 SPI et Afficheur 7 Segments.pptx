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266_2A151BBB.xml" ContentType="application/vnd.ms-powerpoint.comments+xml"/>
  <Override PartName="/ppt/notesSlides/notesSlide3.xml" ContentType="application/vnd.openxmlformats-officedocument.presentationml.notesSlide+xml"/>
  <Override PartName="/ppt/comments/modernComment_230_9DD8292E.xml" ContentType="application/vnd.ms-powerpoint.comments+xml"/>
  <Override PartName="/ppt/notesSlides/notesSlide4.xml" ContentType="application/vnd.openxmlformats-officedocument.presentationml.notesSlide+xml"/>
  <Override PartName="/ppt/comments/modernComment_231_50B08813.xml" ContentType="application/vnd.ms-powerpoint.comments+xml"/>
  <Override PartName="/ppt/notesSlides/notesSlide5.xml" ContentType="application/vnd.openxmlformats-officedocument.presentationml.notesSlide+xml"/>
  <Override PartName="/ppt/comments/modernComment_232_92781628.xml" ContentType="application/vnd.ms-powerpoint.comments+xml"/>
  <Override PartName="/ppt/notesSlides/notesSlide6.xml" ContentType="application/vnd.openxmlformats-officedocument.presentationml.notesSlide+xml"/>
  <Override PartName="/ppt/comments/modernComment_233_40D0E851.xml" ContentType="application/vnd.ms-powerpoint.comments+xml"/>
  <Override PartName="/ppt/notesSlides/notesSlide7.xml" ContentType="application/vnd.openxmlformats-officedocument.presentationml.notesSlide+xml"/>
  <Override PartName="/ppt/comments/modernComment_234_87F6F25E.xml" ContentType="application/vnd.ms-powerpoint.comments+xml"/>
  <Override PartName="/ppt/notesSlides/notesSlide8.xml" ContentType="application/vnd.openxmlformats-officedocument.presentationml.notesSlide+xml"/>
  <Override PartName="/ppt/comments/modernComment_235_E31EC58D.xml" ContentType="application/vnd.ms-powerpoint.comments+xml"/>
  <Override PartName="/ppt/notesSlides/notesSlide9.xml" ContentType="application/vnd.openxmlformats-officedocument.presentationml.notesSlide+xml"/>
  <Override PartName="/ppt/comments/modernComment_236_EC90BDAE.xml" ContentType="application/vnd.ms-powerpoint.comments+xml"/>
  <Override PartName="/ppt/notesSlides/notesSlide10.xml" ContentType="application/vnd.openxmlformats-officedocument.presentationml.notesSlide+xml"/>
  <Override PartName="/ppt/comments/modernComment_237_6104BAE6.xml" ContentType="application/vnd.ms-powerpoint.comments+xml"/>
  <Override PartName="/ppt/notesSlides/notesSlide11.xml" ContentType="application/vnd.openxmlformats-officedocument.presentationml.notesSlide+xml"/>
  <Override PartName="/ppt/comments/modernComment_238_FD44A00.xml" ContentType="application/vnd.ms-powerpoint.comments+xml"/>
  <Override PartName="/ppt/notesSlides/notesSlide12.xml" ContentType="application/vnd.openxmlformats-officedocument.presentationml.notesSlide+xml"/>
  <Override PartName="/ppt/comments/modernComment_239_8F3F6CCB.xml" ContentType="application/vnd.ms-powerpoint.comments+xml"/>
  <Override PartName="/ppt/notesSlides/notesSlide13.xml" ContentType="application/vnd.openxmlformats-officedocument.presentationml.notesSlide+xml"/>
  <Override PartName="/ppt/comments/modernComment_23A_D5F2BEC8.xml" ContentType="application/vnd.ms-powerpoint.comments+xml"/>
  <Override PartName="/ppt/notesSlides/notesSlide14.xml" ContentType="application/vnd.openxmlformats-officedocument.presentationml.notesSlide+xml"/>
  <Override PartName="/ppt/comments/modernComment_23B_55B5C127.xml" ContentType="application/vnd.ms-powerpoint.comments+xml"/>
  <Override PartName="/ppt/notesSlides/notesSlide15.xml" ContentType="application/vnd.openxmlformats-officedocument.presentationml.notesSlide+xml"/>
  <Override PartName="/ppt/comments/modernComment_23D_1688C59B.xml" ContentType="application/vnd.ms-powerpoint.comments+xml"/>
  <Override PartName="/ppt/notesSlides/notesSlide16.xml" ContentType="application/vnd.openxmlformats-officedocument.presentationml.notesSlide+xml"/>
  <Override PartName="/ppt/comments/modernComment_23C_E9D84EBC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1"/>
  </p:notesMasterIdLst>
  <p:handoutMasterIdLst>
    <p:handoutMasterId r:id="rId22"/>
  </p:handoutMasterIdLst>
  <p:sldIdLst>
    <p:sldId id="613" r:id="rId5"/>
    <p:sldId id="614" r:id="rId6"/>
    <p:sldId id="560" r:id="rId7"/>
    <p:sldId id="561" r:id="rId8"/>
    <p:sldId id="562" r:id="rId9"/>
    <p:sldId id="563" r:id="rId10"/>
    <p:sldId id="564" r:id="rId11"/>
    <p:sldId id="565" r:id="rId12"/>
    <p:sldId id="566" r:id="rId13"/>
    <p:sldId id="567" r:id="rId14"/>
    <p:sldId id="568" r:id="rId15"/>
    <p:sldId id="569" r:id="rId16"/>
    <p:sldId id="570" r:id="rId17"/>
    <p:sldId id="571" r:id="rId18"/>
    <p:sldId id="573" r:id="rId19"/>
    <p:sldId id="572" r:id="rId20"/>
  </p:sldIdLst>
  <p:sldSz cx="12192000" cy="6858000"/>
  <p:notesSz cx="6858000" cy="9144000"/>
  <p:custDataLst>
    <p:tags r:id="rId23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893CF6-DB1A-4DF7-A6D9-074A1E8936B9}">
          <p14:sldIdLst>
            <p14:sldId id="613"/>
            <p14:sldId id="614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3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A5CD6D8-3140-9AED-417C-67238DA3D55A}" name="Julien TERRIER" initials="JT" userId="S::julien.terrier@st.com::e38a7381-6e71-427d-838c-0275fc209b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4E"/>
    <a:srgbClr val="151BFF"/>
    <a:srgbClr val="00529B"/>
    <a:srgbClr val="20D654"/>
    <a:srgbClr val="28F20C"/>
    <a:srgbClr val="20DF15"/>
    <a:srgbClr val="E30613"/>
    <a:srgbClr val="F08109"/>
    <a:srgbClr val="EF178C"/>
    <a:srgbClr val="2388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Style foncé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96000" autoAdjust="0"/>
  </p:normalViewPr>
  <p:slideViewPr>
    <p:cSldViewPr>
      <p:cViewPr varScale="1">
        <p:scale>
          <a:sx n="70" d="100"/>
          <a:sy n="70" d="100"/>
        </p:scale>
        <p:origin x="341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Louis SCOTTO-DI-QUAQUERO" userId="5b7c4864-d3b3-4c12-a33e-5ea7a2094109" providerId="ADAL" clId="{A9BF2F98-3DE9-40BF-B9FD-29FE06F643CA}"/>
    <pc:docChg chg="modSld">
      <pc:chgData name="Jean-Louis SCOTTO-DI-QUAQUERO" userId="5b7c4864-d3b3-4c12-a33e-5ea7a2094109" providerId="ADAL" clId="{A9BF2F98-3DE9-40BF-B9FD-29FE06F643CA}" dt="2022-01-19T16:17:56.436" v="24" actId="20577"/>
      <pc:docMkLst>
        <pc:docMk/>
      </pc:docMkLst>
      <pc:sldChg chg="modSp mod">
        <pc:chgData name="Jean-Louis SCOTTO-DI-QUAQUERO" userId="5b7c4864-d3b3-4c12-a33e-5ea7a2094109" providerId="ADAL" clId="{A9BF2F98-3DE9-40BF-B9FD-29FE06F643CA}" dt="2022-01-19T16:17:56.436" v="24" actId="20577"/>
        <pc:sldMkLst>
          <pc:docMk/>
          <pc:sldMk cId="1232820293" sldId="461"/>
        </pc:sldMkLst>
      </pc:sldChg>
    </pc:docChg>
  </pc:docChgLst>
  <pc:docChgLst>
    <pc:chgData name="Jean-Louis SCOTTO-DI-QUAQUERO" userId="5b7c4864-d3b3-4c12-a33e-5ea7a2094109" providerId="ADAL" clId="{E6717391-C4EF-4379-930B-1B1907D5E6DF}"/>
    <pc:docChg chg="custSel delSld modSld modSection">
      <pc:chgData name="Jean-Louis SCOTTO-DI-QUAQUERO" userId="5b7c4864-d3b3-4c12-a33e-5ea7a2094109" providerId="ADAL" clId="{E6717391-C4EF-4379-930B-1B1907D5E6DF}" dt="2023-01-04T17:02:03.739" v="22" actId="20577"/>
      <pc:docMkLst>
        <pc:docMk/>
      </pc:docMkLst>
      <pc:sldChg chg="del">
        <pc:chgData name="Jean-Louis SCOTTO-DI-QUAQUERO" userId="5b7c4864-d3b3-4c12-a33e-5ea7a2094109" providerId="ADAL" clId="{E6717391-C4EF-4379-930B-1B1907D5E6DF}" dt="2023-01-04T16:44:28.426" v="2" actId="47"/>
        <pc:sldMkLst>
          <pc:docMk/>
          <pc:sldMk cId="3320234982" sldId="333"/>
        </pc:sldMkLst>
      </pc:sldChg>
      <pc:sldChg chg="del">
        <pc:chgData name="Jean-Louis SCOTTO-DI-QUAQUERO" userId="5b7c4864-d3b3-4c12-a33e-5ea7a2094109" providerId="ADAL" clId="{E6717391-C4EF-4379-930B-1B1907D5E6DF}" dt="2023-01-04T16:44:28.426" v="2" actId="47"/>
        <pc:sldMkLst>
          <pc:docMk/>
          <pc:sldMk cId="2681599172" sldId="334"/>
        </pc:sldMkLst>
      </pc:sldChg>
      <pc:sldChg chg="del">
        <pc:chgData name="Jean-Louis SCOTTO-DI-QUAQUERO" userId="5b7c4864-d3b3-4c12-a33e-5ea7a2094109" providerId="ADAL" clId="{E6717391-C4EF-4379-930B-1B1907D5E6DF}" dt="2023-01-04T16:44:28.426" v="2" actId="47"/>
        <pc:sldMkLst>
          <pc:docMk/>
          <pc:sldMk cId="4177442620" sldId="335"/>
        </pc:sldMkLst>
      </pc:sldChg>
      <pc:sldChg chg="del">
        <pc:chgData name="Jean-Louis SCOTTO-DI-QUAQUERO" userId="5b7c4864-d3b3-4c12-a33e-5ea7a2094109" providerId="ADAL" clId="{E6717391-C4EF-4379-930B-1B1907D5E6DF}" dt="2023-01-04T16:44:28.426" v="2" actId="47"/>
        <pc:sldMkLst>
          <pc:docMk/>
          <pc:sldMk cId="1833176489" sldId="336"/>
        </pc:sldMkLst>
      </pc:sldChg>
      <pc:sldChg chg="del">
        <pc:chgData name="Jean-Louis SCOTTO-DI-QUAQUERO" userId="5b7c4864-d3b3-4c12-a33e-5ea7a2094109" providerId="ADAL" clId="{E6717391-C4EF-4379-930B-1B1907D5E6DF}" dt="2023-01-04T16:44:28.426" v="2" actId="47"/>
        <pc:sldMkLst>
          <pc:docMk/>
          <pc:sldMk cId="1276127810" sldId="339"/>
        </pc:sldMkLst>
      </pc:sldChg>
      <pc:sldChg chg="del">
        <pc:chgData name="Jean-Louis SCOTTO-DI-QUAQUERO" userId="5b7c4864-d3b3-4c12-a33e-5ea7a2094109" providerId="ADAL" clId="{E6717391-C4EF-4379-930B-1B1907D5E6DF}" dt="2023-01-04T16:44:28.426" v="2" actId="47"/>
        <pc:sldMkLst>
          <pc:docMk/>
          <pc:sldMk cId="788354266" sldId="347"/>
        </pc:sldMkLst>
      </pc:sldChg>
      <pc:sldChg chg="del">
        <pc:chgData name="Jean-Louis SCOTTO-DI-QUAQUERO" userId="5b7c4864-d3b3-4c12-a33e-5ea7a2094109" providerId="ADAL" clId="{E6717391-C4EF-4379-930B-1B1907D5E6DF}" dt="2023-01-04T16:44:28.426" v="2" actId="47"/>
        <pc:sldMkLst>
          <pc:docMk/>
          <pc:sldMk cId="3483972827" sldId="348"/>
        </pc:sldMkLst>
      </pc:sldChg>
      <pc:sldChg chg="addSp delSp modSp mod">
        <pc:chgData name="Jean-Louis SCOTTO-DI-QUAQUERO" userId="5b7c4864-d3b3-4c12-a33e-5ea7a2094109" providerId="ADAL" clId="{E6717391-C4EF-4379-930B-1B1907D5E6DF}" dt="2023-01-04T16:41:49.067" v="1"/>
        <pc:sldMkLst>
          <pc:docMk/>
          <pc:sldMk cId="1232820293" sldId="461"/>
        </pc:sldMkLst>
      </pc:sldChg>
      <pc:sldChg chg="modSp mod">
        <pc:chgData name="Jean-Louis SCOTTO-DI-QUAQUERO" userId="5b7c4864-d3b3-4c12-a33e-5ea7a2094109" providerId="ADAL" clId="{E6717391-C4EF-4379-930B-1B1907D5E6DF}" dt="2023-01-04T17:02:03.739" v="22" actId="20577"/>
        <pc:sldMkLst>
          <pc:docMk/>
          <pc:sldMk cId="2403298507" sldId="569"/>
        </pc:sldMkLst>
      </pc:sldChg>
      <pc:sldChg chg="del">
        <pc:chgData name="Jean-Louis SCOTTO-DI-QUAQUERO" userId="5b7c4864-d3b3-4c12-a33e-5ea7a2094109" providerId="ADAL" clId="{E6717391-C4EF-4379-930B-1B1907D5E6DF}" dt="2023-01-04T16:44:28.426" v="2" actId="47"/>
        <pc:sldMkLst>
          <pc:docMk/>
          <pc:sldMk cId="1492619757" sldId="580"/>
        </pc:sldMkLst>
      </pc:sldChg>
    </pc:docChg>
  </pc:docChgLst>
  <pc:docChgLst>
    <pc:chgData name="Jean-Louis SCOTTO-DI-QUAQUERO" userId="5b7c4864-d3b3-4c12-a33e-5ea7a2094109" providerId="ADAL" clId="{B502D81B-A6BD-4511-8C98-011980455E31}"/>
    <pc:docChg chg="undo custSel addSld delSld modSld modMainMaster modSection">
      <pc:chgData name="Jean-Louis SCOTTO-DI-QUAQUERO" userId="5b7c4864-d3b3-4c12-a33e-5ea7a2094109" providerId="ADAL" clId="{B502D81B-A6BD-4511-8C98-011980455E31}" dt="2020-11-19T07:46:55.756" v="1080" actId="790"/>
      <pc:docMkLst>
        <pc:docMk/>
      </pc:docMkLst>
      <pc:sldChg chg="modSp">
        <pc:chgData name="Jean-Louis SCOTTO-DI-QUAQUERO" userId="5b7c4864-d3b3-4c12-a33e-5ea7a2094109" providerId="ADAL" clId="{B502D81B-A6BD-4511-8C98-011980455E31}" dt="2020-11-19T07:31:48.629" v="79" actId="1076"/>
        <pc:sldMkLst>
          <pc:docMk/>
          <pc:sldMk cId="1232820293" sldId="461"/>
        </pc:sldMkLst>
      </pc:sldChg>
      <pc:sldChg chg="modSp del">
        <pc:chgData name="Jean-Louis SCOTTO-DI-QUAQUERO" userId="5b7c4864-d3b3-4c12-a33e-5ea7a2094109" providerId="ADAL" clId="{B502D81B-A6BD-4511-8C98-011980455E31}" dt="2020-11-19T07:35:07.140" v="137" actId="2696"/>
        <pc:sldMkLst>
          <pc:docMk/>
          <pc:sldMk cId="3257217052" sldId="462"/>
        </pc:sldMkLst>
      </pc:sldChg>
      <pc:sldChg chg="addSp delSp modSp del">
        <pc:chgData name="Jean-Louis SCOTTO-DI-QUAQUERO" userId="5b7c4864-d3b3-4c12-a33e-5ea7a2094109" providerId="ADAL" clId="{B502D81B-A6BD-4511-8C98-011980455E31}" dt="2020-11-19T07:38:10.466" v="157" actId="2696"/>
        <pc:sldMkLst>
          <pc:docMk/>
          <pc:sldMk cId="3915493480" sldId="491"/>
        </pc:sldMkLst>
      </pc:sldChg>
      <pc:sldChg chg="modSp">
        <pc:chgData name="Jean-Louis SCOTTO-DI-QUAQUERO" userId="5b7c4864-d3b3-4c12-a33e-5ea7a2094109" providerId="ADAL" clId="{B502D81B-A6BD-4511-8C98-011980455E31}" dt="2020-11-19T07:33:13.115" v="95" actId="20577"/>
        <pc:sldMkLst>
          <pc:docMk/>
          <pc:sldMk cId="959782804" sldId="492"/>
        </pc:sldMkLst>
      </pc:sldChg>
      <pc:sldChg chg="add del">
        <pc:chgData name="Jean-Louis SCOTTO-DI-QUAQUERO" userId="5b7c4864-d3b3-4c12-a33e-5ea7a2094109" providerId="ADAL" clId="{B502D81B-A6BD-4511-8C98-011980455E31}" dt="2020-11-19T07:31:59.612" v="80" actId="2696"/>
        <pc:sldMkLst>
          <pc:docMk/>
          <pc:sldMk cId="3420663044" sldId="559"/>
        </pc:sldMkLst>
      </pc:sldChg>
      <pc:sldChg chg="addSp modSp add">
        <pc:chgData name="Jean-Louis SCOTTO-DI-QUAQUERO" userId="5b7c4864-d3b3-4c12-a33e-5ea7a2094109" providerId="ADAL" clId="{B502D81B-A6BD-4511-8C98-011980455E31}" dt="2020-11-19T07:37:03.894" v="141" actId="20577"/>
        <pc:sldMkLst>
          <pc:docMk/>
          <pc:sldMk cId="4113719392" sldId="559"/>
        </pc:sldMkLst>
      </pc:sldChg>
      <pc:sldChg chg="addSp delSp modSp add">
        <pc:chgData name="Jean-Louis SCOTTO-DI-QUAQUERO" userId="5b7c4864-d3b3-4c12-a33e-5ea7a2094109" providerId="ADAL" clId="{B502D81B-A6BD-4511-8C98-011980455E31}" dt="2020-11-19T07:46:55.756" v="1080" actId="790"/>
        <pc:sldMkLst>
          <pc:docMk/>
          <pc:sldMk cId="622109117" sldId="560"/>
        </pc:sldMkLst>
      </pc:sldChg>
      <pc:sldMasterChg chg="modSp modSldLayout">
        <pc:chgData name="Jean-Louis SCOTTO-DI-QUAQUERO" userId="5b7c4864-d3b3-4c12-a33e-5ea7a2094109" providerId="ADAL" clId="{B502D81B-A6BD-4511-8C98-011980455E31}" dt="2020-11-19T07:30:26.943" v="62" actId="14100"/>
        <pc:sldMasterMkLst>
          <pc:docMk/>
          <pc:sldMasterMk cId="2778691957" sldId="2147483648"/>
        </pc:sldMasterMkLst>
        <pc:sldLayoutChg chg="modSp">
          <pc:chgData name="Jean-Louis SCOTTO-DI-QUAQUERO" userId="5b7c4864-d3b3-4c12-a33e-5ea7a2094109" providerId="ADAL" clId="{B502D81B-A6BD-4511-8C98-011980455E31}" dt="2020-11-19T07:30:26.943" v="62" actId="14100"/>
          <pc:sldLayoutMkLst>
            <pc:docMk/>
            <pc:sldMasterMk cId="2778691957" sldId="2147483648"/>
            <pc:sldLayoutMk cId="2427066217" sldId="2147483677"/>
          </pc:sldLayoutMkLst>
        </pc:sldLayoutChg>
        <pc:sldLayoutChg chg="modSp">
          <pc:chgData name="Jean-Louis SCOTTO-DI-QUAQUERO" userId="5b7c4864-d3b3-4c12-a33e-5ea7a2094109" providerId="ADAL" clId="{B502D81B-A6BD-4511-8C98-011980455E31}" dt="2020-11-19T07:27:39.804" v="42" actId="166"/>
          <pc:sldLayoutMkLst>
            <pc:docMk/>
            <pc:sldMasterMk cId="2778691957" sldId="2147483648"/>
            <pc:sldLayoutMk cId="2092381167" sldId="2147483688"/>
          </pc:sldLayoutMkLst>
        </pc:sldLayoutChg>
        <pc:sldLayoutChg chg="modSp">
          <pc:chgData name="Jean-Louis SCOTTO-DI-QUAQUERO" userId="5b7c4864-d3b3-4c12-a33e-5ea7a2094109" providerId="ADAL" clId="{B502D81B-A6BD-4511-8C98-011980455E31}" dt="2020-11-19T07:27:45.294" v="43" actId="166"/>
          <pc:sldLayoutMkLst>
            <pc:docMk/>
            <pc:sldMasterMk cId="2778691957" sldId="2147483648"/>
            <pc:sldLayoutMk cId="667150664" sldId="2147483689"/>
          </pc:sldLayoutMkLst>
        </pc:sldLayoutChg>
        <pc:sldLayoutChg chg="modSp">
          <pc:chgData name="Jean-Louis SCOTTO-DI-QUAQUERO" userId="5b7c4864-d3b3-4c12-a33e-5ea7a2094109" providerId="ADAL" clId="{B502D81B-A6BD-4511-8C98-011980455E31}" dt="2020-11-19T07:27:53.800" v="44" actId="166"/>
          <pc:sldLayoutMkLst>
            <pc:docMk/>
            <pc:sldMasterMk cId="2778691957" sldId="2147483648"/>
            <pc:sldLayoutMk cId="490193605" sldId="2147483690"/>
          </pc:sldLayoutMkLst>
        </pc:sldLayoutChg>
        <pc:sldLayoutChg chg="modSp">
          <pc:chgData name="Jean-Louis SCOTTO-DI-QUAQUERO" userId="5b7c4864-d3b3-4c12-a33e-5ea7a2094109" providerId="ADAL" clId="{B502D81B-A6BD-4511-8C98-011980455E31}" dt="2020-11-19T07:27:58.332" v="45" actId="166"/>
          <pc:sldLayoutMkLst>
            <pc:docMk/>
            <pc:sldMasterMk cId="2778691957" sldId="2147483648"/>
            <pc:sldLayoutMk cId="413560804" sldId="2147483691"/>
          </pc:sldLayoutMkLst>
        </pc:sldLayoutChg>
        <pc:sldLayoutChg chg="modSp">
          <pc:chgData name="Jean-Louis SCOTTO-DI-QUAQUERO" userId="5b7c4864-d3b3-4c12-a33e-5ea7a2094109" providerId="ADAL" clId="{B502D81B-A6BD-4511-8C98-011980455E31}" dt="2020-11-19T07:28:03.825" v="46" actId="166"/>
          <pc:sldLayoutMkLst>
            <pc:docMk/>
            <pc:sldMasterMk cId="2778691957" sldId="2147483648"/>
            <pc:sldLayoutMk cId="4274009489" sldId="2147483692"/>
          </pc:sldLayoutMkLst>
        </pc:sldLayoutChg>
      </pc:sldMasterChg>
      <pc:sldMasterChg chg="addSp modSp">
        <pc:chgData name="Jean-Louis SCOTTO-DI-QUAQUERO" userId="5b7c4864-d3b3-4c12-a33e-5ea7a2094109" providerId="ADAL" clId="{B502D81B-A6BD-4511-8C98-011980455E31}" dt="2020-11-19T07:30:50.503" v="63"/>
        <pc:sldMasterMkLst>
          <pc:docMk/>
          <pc:sldMasterMk cId="3441157078" sldId="2147483711"/>
        </pc:sldMasterMkLst>
      </pc:sldMasterChg>
    </pc:docChg>
  </pc:docChgLst>
  <pc:docChgLst>
    <pc:chgData name="Jean-Louis SCOTTO-DI-QUAQUERO" userId="5b7c4864-d3b3-4c12-a33e-5ea7a2094109" providerId="ADAL" clId="{182E78CA-68CF-4743-BE97-284CCB418FE4}"/>
    <pc:docChg chg="undo custSel addSld delSld modSld sldOrd modSection">
      <pc:chgData name="Jean-Louis SCOTTO-DI-QUAQUERO" userId="5b7c4864-d3b3-4c12-a33e-5ea7a2094109" providerId="ADAL" clId="{182E78CA-68CF-4743-BE97-284CCB418FE4}" dt="2021-03-22T15:02:05.733" v="283"/>
      <pc:docMkLst>
        <pc:docMk/>
      </pc:docMkLst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3320234982" sldId="333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2681599172" sldId="334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4177442620" sldId="335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1833176489" sldId="336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1276127810" sldId="339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788354266" sldId="347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3483972827" sldId="348"/>
        </pc:sldMkLst>
      </pc:sldChg>
      <pc:sldChg chg="modSp mod">
        <pc:chgData name="Jean-Louis SCOTTO-DI-QUAQUERO" userId="5b7c4864-d3b3-4c12-a33e-5ea7a2094109" providerId="ADAL" clId="{182E78CA-68CF-4743-BE97-284CCB418FE4}" dt="2021-03-22T14:45:42.358" v="10" actId="14100"/>
        <pc:sldMkLst>
          <pc:docMk/>
          <pc:sldMk cId="1232820293" sldId="461"/>
        </pc:sldMkLst>
      </pc:sldChg>
      <pc:sldChg chg="modSp mod">
        <pc:chgData name="Jean-Louis SCOTTO-DI-QUAQUERO" userId="5b7c4864-d3b3-4c12-a33e-5ea7a2094109" providerId="ADAL" clId="{182E78CA-68CF-4743-BE97-284CCB418FE4}" dt="2021-03-22T14:46:38.572" v="156" actId="12"/>
        <pc:sldMkLst>
          <pc:docMk/>
          <pc:sldMk cId="4113719392" sldId="559"/>
        </pc:sldMkLst>
      </pc:sldChg>
      <pc:sldChg chg="addSp delSp modSp new mod">
        <pc:chgData name="Jean-Louis SCOTTO-DI-QUAQUERO" userId="5b7c4864-d3b3-4c12-a33e-5ea7a2094109" providerId="ADAL" clId="{182E78CA-68CF-4743-BE97-284CCB418FE4}" dt="2021-03-22T14:47:09.489" v="166" actId="1036"/>
        <pc:sldMkLst>
          <pc:docMk/>
          <pc:sldMk cId="2648189230" sldId="560"/>
        </pc:sldMkLst>
      </pc:sldChg>
      <pc:sldChg chg="addSp delSp modSp new mod">
        <pc:chgData name="Jean-Louis SCOTTO-DI-QUAQUERO" userId="5b7c4864-d3b3-4c12-a33e-5ea7a2094109" providerId="ADAL" clId="{182E78CA-68CF-4743-BE97-284CCB418FE4}" dt="2021-03-22T14:54:32.741" v="182" actId="1076"/>
        <pc:sldMkLst>
          <pc:docMk/>
          <pc:sldMk cId="1353746451" sldId="561"/>
        </pc:sldMkLst>
      </pc:sldChg>
      <pc:sldChg chg="addSp delSp modSp add mod">
        <pc:chgData name="Jean-Louis SCOTTO-DI-QUAQUERO" userId="5b7c4864-d3b3-4c12-a33e-5ea7a2094109" providerId="ADAL" clId="{182E78CA-68CF-4743-BE97-284CCB418FE4}" dt="2021-03-22T14:54:52.264" v="185"/>
        <pc:sldMkLst>
          <pc:docMk/>
          <pc:sldMk cId="2457343528" sldId="562"/>
        </pc:sldMkLst>
      </pc:sldChg>
      <pc:sldChg chg="addSp delSp modSp add mod">
        <pc:chgData name="Jean-Louis SCOTTO-DI-QUAQUERO" userId="5b7c4864-d3b3-4c12-a33e-5ea7a2094109" providerId="ADAL" clId="{182E78CA-68CF-4743-BE97-284CCB418FE4}" dt="2021-03-22T14:55:32.298" v="188"/>
        <pc:sldMkLst>
          <pc:docMk/>
          <pc:sldMk cId="1087432785" sldId="563"/>
        </pc:sldMkLst>
      </pc:sldChg>
      <pc:sldChg chg="addSp delSp modSp add mod">
        <pc:chgData name="Jean-Louis SCOTTO-DI-QUAQUERO" userId="5b7c4864-d3b3-4c12-a33e-5ea7a2094109" providerId="ADAL" clId="{182E78CA-68CF-4743-BE97-284CCB418FE4}" dt="2021-03-22T14:55:48.061" v="201" actId="20577"/>
        <pc:sldMkLst>
          <pc:docMk/>
          <pc:sldMk cId="2281108062" sldId="564"/>
        </pc:sldMkLst>
      </pc:sldChg>
      <pc:sldChg chg="addSp delSp modSp add mod">
        <pc:chgData name="Jean-Louis SCOTTO-DI-QUAQUERO" userId="5b7c4864-d3b3-4c12-a33e-5ea7a2094109" providerId="ADAL" clId="{182E78CA-68CF-4743-BE97-284CCB418FE4}" dt="2021-03-22T14:56:21.851" v="206" actId="1076"/>
        <pc:sldMkLst>
          <pc:docMk/>
          <pc:sldMk cId="3810444685" sldId="565"/>
        </pc:sldMkLst>
      </pc:sldChg>
      <pc:sldChg chg="addSp delSp modSp add mod">
        <pc:chgData name="Jean-Louis SCOTTO-DI-QUAQUERO" userId="5b7c4864-d3b3-4c12-a33e-5ea7a2094109" providerId="ADAL" clId="{182E78CA-68CF-4743-BE97-284CCB418FE4}" dt="2021-03-22T14:56:59.070" v="213" actId="1076"/>
        <pc:sldMkLst>
          <pc:docMk/>
          <pc:sldMk cId="3968908718" sldId="566"/>
        </pc:sldMkLst>
      </pc:sldChg>
      <pc:sldChg chg="addSp delSp modSp add mod">
        <pc:chgData name="Jean-Louis SCOTTO-DI-QUAQUERO" userId="5b7c4864-d3b3-4c12-a33e-5ea7a2094109" providerId="ADAL" clId="{182E78CA-68CF-4743-BE97-284CCB418FE4}" dt="2021-03-22T14:57:35.794" v="220" actId="1076"/>
        <pc:sldMkLst>
          <pc:docMk/>
          <pc:sldMk cId="1627699942" sldId="567"/>
        </pc:sldMkLst>
      </pc:sldChg>
      <pc:sldChg chg="addSp delSp modSp add mod">
        <pc:chgData name="Jean-Louis SCOTTO-DI-QUAQUERO" userId="5b7c4864-d3b3-4c12-a33e-5ea7a2094109" providerId="ADAL" clId="{182E78CA-68CF-4743-BE97-284CCB418FE4}" dt="2021-03-22T14:58:35.742" v="228" actId="1076"/>
        <pc:sldMkLst>
          <pc:docMk/>
          <pc:sldMk cId="265570816" sldId="568"/>
        </pc:sldMkLst>
      </pc:sldChg>
      <pc:sldChg chg="addSp delSp modSp add mod">
        <pc:chgData name="Jean-Louis SCOTTO-DI-QUAQUERO" userId="5b7c4864-d3b3-4c12-a33e-5ea7a2094109" providerId="ADAL" clId="{182E78CA-68CF-4743-BE97-284CCB418FE4}" dt="2021-03-22T14:58:58.448" v="231"/>
        <pc:sldMkLst>
          <pc:docMk/>
          <pc:sldMk cId="2403298507" sldId="569"/>
        </pc:sldMkLst>
      </pc:sldChg>
      <pc:sldChg chg="addSp delSp modSp add mod">
        <pc:chgData name="Jean-Louis SCOTTO-DI-QUAQUERO" userId="5b7c4864-d3b3-4c12-a33e-5ea7a2094109" providerId="ADAL" clId="{182E78CA-68CF-4743-BE97-284CCB418FE4}" dt="2021-03-22T14:59:28.494" v="242" actId="20577"/>
        <pc:sldMkLst>
          <pc:docMk/>
          <pc:sldMk cId="3589455560" sldId="570"/>
        </pc:sldMkLst>
      </pc:sldChg>
      <pc:sldChg chg="addSp delSp modSp add mod">
        <pc:chgData name="Jean-Louis SCOTTO-DI-QUAQUERO" userId="5b7c4864-d3b3-4c12-a33e-5ea7a2094109" providerId="ADAL" clId="{182E78CA-68CF-4743-BE97-284CCB418FE4}" dt="2021-03-22T15:00:34.039" v="258"/>
        <pc:sldMkLst>
          <pc:docMk/>
          <pc:sldMk cId="1437974823" sldId="571"/>
        </pc:sldMkLst>
      </pc:sldChg>
      <pc:sldChg chg="addSp delSp modSp add mod">
        <pc:chgData name="Jean-Louis SCOTTO-DI-QUAQUERO" userId="5b7c4864-d3b3-4c12-a33e-5ea7a2094109" providerId="ADAL" clId="{182E78CA-68CF-4743-BE97-284CCB418FE4}" dt="2021-03-22T15:01:25.572" v="281"/>
        <pc:sldMkLst>
          <pc:docMk/>
          <pc:sldMk cId="3923267260" sldId="572"/>
        </pc:sldMkLst>
      </pc:sldChg>
      <pc:sldChg chg="modSp add mod ord">
        <pc:chgData name="Jean-Louis SCOTTO-DI-QUAQUERO" userId="5b7c4864-d3b3-4c12-a33e-5ea7a2094109" providerId="ADAL" clId="{182E78CA-68CF-4743-BE97-284CCB418FE4}" dt="2021-03-22T15:00:41.041" v="263" actId="20577"/>
        <pc:sldMkLst>
          <pc:docMk/>
          <pc:sldMk cId="378062235" sldId="573"/>
        </pc:sldMkLst>
      </pc:sldChg>
      <pc:sldChg chg="new del">
        <pc:chgData name="Jean-Louis SCOTTO-DI-QUAQUERO" userId="5b7c4864-d3b3-4c12-a33e-5ea7a2094109" providerId="ADAL" clId="{182E78CA-68CF-4743-BE97-284CCB418FE4}" dt="2021-03-22T15:02:01.780" v="282" actId="47"/>
        <pc:sldMkLst>
          <pc:docMk/>
          <pc:sldMk cId="2943804269" sldId="574"/>
        </pc:sldMkLst>
      </pc:sldChg>
      <pc:sldChg chg="add del">
        <pc:chgData name="Jean-Louis SCOTTO-DI-QUAQUERO" userId="5b7c4864-d3b3-4c12-a33e-5ea7a2094109" providerId="ADAL" clId="{182E78CA-68CF-4743-BE97-284CCB418FE4}" dt="2021-03-22T15:02:01.780" v="282" actId="47"/>
        <pc:sldMkLst>
          <pc:docMk/>
          <pc:sldMk cId="3378829162" sldId="575"/>
        </pc:sldMkLst>
      </pc:sldChg>
      <pc:sldChg chg="add del">
        <pc:chgData name="Jean-Louis SCOTTO-DI-QUAQUERO" userId="5b7c4864-d3b3-4c12-a33e-5ea7a2094109" providerId="ADAL" clId="{182E78CA-68CF-4743-BE97-284CCB418FE4}" dt="2021-03-22T15:02:01.780" v="282" actId="47"/>
        <pc:sldMkLst>
          <pc:docMk/>
          <pc:sldMk cId="1495599005" sldId="576"/>
        </pc:sldMkLst>
      </pc:sldChg>
      <pc:sldChg chg="add del">
        <pc:chgData name="Jean-Louis SCOTTO-DI-QUAQUERO" userId="5b7c4864-d3b3-4c12-a33e-5ea7a2094109" providerId="ADAL" clId="{182E78CA-68CF-4743-BE97-284CCB418FE4}" dt="2021-03-22T15:02:01.780" v="282" actId="47"/>
        <pc:sldMkLst>
          <pc:docMk/>
          <pc:sldMk cId="3855190075" sldId="577"/>
        </pc:sldMkLst>
      </pc:sldChg>
      <pc:sldChg chg="add del">
        <pc:chgData name="Jean-Louis SCOTTO-DI-QUAQUERO" userId="5b7c4864-d3b3-4c12-a33e-5ea7a2094109" providerId="ADAL" clId="{182E78CA-68CF-4743-BE97-284CCB418FE4}" dt="2021-03-22T15:02:01.780" v="282" actId="47"/>
        <pc:sldMkLst>
          <pc:docMk/>
          <pc:sldMk cId="3234329825" sldId="578"/>
        </pc:sldMkLst>
      </pc:sldChg>
      <pc:sldChg chg="add del">
        <pc:chgData name="Jean-Louis SCOTTO-DI-QUAQUERO" userId="5b7c4864-d3b3-4c12-a33e-5ea7a2094109" providerId="ADAL" clId="{182E78CA-68CF-4743-BE97-284CCB418FE4}" dt="2021-03-22T15:02:01.780" v="282" actId="47"/>
        <pc:sldMkLst>
          <pc:docMk/>
          <pc:sldMk cId="3105977925" sldId="579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1492619757" sldId="580"/>
        </pc:sldMkLst>
      </pc:sldChg>
    </pc:docChg>
  </pc:docChgLst>
  <pc:docChgLst>
    <pc:chgData name="Julien TERRIER" userId="e38a7381-6e71-427d-838c-0275fc209b82" providerId="ADAL" clId="{E8ADEC24-8A86-448B-912E-35E7406387A8}"/>
    <pc:docChg chg="custSel delSld modSld delMainMaster modMainMaster modSection">
      <pc:chgData name="Julien TERRIER" userId="e38a7381-6e71-427d-838c-0275fc209b82" providerId="ADAL" clId="{E8ADEC24-8A86-448B-912E-35E7406387A8}" dt="2024-09-18T11:19:28.943" v="2526" actId="20577"/>
      <pc:docMkLst>
        <pc:docMk/>
      </pc:docMkLst>
      <pc:sldChg chg="addSp delSp modSp del mod modTransition addCm modCm chgLayout modNotes">
        <pc:chgData name="Julien TERRIER" userId="e38a7381-6e71-427d-838c-0275fc209b82" providerId="ADAL" clId="{E8ADEC24-8A86-448B-912E-35E7406387A8}" dt="2024-09-16T07:56:05.594" v="2111" actId="47"/>
        <pc:sldMkLst>
          <pc:docMk/>
          <pc:sldMk cId="1232820293" sldId="46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472" v="1789" actId="1589"/>
              <pc2:cmMkLst xmlns:pc2="http://schemas.microsoft.com/office/powerpoint/2019/9/main/command">
                <pc:docMk/>
                <pc:sldMk cId="1232820293" sldId="461"/>
                <pc2:cmMk id="{B7037A06-41A1-4F00-ABC2-EF77D9F0BA28}"/>
              </pc2:cmMkLst>
            </pc226:cmChg>
          </p:ext>
        </pc:extLst>
      </pc:sldChg>
      <pc:sldChg chg="addSp delSp modSp del mod modTransition addCm modCm chgLayout modNotes">
        <pc:chgData name="Julien TERRIER" userId="e38a7381-6e71-427d-838c-0275fc209b82" providerId="ADAL" clId="{E8ADEC24-8A86-448B-912E-35E7406387A8}" dt="2024-09-17T07:30:32.802" v="2156" actId="47"/>
        <pc:sldMkLst>
          <pc:docMk/>
          <pc:sldMk cId="4113719392" sldId="5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488" v="1791" actId="1589"/>
              <pc2:cmMkLst xmlns:pc2="http://schemas.microsoft.com/office/powerpoint/2019/9/main/command">
                <pc:docMk/>
                <pc:sldMk cId="4113719392" sldId="559"/>
                <pc2:cmMk id="{4BDF21C8-C296-4EC6-8451-C6D45D3057B1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7T08:20:07.272" v="2418" actId="20577"/>
        <pc:sldMkLst>
          <pc:docMk/>
          <pc:sldMk cId="2648189230" sldId="56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535" v="1793" actId="1589"/>
              <pc2:cmMkLst xmlns:pc2="http://schemas.microsoft.com/office/powerpoint/2019/9/main/command">
                <pc:docMk/>
                <pc:sldMk cId="2648189230" sldId="560"/>
                <pc2:cmMk id="{26C6D711-7DE3-43D5-8862-DB26728263CC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7T07:32:21.309" v="2181" actId="403"/>
        <pc:sldMkLst>
          <pc:docMk/>
          <pc:sldMk cId="1353746451" sldId="56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566" v="1795" actId="1589"/>
              <pc2:cmMkLst xmlns:pc2="http://schemas.microsoft.com/office/powerpoint/2019/9/main/command">
                <pc:docMk/>
                <pc:sldMk cId="1353746451" sldId="561"/>
                <pc2:cmMk id="{D53FC465-C6F9-4158-8E83-B89FB5A5E1CD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7T07:33:06.642" v="2187" actId="403"/>
        <pc:sldMkLst>
          <pc:docMk/>
          <pc:sldMk cId="2457343528" sldId="56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598" v="1797" actId="1589"/>
              <pc2:cmMkLst xmlns:pc2="http://schemas.microsoft.com/office/powerpoint/2019/9/main/command">
                <pc:docMk/>
                <pc:sldMk cId="2457343528" sldId="562"/>
                <pc2:cmMk id="{2A152524-39F3-425F-8E4C-C8E4FCD41F73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7T07:34:04.934" v="2190" actId="403"/>
        <pc:sldMkLst>
          <pc:docMk/>
          <pc:sldMk cId="1087432785" sldId="56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613" v="1799" actId="1589"/>
              <pc2:cmMkLst xmlns:pc2="http://schemas.microsoft.com/office/powerpoint/2019/9/main/command">
                <pc:docMk/>
                <pc:sldMk cId="1087432785" sldId="563"/>
                <pc2:cmMk id="{B8EE69C7-8467-44D2-A7AE-9DEF5272185A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7T07:37:01.245" v="2196" actId="12789"/>
        <pc:sldMkLst>
          <pc:docMk/>
          <pc:sldMk cId="2281108062" sldId="56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629" v="1801" actId="1589"/>
              <pc2:cmMkLst xmlns:pc2="http://schemas.microsoft.com/office/powerpoint/2019/9/main/command">
                <pc:docMk/>
                <pc:sldMk cId="2281108062" sldId="564"/>
                <pc2:cmMk id="{DAF7E669-A88E-43AB-A3E7-9C3D73624AFC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7T07:38:47.335" v="2240" actId="1035"/>
        <pc:sldMkLst>
          <pc:docMk/>
          <pc:sldMk cId="3810444685" sldId="56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645" v="1803" actId="1589"/>
              <pc2:cmMkLst xmlns:pc2="http://schemas.microsoft.com/office/powerpoint/2019/9/main/command">
                <pc:docMk/>
                <pc:sldMk cId="3810444685" sldId="565"/>
                <pc2:cmMk id="{081E68D5-C319-4F64-8088-5AE658285D32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7T07:38:59.913" v="2263" actId="1036"/>
        <pc:sldMkLst>
          <pc:docMk/>
          <pc:sldMk cId="3968908718" sldId="56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676" v="1805" actId="1589"/>
              <pc2:cmMkLst xmlns:pc2="http://schemas.microsoft.com/office/powerpoint/2019/9/main/command">
                <pc:docMk/>
                <pc:sldMk cId="3968908718" sldId="566"/>
                <pc2:cmMk id="{56B0AE3C-DBC3-4A16-9E80-EB44636D3DB8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8T11:10:39.845" v="2423" actId="1037"/>
        <pc:sldMkLst>
          <pc:docMk/>
          <pc:sldMk cId="1627699942" sldId="56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692" v="1807" actId="1589"/>
              <pc2:cmMkLst xmlns:pc2="http://schemas.microsoft.com/office/powerpoint/2019/9/main/command">
                <pc:docMk/>
                <pc:sldMk cId="1627699942" sldId="567"/>
                <pc2:cmMk id="{2A462A91-19CF-4C6E-A5D5-EA64F0FD03D6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7T07:45:41.855" v="2379" actId="166"/>
        <pc:sldMkLst>
          <pc:docMk/>
          <pc:sldMk cId="265570816" sldId="56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723" v="1809" actId="1589"/>
              <pc2:cmMkLst xmlns:pc2="http://schemas.microsoft.com/office/powerpoint/2019/9/main/command">
                <pc:docMk/>
                <pc:sldMk cId="265570816" sldId="568"/>
                <pc2:cmMk id="{296AF0C1-D6F3-4324-82B2-C9CBC5701BAB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8T11:11:00.497" v="2426" actId="20577"/>
        <pc:sldMkLst>
          <pc:docMk/>
          <pc:sldMk cId="2403298507" sldId="56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754" v="1811" actId="1589"/>
              <pc2:cmMkLst xmlns:pc2="http://schemas.microsoft.com/office/powerpoint/2019/9/main/command">
                <pc:docMk/>
                <pc:sldMk cId="2403298507" sldId="569"/>
                <pc2:cmMk id="{BB7083CB-80A5-4D38-B319-605B3644F067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7T07:48:08.312" v="2394" actId="12789"/>
        <pc:sldMkLst>
          <pc:docMk/>
          <pc:sldMk cId="3589455560" sldId="57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771" v="1813" actId="1589"/>
              <pc2:cmMkLst xmlns:pc2="http://schemas.microsoft.com/office/powerpoint/2019/9/main/command">
                <pc:docMk/>
                <pc:sldMk cId="3589455560" sldId="570"/>
                <pc2:cmMk id="{37037F1D-844F-4A09-B62B-168144890273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8T11:19:28.943" v="2526" actId="20577"/>
        <pc:sldMkLst>
          <pc:docMk/>
          <pc:sldMk cId="1437974823" sldId="57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896" v="1815" actId="1589"/>
              <pc2:cmMkLst xmlns:pc2="http://schemas.microsoft.com/office/powerpoint/2019/9/main/command">
                <pc:docMk/>
                <pc:sldMk cId="1437974823" sldId="571"/>
                <pc2:cmMk id="{A071B07F-C5AB-4F1D-8E1D-0136D1640BDF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7T07:50:33.626" v="2416" actId="33524"/>
        <pc:sldMkLst>
          <pc:docMk/>
          <pc:sldMk cId="3923267260" sldId="57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943" v="1819" actId="1589"/>
              <pc2:cmMkLst xmlns:pc2="http://schemas.microsoft.com/office/powerpoint/2019/9/main/command">
                <pc:docMk/>
                <pc:sldMk cId="3923267260" sldId="572"/>
                <pc2:cmMk id="{758F473C-DE0C-48CB-89A5-4293C2287BDA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E8ADEC24-8A86-448B-912E-35E7406387A8}" dt="2024-09-17T07:49:55.149" v="2408" actId="12789"/>
        <pc:sldMkLst>
          <pc:docMk/>
          <pc:sldMk cId="378062235" sldId="5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E8ADEC24-8A86-448B-912E-35E7406387A8}" dt="2024-09-16T07:54:57.912" v="1817" actId="1589"/>
              <pc2:cmMkLst xmlns:pc2="http://schemas.microsoft.com/office/powerpoint/2019/9/main/command">
                <pc:docMk/>
                <pc:sldMk cId="378062235" sldId="573"/>
                <pc2:cmMk id="{6758A661-69E7-44E6-8993-481139C47649}"/>
              </pc2:cmMkLst>
            </pc226:cmChg>
          </p:ext>
        </pc:extLst>
      </pc:sldChg>
      <pc:sldChg chg="modSp mod">
        <pc:chgData name="Julien TERRIER" userId="e38a7381-6e71-427d-838c-0275fc209b82" providerId="ADAL" clId="{E8ADEC24-8A86-448B-912E-35E7406387A8}" dt="2024-09-16T07:57:03.409" v="2112" actId="14826"/>
        <pc:sldMkLst>
          <pc:docMk/>
          <pc:sldMk cId="4256988999" sldId="613"/>
        </pc:sldMkLst>
      </pc:sldChg>
      <pc:sldChg chg="modSp mod">
        <pc:chgData name="Julien TERRIER" userId="e38a7381-6e71-427d-838c-0275fc209b82" providerId="ADAL" clId="{E8ADEC24-8A86-448B-912E-35E7406387A8}" dt="2024-09-16T07:58:57.349" v="2155" actId="790"/>
        <pc:sldMkLst>
          <pc:docMk/>
          <pc:sldMk cId="706026427" sldId="614"/>
        </pc:sldMkLst>
      </pc:sldChg>
      <pc:sldMasterChg chg="delSp del mod delSldLayout modSldLayout">
        <pc:chgData name="Julien TERRIER" userId="e38a7381-6e71-427d-838c-0275fc209b82" providerId="ADAL" clId="{E8ADEC24-8A86-448B-912E-35E7406387A8}" dt="2024-09-16T07:54:55.727" v="373" actId="2696"/>
        <pc:sldMasterMkLst>
          <pc:docMk/>
          <pc:sldMasterMk cId="2778691957" sldId="2147483648"/>
        </pc:sldMasterMkLst>
        <pc:sldLayoutChg chg="del">
          <pc:chgData name="Julien TERRIER" userId="e38a7381-6e71-427d-838c-0275fc209b82" providerId="ADAL" clId="{E8ADEC24-8A86-448B-912E-35E7406387A8}" dt="2024-09-16T07:54:55.712" v="339" actId="2696"/>
          <pc:sldLayoutMkLst>
            <pc:docMk/>
            <pc:sldMasterMk cId="2778691957" sldId="2147483648"/>
            <pc:sldLayoutMk cId="3643732284" sldId="2147483676"/>
          </pc:sldLayoutMkLst>
        </pc:sldLayoutChg>
        <pc:sldLayoutChg chg="del">
          <pc:chgData name="Julien TERRIER" userId="e38a7381-6e71-427d-838c-0275fc209b82" providerId="ADAL" clId="{E8ADEC24-8A86-448B-912E-35E7406387A8}" dt="2024-09-16T07:54:55.712" v="340" actId="2696"/>
          <pc:sldLayoutMkLst>
            <pc:docMk/>
            <pc:sldMasterMk cId="2778691957" sldId="2147483648"/>
            <pc:sldLayoutMk cId="2427066217" sldId="2147483677"/>
          </pc:sldLayoutMkLst>
        </pc:sldLayoutChg>
        <pc:sldLayoutChg chg="del">
          <pc:chgData name="Julien TERRIER" userId="e38a7381-6e71-427d-838c-0275fc209b82" providerId="ADAL" clId="{E8ADEC24-8A86-448B-912E-35E7406387A8}" dt="2024-09-16T07:54:55.712" v="341" actId="2696"/>
          <pc:sldLayoutMkLst>
            <pc:docMk/>
            <pc:sldMasterMk cId="2778691957" sldId="2147483648"/>
            <pc:sldLayoutMk cId="1878223979" sldId="2147483678"/>
          </pc:sldLayoutMkLst>
        </pc:sldLayoutChg>
        <pc:sldLayoutChg chg="del">
          <pc:chgData name="Julien TERRIER" userId="e38a7381-6e71-427d-838c-0275fc209b82" providerId="ADAL" clId="{E8ADEC24-8A86-448B-912E-35E7406387A8}" dt="2024-09-16T07:54:55.712" v="342" actId="2696"/>
          <pc:sldLayoutMkLst>
            <pc:docMk/>
            <pc:sldMasterMk cId="2778691957" sldId="2147483648"/>
            <pc:sldLayoutMk cId="1735053423" sldId="2147483679"/>
          </pc:sldLayoutMkLst>
        </pc:sldLayoutChg>
        <pc:sldLayoutChg chg="del">
          <pc:chgData name="Julien TERRIER" userId="e38a7381-6e71-427d-838c-0275fc209b82" providerId="ADAL" clId="{E8ADEC24-8A86-448B-912E-35E7406387A8}" dt="2024-09-16T07:54:55.712" v="344" actId="2696"/>
          <pc:sldLayoutMkLst>
            <pc:docMk/>
            <pc:sldMasterMk cId="2778691957" sldId="2147483648"/>
            <pc:sldLayoutMk cId="653087172" sldId="2147483680"/>
          </pc:sldLayoutMkLst>
        </pc:sldLayoutChg>
        <pc:sldLayoutChg chg="del">
          <pc:chgData name="Julien TERRIER" userId="e38a7381-6e71-427d-838c-0275fc209b82" providerId="ADAL" clId="{E8ADEC24-8A86-448B-912E-35E7406387A8}" dt="2024-09-16T07:54:55.712" v="345" actId="2696"/>
          <pc:sldLayoutMkLst>
            <pc:docMk/>
            <pc:sldMasterMk cId="2778691957" sldId="2147483648"/>
            <pc:sldLayoutMk cId="1180874834" sldId="2147483681"/>
          </pc:sldLayoutMkLst>
        </pc:sldLayoutChg>
        <pc:sldLayoutChg chg="del">
          <pc:chgData name="Julien TERRIER" userId="e38a7381-6e71-427d-838c-0275fc209b82" providerId="ADAL" clId="{E8ADEC24-8A86-448B-912E-35E7406387A8}" dt="2024-09-16T07:54:55.712" v="346" actId="2696"/>
          <pc:sldLayoutMkLst>
            <pc:docMk/>
            <pc:sldMasterMk cId="2778691957" sldId="2147483648"/>
            <pc:sldLayoutMk cId="1912465755" sldId="2147483682"/>
          </pc:sldLayoutMkLst>
        </pc:sldLayoutChg>
        <pc:sldLayoutChg chg="del">
          <pc:chgData name="Julien TERRIER" userId="e38a7381-6e71-427d-838c-0275fc209b82" providerId="ADAL" clId="{E8ADEC24-8A86-448B-912E-35E7406387A8}" dt="2024-09-16T07:54:55.712" v="347" actId="2696"/>
          <pc:sldLayoutMkLst>
            <pc:docMk/>
            <pc:sldMasterMk cId="2778691957" sldId="2147483648"/>
            <pc:sldLayoutMk cId="2771685102" sldId="2147483683"/>
          </pc:sldLayoutMkLst>
        </pc:sldLayoutChg>
        <pc:sldLayoutChg chg="delSp del mod">
          <pc:chgData name="Julien TERRIER" userId="e38a7381-6e71-427d-838c-0275fc209b82" providerId="ADAL" clId="{E8ADEC24-8A86-448B-912E-35E7406387A8}" dt="2024-09-16T07:54:55.712" v="348" actId="2696"/>
          <pc:sldLayoutMkLst>
            <pc:docMk/>
            <pc:sldMasterMk cId="2778691957" sldId="2147483648"/>
            <pc:sldLayoutMk cId="3283374417" sldId="2147483684"/>
          </pc:sldLayoutMkLst>
        </pc:sldLayoutChg>
        <pc:sldLayoutChg chg="delSp del mod">
          <pc:chgData name="Julien TERRIER" userId="e38a7381-6e71-427d-838c-0275fc209b82" providerId="ADAL" clId="{E8ADEC24-8A86-448B-912E-35E7406387A8}" dt="2024-09-16T07:54:55.712" v="349" actId="2696"/>
          <pc:sldLayoutMkLst>
            <pc:docMk/>
            <pc:sldMasterMk cId="2778691957" sldId="2147483648"/>
            <pc:sldLayoutMk cId="187212048" sldId="2147483685"/>
          </pc:sldLayoutMkLst>
        </pc:sldLayoutChg>
        <pc:sldLayoutChg chg="del">
          <pc:chgData name="Julien TERRIER" userId="e38a7381-6e71-427d-838c-0275fc209b82" providerId="ADAL" clId="{E8ADEC24-8A86-448B-912E-35E7406387A8}" dt="2024-09-16T07:54:55.712" v="350" actId="2696"/>
          <pc:sldLayoutMkLst>
            <pc:docMk/>
            <pc:sldMasterMk cId="2778691957" sldId="2147483648"/>
            <pc:sldLayoutMk cId="1844634331" sldId="2147483686"/>
          </pc:sldLayoutMkLst>
        </pc:sldLayoutChg>
        <pc:sldLayoutChg chg="del">
          <pc:chgData name="Julien TERRIER" userId="e38a7381-6e71-427d-838c-0275fc209b82" providerId="ADAL" clId="{E8ADEC24-8A86-448B-912E-35E7406387A8}" dt="2024-09-16T07:54:55.712" v="351" actId="2696"/>
          <pc:sldLayoutMkLst>
            <pc:docMk/>
            <pc:sldMasterMk cId="2778691957" sldId="2147483648"/>
            <pc:sldLayoutMk cId="872168697" sldId="2147483687"/>
          </pc:sldLayoutMkLst>
        </pc:sldLayoutChg>
        <pc:sldLayoutChg chg="delSp del mod delAnim modAnim">
          <pc:chgData name="Julien TERRIER" userId="e38a7381-6e71-427d-838c-0275fc209b82" providerId="ADAL" clId="{E8ADEC24-8A86-448B-912E-35E7406387A8}" dt="2024-09-16T07:54:55.712" v="352" actId="2696"/>
          <pc:sldLayoutMkLst>
            <pc:docMk/>
            <pc:sldMasterMk cId="2778691957" sldId="2147483648"/>
            <pc:sldLayoutMk cId="2092381167" sldId="2147483688"/>
          </pc:sldLayoutMkLst>
        </pc:sldLayoutChg>
        <pc:sldLayoutChg chg="delSp del mod delAnim modAnim">
          <pc:chgData name="Julien TERRIER" userId="e38a7381-6e71-427d-838c-0275fc209b82" providerId="ADAL" clId="{E8ADEC24-8A86-448B-912E-35E7406387A8}" dt="2024-09-16T07:54:55.712" v="353" actId="2696"/>
          <pc:sldLayoutMkLst>
            <pc:docMk/>
            <pc:sldMasterMk cId="2778691957" sldId="2147483648"/>
            <pc:sldLayoutMk cId="667150664" sldId="2147483689"/>
          </pc:sldLayoutMkLst>
        </pc:sldLayoutChg>
        <pc:sldLayoutChg chg="delSp del mod delAnim modAnim">
          <pc:chgData name="Julien TERRIER" userId="e38a7381-6e71-427d-838c-0275fc209b82" providerId="ADAL" clId="{E8ADEC24-8A86-448B-912E-35E7406387A8}" dt="2024-09-16T07:54:55.712" v="354" actId="2696"/>
          <pc:sldLayoutMkLst>
            <pc:docMk/>
            <pc:sldMasterMk cId="2778691957" sldId="2147483648"/>
            <pc:sldLayoutMk cId="490193605" sldId="2147483690"/>
          </pc:sldLayoutMkLst>
        </pc:sldLayoutChg>
        <pc:sldLayoutChg chg="delSp del mod delAnim modAnim">
          <pc:chgData name="Julien TERRIER" userId="e38a7381-6e71-427d-838c-0275fc209b82" providerId="ADAL" clId="{E8ADEC24-8A86-448B-912E-35E7406387A8}" dt="2024-09-16T07:54:55.712" v="355" actId="2696"/>
          <pc:sldLayoutMkLst>
            <pc:docMk/>
            <pc:sldMasterMk cId="2778691957" sldId="2147483648"/>
            <pc:sldLayoutMk cId="413560804" sldId="2147483691"/>
          </pc:sldLayoutMkLst>
        </pc:sldLayoutChg>
        <pc:sldLayoutChg chg="delSp del mod delAnim modAnim">
          <pc:chgData name="Julien TERRIER" userId="e38a7381-6e71-427d-838c-0275fc209b82" providerId="ADAL" clId="{E8ADEC24-8A86-448B-912E-35E7406387A8}" dt="2024-09-16T07:54:55.712" v="356" actId="2696"/>
          <pc:sldLayoutMkLst>
            <pc:docMk/>
            <pc:sldMasterMk cId="2778691957" sldId="2147483648"/>
            <pc:sldLayoutMk cId="4274009489" sldId="2147483692"/>
          </pc:sldLayoutMkLst>
        </pc:sldLayoutChg>
        <pc:sldLayoutChg chg="delSp del mod">
          <pc:chgData name="Julien TERRIER" userId="e38a7381-6e71-427d-838c-0275fc209b82" providerId="ADAL" clId="{E8ADEC24-8A86-448B-912E-35E7406387A8}" dt="2024-09-16T07:54:55.727" v="361" actId="2696"/>
          <pc:sldLayoutMkLst>
            <pc:docMk/>
            <pc:sldMasterMk cId="2778691957" sldId="2147483648"/>
            <pc:sldLayoutMk cId="3902465317" sldId="2147483693"/>
          </pc:sldLayoutMkLst>
        </pc:sldLayoutChg>
        <pc:sldLayoutChg chg="del">
          <pc:chgData name="Julien TERRIER" userId="e38a7381-6e71-427d-838c-0275fc209b82" providerId="ADAL" clId="{E8ADEC24-8A86-448B-912E-35E7406387A8}" dt="2024-09-16T07:54:55.727" v="362" actId="2696"/>
          <pc:sldLayoutMkLst>
            <pc:docMk/>
            <pc:sldMasterMk cId="2778691957" sldId="2147483648"/>
            <pc:sldLayoutMk cId="811754428" sldId="2147483694"/>
          </pc:sldLayoutMkLst>
        </pc:sldLayoutChg>
        <pc:sldLayoutChg chg="del">
          <pc:chgData name="Julien TERRIER" userId="e38a7381-6e71-427d-838c-0275fc209b82" providerId="ADAL" clId="{E8ADEC24-8A86-448B-912E-35E7406387A8}" dt="2024-09-16T07:54:55.727" v="363" actId="2696"/>
          <pc:sldLayoutMkLst>
            <pc:docMk/>
            <pc:sldMasterMk cId="2778691957" sldId="2147483648"/>
            <pc:sldLayoutMk cId="270477234" sldId="2147483695"/>
          </pc:sldLayoutMkLst>
        </pc:sldLayoutChg>
        <pc:sldLayoutChg chg="del">
          <pc:chgData name="Julien TERRIER" userId="e38a7381-6e71-427d-838c-0275fc209b82" providerId="ADAL" clId="{E8ADEC24-8A86-448B-912E-35E7406387A8}" dt="2024-09-16T07:54:55.727" v="364" actId="2696"/>
          <pc:sldLayoutMkLst>
            <pc:docMk/>
            <pc:sldMasterMk cId="2778691957" sldId="2147483648"/>
            <pc:sldLayoutMk cId="3900473632" sldId="2147483696"/>
          </pc:sldLayoutMkLst>
        </pc:sldLayoutChg>
        <pc:sldLayoutChg chg="del">
          <pc:chgData name="Julien TERRIER" userId="e38a7381-6e71-427d-838c-0275fc209b82" providerId="ADAL" clId="{E8ADEC24-8A86-448B-912E-35E7406387A8}" dt="2024-09-16T07:54:55.727" v="365" actId="2696"/>
          <pc:sldLayoutMkLst>
            <pc:docMk/>
            <pc:sldMasterMk cId="2778691957" sldId="2147483648"/>
            <pc:sldLayoutMk cId="2930737018" sldId="2147483697"/>
          </pc:sldLayoutMkLst>
        </pc:sldLayoutChg>
        <pc:sldLayoutChg chg="del">
          <pc:chgData name="Julien TERRIER" userId="e38a7381-6e71-427d-838c-0275fc209b82" providerId="ADAL" clId="{E8ADEC24-8A86-448B-912E-35E7406387A8}" dt="2024-09-16T07:54:55.727" v="366" actId="2696"/>
          <pc:sldLayoutMkLst>
            <pc:docMk/>
            <pc:sldMasterMk cId="2778691957" sldId="2147483648"/>
            <pc:sldLayoutMk cId="3411874771" sldId="2147483698"/>
          </pc:sldLayoutMkLst>
        </pc:sldLayoutChg>
        <pc:sldLayoutChg chg="del">
          <pc:chgData name="Julien TERRIER" userId="e38a7381-6e71-427d-838c-0275fc209b82" providerId="ADAL" clId="{E8ADEC24-8A86-448B-912E-35E7406387A8}" dt="2024-09-16T07:54:55.727" v="367" actId="2696"/>
          <pc:sldLayoutMkLst>
            <pc:docMk/>
            <pc:sldMasterMk cId="2778691957" sldId="2147483648"/>
            <pc:sldLayoutMk cId="1386701373" sldId="2147483699"/>
          </pc:sldLayoutMkLst>
        </pc:sldLayoutChg>
        <pc:sldLayoutChg chg="del">
          <pc:chgData name="Julien TERRIER" userId="e38a7381-6e71-427d-838c-0275fc209b82" providerId="ADAL" clId="{E8ADEC24-8A86-448B-912E-35E7406387A8}" dt="2024-09-16T07:54:55.727" v="368" actId="2696"/>
          <pc:sldLayoutMkLst>
            <pc:docMk/>
            <pc:sldMasterMk cId="2778691957" sldId="2147483648"/>
            <pc:sldLayoutMk cId="4232043028" sldId="2147483700"/>
          </pc:sldLayoutMkLst>
        </pc:sldLayoutChg>
        <pc:sldLayoutChg chg="del">
          <pc:chgData name="Julien TERRIER" userId="e38a7381-6e71-427d-838c-0275fc209b82" providerId="ADAL" clId="{E8ADEC24-8A86-448B-912E-35E7406387A8}" dt="2024-09-16T07:54:55.727" v="369" actId="2696"/>
          <pc:sldLayoutMkLst>
            <pc:docMk/>
            <pc:sldMasterMk cId="2778691957" sldId="2147483648"/>
            <pc:sldLayoutMk cId="1630075522" sldId="2147483701"/>
          </pc:sldLayoutMkLst>
        </pc:sldLayoutChg>
        <pc:sldLayoutChg chg="del">
          <pc:chgData name="Julien TERRIER" userId="e38a7381-6e71-427d-838c-0275fc209b82" providerId="ADAL" clId="{E8ADEC24-8A86-448B-912E-35E7406387A8}" dt="2024-09-16T07:54:55.727" v="370" actId="2696"/>
          <pc:sldLayoutMkLst>
            <pc:docMk/>
            <pc:sldMasterMk cId="2778691957" sldId="2147483648"/>
            <pc:sldLayoutMk cId="1054094909" sldId="2147483702"/>
          </pc:sldLayoutMkLst>
        </pc:sldLayoutChg>
        <pc:sldLayoutChg chg="del">
          <pc:chgData name="Julien TERRIER" userId="e38a7381-6e71-427d-838c-0275fc209b82" providerId="ADAL" clId="{E8ADEC24-8A86-448B-912E-35E7406387A8}" dt="2024-09-16T07:54:55.727" v="371" actId="2696"/>
          <pc:sldLayoutMkLst>
            <pc:docMk/>
            <pc:sldMasterMk cId="2778691957" sldId="2147483648"/>
            <pc:sldLayoutMk cId="628639443" sldId="2147483703"/>
          </pc:sldLayoutMkLst>
        </pc:sldLayoutChg>
        <pc:sldLayoutChg chg="del">
          <pc:chgData name="Julien TERRIER" userId="e38a7381-6e71-427d-838c-0275fc209b82" providerId="ADAL" clId="{E8ADEC24-8A86-448B-912E-35E7406387A8}" dt="2024-09-16T07:54:55.727" v="372" actId="2696"/>
          <pc:sldLayoutMkLst>
            <pc:docMk/>
            <pc:sldMasterMk cId="2778691957" sldId="2147483648"/>
            <pc:sldLayoutMk cId="737706643" sldId="2147483704"/>
          </pc:sldLayoutMkLst>
        </pc:sldLayoutChg>
        <pc:sldLayoutChg chg="delSp del mod">
          <pc:chgData name="Julien TERRIER" userId="e38a7381-6e71-427d-838c-0275fc209b82" providerId="ADAL" clId="{E8ADEC24-8A86-448B-912E-35E7406387A8}" dt="2024-09-16T07:54:55.712" v="343" actId="2696"/>
          <pc:sldLayoutMkLst>
            <pc:docMk/>
            <pc:sldMasterMk cId="2778691957" sldId="2147483648"/>
            <pc:sldLayoutMk cId="3548441567" sldId="2147483705"/>
          </pc:sldLayoutMkLst>
        </pc:sldLayoutChg>
        <pc:sldLayoutChg chg="delSp del mod">
          <pc:chgData name="Julien TERRIER" userId="e38a7381-6e71-427d-838c-0275fc209b82" providerId="ADAL" clId="{E8ADEC24-8A86-448B-912E-35E7406387A8}" dt="2024-09-16T07:54:55.712" v="357" actId="2696"/>
          <pc:sldLayoutMkLst>
            <pc:docMk/>
            <pc:sldMasterMk cId="2778691957" sldId="2147483648"/>
            <pc:sldLayoutMk cId="3892497985" sldId="2147483706"/>
          </pc:sldLayoutMkLst>
        </pc:sldLayoutChg>
        <pc:sldLayoutChg chg="delSp del mod">
          <pc:chgData name="Julien TERRIER" userId="e38a7381-6e71-427d-838c-0275fc209b82" providerId="ADAL" clId="{E8ADEC24-8A86-448B-912E-35E7406387A8}" dt="2024-09-16T07:54:55.712" v="358" actId="2696"/>
          <pc:sldLayoutMkLst>
            <pc:docMk/>
            <pc:sldMasterMk cId="2778691957" sldId="2147483648"/>
            <pc:sldLayoutMk cId="556636127" sldId="2147483707"/>
          </pc:sldLayoutMkLst>
        </pc:sldLayoutChg>
        <pc:sldLayoutChg chg="del">
          <pc:chgData name="Julien TERRIER" userId="e38a7381-6e71-427d-838c-0275fc209b82" providerId="ADAL" clId="{E8ADEC24-8A86-448B-912E-35E7406387A8}" dt="2024-09-16T07:54:55.712" v="359" actId="2696"/>
          <pc:sldLayoutMkLst>
            <pc:docMk/>
            <pc:sldMasterMk cId="2778691957" sldId="2147483648"/>
            <pc:sldLayoutMk cId="1475330262" sldId="2147483708"/>
          </pc:sldLayoutMkLst>
        </pc:sldLayoutChg>
        <pc:sldLayoutChg chg="del">
          <pc:chgData name="Julien TERRIER" userId="e38a7381-6e71-427d-838c-0275fc209b82" providerId="ADAL" clId="{E8ADEC24-8A86-448B-912E-35E7406387A8}" dt="2024-09-16T07:54:55.727" v="360" actId="2696"/>
          <pc:sldLayoutMkLst>
            <pc:docMk/>
            <pc:sldMasterMk cId="2778691957" sldId="2147483648"/>
            <pc:sldLayoutMk cId="3144933046" sldId="2147483709"/>
          </pc:sldLayoutMkLst>
        </pc:sldLayoutChg>
      </pc:sldMasterChg>
    </pc:docChg>
  </pc:docChgLst>
  <pc:docChgLst>
    <pc:chgData name="julien terrier" userId="f10afbbb77aed1e2" providerId="LiveId" clId="{7FC47907-8AD2-49EB-AF9D-0AB0687E45CA}"/>
    <pc:docChg chg="modSld">
      <pc:chgData name="julien terrier" userId="f10afbbb77aed1e2" providerId="LiveId" clId="{7FC47907-8AD2-49EB-AF9D-0AB0687E45CA}" dt="2025-04-03T08:22:05.814" v="3" actId="20577"/>
      <pc:docMkLst>
        <pc:docMk/>
      </pc:docMkLst>
      <pc:sldChg chg="modSp mod">
        <pc:chgData name="julien terrier" userId="f10afbbb77aed1e2" providerId="LiveId" clId="{7FC47907-8AD2-49EB-AF9D-0AB0687E45CA}" dt="2025-04-03T08:22:05.814" v="3" actId="20577"/>
        <pc:sldMkLst>
          <pc:docMk/>
          <pc:sldMk cId="3923267260" sldId="572"/>
        </pc:sldMkLst>
        <pc:spChg chg="mod">
          <ac:chgData name="julien terrier" userId="f10afbbb77aed1e2" providerId="LiveId" clId="{7FC47907-8AD2-49EB-AF9D-0AB0687E45CA}" dt="2025-04-03T08:22:05.814" v="3" actId="20577"/>
          <ac:spMkLst>
            <pc:docMk/>
            <pc:sldMk cId="3923267260" sldId="572"/>
            <ac:spMk id="6" creationId="{D101CAE6-60B7-4BE7-9257-63A2629BE0A7}"/>
          </ac:spMkLst>
        </pc:spChg>
      </pc:sldChg>
    </pc:docChg>
  </pc:docChgLst>
  <pc:docChgLst>
    <pc:chgData name="julien terrier" userId="f10afbbb77aed1e2" providerId="LiveId" clId="{3D0C3F9C-2319-4B12-A087-631347AF383D}"/>
    <pc:docChg chg="modSld">
      <pc:chgData name="julien terrier" userId="f10afbbb77aed1e2" providerId="LiveId" clId="{3D0C3F9C-2319-4B12-A087-631347AF383D}" dt="2023-05-05T11:12:29.200" v="1" actId="20577"/>
      <pc:docMkLst>
        <pc:docMk/>
      </pc:docMkLst>
      <pc:sldChg chg="modSp mod">
        <pc:chgData name="julien terrier" userId="f10afbbb77aed1e2" providerId="LiveId" clId="{3D0C3F9C-2319-4B12-A087-631347AF383D}" dt="2023-05-05T11:12:29.200" v="1" actId="20577"/>
        <pc:sldMkLst>
          <pc:docMk/>
          <pc:sldMk cId="1437974823" sldId="571"/>
        </pc:sldMkLst>
      </pc:sldChg>
    </pc:docChg>
  </pc:docChgLst>
  <pc:docChgLst>
    <pc:chgData name="Jean-Louis SCOTTO-DI-QUAQUERO" userId="5b7c4864-d3b3-4c12-a33e-5ea7a2094109" providerId="ADAL" clId="{22D5903A-4F66-432F-99F6-F40130E16CED}"/>
    <pc:docChg chg="undo redo custSel addSld delSld modSld sldOrd modMainMaster modSection">
      <pc:chgData name="Jean-Louis SCOTTO-DI-QUAQUERO" userId="5b7c4864-d3b3-4c12-a33e-5ea7a2094109" providerId="ADAL" clId="{22D5903A-4F66-432F-99F6-F40130E16CED}" dt="2020-11-24T14:10:47.859" v="12504" actId="20577"/>
      <pc:docMkLst>
        <pc:docMk/>
      </pc:docMkLst>
      <pc:sldChg chg="modSp">
        <pc:chgData name="Jean-Louis SCOTTO-DI-QUAQUERO" userId="5b7c4864-d3b3-4c12-a33e-5ea7a2094109" providerId="ADAL" clId="{22D5903A-4F66-432F-99F6-F40130E16CED}" dt="2020-11-19T17:23:53.720" v="11176" actId="20577"/>
        <pc:sldMkLst>
          <pc:docMk/>
          <pc:sldMk cId="1232820293" sldId="461"/>
        </pc:sldMkLst>
      </pc:sldChg>
      <pc:sldChg chg="modSp del">
        <pc:chgData name="Jean-Louis SCOTTO-DI-QUAQUERO" userId="5b7c4864-d3b3-4c12-a33e-5ea7a2094109" providerId="ADAL" clId="{22D5903A-4F66-432F-99F6-F40130E16CED}" dt="2020-11-19T08:26:02.653" v="1212" actId="2696"/>
        <pc:sldMkLst>
          <pc:docMk/>
          <pc:sldMk cId="2946823431" sldId="463"/>
        </pc:sldMkLst>
      </pc:sldChg>
      <pc:sldChg chg="modSp del">
        <pc:chgData name="Jean-Louis SCOTTO-DI-QUAQUERO" userId="5b7c4864-d3b3-4c12-a33e-5ea7a2094109" providerId="ADAL" clId="{22D5903A-4F66-432F-99F6-F40130E16CED}" dt="2020-11-19T11:09:09.171" v="5266" actId="2696"/>
        <pc:sldMkLst>
          <pc:docMk/>
          <pc:sldMk cId="208480874" sldId="464"/>
        </pc:sldMkLst>
      </pc:sldChg>
      <pc:sldChg chg="addSp modSp">
        <pc:chgData name="Jean-Louis SCOTTO-DI-QUAQUERO" userId="5b7c4864-d3b3-4c12-a33e-5ea7a2094109" providerId="ADAL" clId="{22D5903A-4F66-432F-99F6-F40130E16CED}" dt="2020-11-23T15:53:30.918" v="12106" actId="114"/>
        <pc:sldMkLst>
          <pc:docMk/>
          <pc:sldMk cId="1764272056" sldId="467"/>
        </pc:sldMkLst>
      </pc:sldChg>
      <pc:sldChg chg="addSp delSp modSp">
        <pc:chgData name="Jean-Louis SCOTTO-DI-QUAQUERO" userId="5b7c4864-d3b3-4c12-a33e-5ea7a2094109" providerId="ADAL" clId="{22D5903A-4F66-432F-99F6-F40130E16CED}" dt="2020-11-23T15:59:56.664" v="12386" actId="478"/>
        <pc:sldMkLst>
          <pc:docMk/>
          <pc:sldMk cId="1827155440" sldId="468"/>
        </pc:sldMkLst>
      </pc:sldChg>
      <pc:sldChg chg="modSp">
        <pc:chgData name="Jean-Louis SCOTTO-DI-QUAQUERO" userId="5b7c4864-d3b3-4c12-a33e-5ea7a2094109" providerId="ADAL" clId="{22D5903A-4F66-432F-99F6-F40130E16CED}" dt="2020-11-19T16:46:25.087" v="10887" actId="6549"/>
        <pc:sldMkLst>
          <pc:docMk/>
          <pc:sldMk cId="3436890610" sldId="469"/>
        </pc:sldMkLst>
      </pc:sldChg>
      <pc:sldChg chg="addSp modSp">
        <pc:chgData name="Jean-Louis SCOTTO-DI-QUAQUERO" userId="5b7c4864-d3b3-4c12-a33e-5ea7a2094109" providerId="ADAL" clId="{22D5903A-4F66-432F-99F6-F40130E16CED}" dt="2020-11-19T16:50:46.535" v="10993" actId="20577"/>
        <pc:sldMkLst>
          <pc:docMk/>
          <pc:sldMk cId="2294064126" sldId="471"/>
        </pc:sldMkLst>
      </pc:sldChg>
      <pc:sldChg chg="modSp">
        <pc:chgData name="Jean-Louis SCOTTO-DI-QUAQUERO" userId="5b7c4864-d3b3-4c12-a33e-5ea7a2094109" providerId="ADAL" clId="{22D5903A-4F66-432F-99F6-F40130E16CED}" dt="2020-11-19T16:55:27.270" v="10994" actId="14100"/>
        <pc:sldMkLst>
          <pc:docMk/>
          <pc:sldMk cId="3758076490" sldId="472"/>
        </pc:sldMkLst>
      </pc:sldChg>
      <pc:sldChg chg="addSp delSp modSp">
        <pc:chgData name="Jean-Louis SCOTTO-DI-QUAQUERO" userId="5b7c4864-d3b3-4c12-a33e-5ea7a2094109" providerId="ADAL" clId="{22D5903A-4F66-432F-99F6-F40130E16CED}" dt="2020-11-19T17:05:02.134" v="11081" actId="20577"/>
        <pc:sldMkLst>
          <pc:docMk/>
          <pc:sldMk cId="868591742" sldId="474"/>
        </pc:sldMkLst>
      </pc:sldChg>
      <pc:sldChg chg="addSp delSp modSp">
        <pc:chgData name="Jean-Louis SCOTTO-DI-QUAQUERO" userId="5b7c4864-d3b3-4c12-a33e-5ea7a2094109" providerId="ADAL" clId="{22D5903A-4F66-432F-99F6-F40130E16CED}" dt="2020-11-19T17:04:45.286" v="11072" actId="1076"/>
        <pc:sldMkLst>
          <pc:docMk/>
          <pc:sldMk cId="2364681587" sldId="477"/>
        </pc:sldMkLst>
      </pc:sldChg>
      <pc:sldChg chg="modSp">
        <pc:chgData name="Jean-Louis SCOTTO-DI-QUAQUERO" userId="5b7c4864-d3b3-4c12-a33e-5ea7a2094109" providerId="ADAL" clId="{22D5903A-4F66-432F-99F6-F40130E16CED}" dt="2020-11-23T16:06:39.397" v="12490" actId="20577"/>
        <pc:sldMkLst>
          <pc:docMk/>
          <pc:sldMk cId="2918888441" sldId="479"/>
        </pc:sldMkLst>
      </pc:sldChg>
      <pc:sldChg chg="del">
        <pc:chgData name="Jean-Louis SCOTTO-DI-QUAQUERO" userId="5b7c4864-d3b3-4c12-a33e-5ea7a2094109" providerId="ADAL" clId="{22D5903A-4F66-432F-99F6-F40130E16CED}" dt="2020-11-19T17:10:56.843" v="11082" actId="2696"/>
        <pc:sldMkLst>
          <pc:docMk/>
          <pc:sldMk cId="2310492701" sldId="480"/>
        </pc:sldMkLst>
      </pc:sldChg>
      <pc:sldChg chg="modSp add">
        <pc:chgData name="Jean-Louis SCOTTO-DI-QUAQUERO" userId="5b7c4864-d3b3-4c12-a33e-5ea7a2094109" providerId="ADAL" clId="{22D5903A-4F66-432F-99F6-F40130E16CED}" dt="2020-11-19T17:11:19" v="11084" actId="1076"/>
        <pc:sldMkLst>
          <pc:docMk/>
          <pc:sldMk cId="3602046563" sldId="480"/>
        </pc:sldMkLst>
      </pc:sldChg>
      <pc:sldChg chg="modSp">
        <pc:chgData name="Jean-Louis SCOTTO-DI-QUAQUERO" userId="5b7c4864-d3b3-4c12-a33e-5ea7a2094109" providerId="ADAL" clId="{22D5903A-4F66-432F-99F6-F40130E16CED}" dt="2020-11-23T16:06:04.580" v="12470" actId="20577"/>
        <pc:sldMkLst>
          <pc:docMk/>
          <pc:sldMk cId="1389499144" sldId="481"/>
        </pc:sldMkLst>
      </pc:sldChg>
      <pc:sldChg chg="addSp modSp">
        <pc:chgData name="Jean-Louis SCOTTO-DI-QUAQUERO" userId="5b7c4864-d3b3-4c12-a33e-5ea7a2094109" providerId="ADAL" clId="{22D5903A-4F66-432F-99F6-F40130E16CED}" dt="2020-11-19T17:46:36.465" v="11497" actId="1076"/>
        <pc:sldMkLst>
          <pc:docMk/>
          <pc:sldMk cId="219931156" sldId="482"/>
        </pc:sldMkLst>
      </pc:sldChg>
      <pc:sldChg chg="modSp add del">
        <pc:chgData name="Jean-Louis SCOTTO-DI-QUAQUERO" userId="5b7c4864-d3b3-4c12-a33e-5ea7a2094109" providerId="ADAL" clId="{22D5903A-4F66-432F-99F6-F40130E16CED}" dt="2020-11-23T15:09:57.870" v="11564" actId="2696"/>
        <pc:sldMkLst>
          <pc:docMk/>
          <pc:sldMk cId="2398962553" sldId="483"/>
        </pc:sldMkLst>
      </pc:sldChg>
      <pc:sldChg chg="del">
        <pc:chgData name="Jean-Louis SCOTTO-DI-QUAQUERO" userId="5b7c4864-d3b3-4c12-a33e-5ea7a2094109" providerId="ADAL" clId="{22D5903A-4F66-432F-99F6-F40130E16CED}" dt="2020-11-23T15:09:38.621" v="11560" actId="2696"/>
        <pc:sldMkLst>
          <pc:docMk/>
          <pc:sldMk cId="3360130222" sldId="483"/>
        </pc:sldMkLst>
      </pc:sldChg>
      <pc:sldChg chg="addSp modSp">
        <pc:chgData name="Jean-Louis SCOTTO-DI-QUAQUERO" userId="5b7c4864-d3b3-4c12-a33e-5ea7a2094109" providerId="ADAL" clId="{22D5903A-4F66-432F-99F6-F40130E16CED}" dt="2020-11-19T17:16:22.500" v="11148" actId="1076"/>
        <pc:sldMkLst>
          <pc:docMk/>
          <pc:sldMk cId="3756539530" sldId="484"/>
        </pc:sldMkLst>
      </pc:sldChg>
      <pc:sldChg chg="modSp add">
        <pc:chgData name="Jean-Louis SCOTTO-DI-QUAQUERO" userId="5b7c4864-d3b3-4c12-a33e-5ea7a2094109" providerId="ADAL" clId="{22D5903A-4F66-432F-99F6-F40130E16CED}" dt="2020-11-23T16:02:39.644" v="12449" actId="20577"/>
        <pc:sldMkLst>
          <pc:docMk/>
          <pc:sldMk cId="802199368" sldId="486"/>
        </pc:sldMkLst>
      </pc:sldChg>
      <pc:sldChg chg="del">
        <pc:chgData name="Jean-Louis SCOTTO-DI-QUAQUERO" userId="5b7c4864-d3b3-4c12-a33e-5ea7a2094109" providerId="ADAL" clId="{22D5903A-4F66-432F-99F6-F40130E16CED}" dt="2020-11-19T16:55:59.123" v="10996" actId="2696"/>
        <pc:sldMkLst>
          <pc:docMk/>
          <pc:sldMk cId="2219001540" sldId="486"/>
        </pc:sldMkLst>
      </pc:sldChg>
      <pc:sldChg chg="modSp add">
        <pc:chgData name="Jean-Louis SCOTTO-DI-QUAQUERO" userId="5b7c4864-d3b3-4c12-a33e-5ea7a2094109" providerId="ADAL" clId="{22D5903A-4F66-432F-99F6-F40130E16CED}" dt="2020-11-23T16:03:24.678" v="12450" actId="20577"/>
        <pc:sldMkLst>
          <pc:docMk/>
          <pc:sldMk cId="642298236" sldId="487"/>
        </pc:sldMkLst>
      </pc:sldChg>
      <pc:sldChg chg="del">
        <pc:chgData name="Jean-Louis SCOTTO-DI-QUAQUERO" userId="5b7c4864-d3b3-4c12-a33e-5ea7a2094109" providerId="ADAL" clId="{22D5903A-4F66-432F-99F6-F40130E16CED}" dt="2020-11-19T16:55:59.111" v="10995" actId="2696"/>
        <pc:sldMkLst>
          <pc:docMk/>
          <pc:sldMk cId="668879808" sldId="487"/>
        </pc:sldMkLst>
      </pc:sldChg>
      <pc:sldChg chg="del">
        <pc:chgData name="Jean-Louis SCOTTO-DI-QUAQUERO" userId="5b7c4864-d3b3-4c12-a33e-5ea7a2094109" providerId="ADAL" clId="{22D5903A-4F66-432F-99F6-F40130E16CED}" dt="2020-11-19T17:12:26.761" v="11092" actId="2696"/>
        <pc:sldMkLst>
          <pc:docMk/>
          <pc:sldMk cId="2558487478" sldId="488"/>
        </pc:sldMkLst>
      </pc:sldChg>
      <pc:sldChg chg="del">
        <pc:chgData name="Jean-Louis SCOTTO-DI-QUAQUERO" userId="5b7c4864-d3b3-4c12-a33e-5ea7a2094109" providerId="ADAL" clId="{22D5903A-4F66-432F-99F6-F40130E16CED}" dt="2020-11-19T17:12:48.831" v="11095" actId="2696"/>
        <pc:sldMkLst>
          <pc:docMk/>
          <pc:sldMk cId="2855194432" sldId="489"/>
        </pc:sldMkLst>
      </pc:sldChg>
      <pc:sldChg chg="modSp del">
        <pc:chgData name="Jean-Louis SCOTTO-DI-QUAQUERO" userId="5b7c4864-d3b3-4c12-a33e-5ea7a2094109" providerId="ADAL" clId="{22D5903A-4F66-432F-99F6-F40130E16CED}" dt="2020-11-19T08:08:59.581" v="516" actId="2696"/>
        <pc:sldMkLst>
          <pc:docMk/>
          <pc:sldMk cId="959782804" sldId="492"/>
        </pc:sldMkLst>
      </pc:sldChg>
      <pc:sldChg chg="addSp modSp">
        <pc:chgData name="Jean-Louis SCOTTO-DI-QUAQUERO" userId="5b7c4864-d3b3-4c12-a33e-5ea7a2094109" providerId="ADAL" clId="{22D5903A-4F66-432F-99F6-F40130E16CED}" dt="2020-11-19T16:17:21.486" v="10423" actId="20577"/>
        <pc:sldMkLst>
          <pc:docMk/>
          <pc:sldMk cId="142312782" sldId="493"/>
        </pc:sldMkLst>
      </pc:sldChg>
      <pc:sldChg chg="addSp delSp modSp">
        <pc:chgData name="Jean-Louis SCOTTO-DI-QUAQUERO" userId="5b7c4864-d3b3-4c12-a33e-5ea7a2094109" providerId="ADAL" clId="{22D5903A-4F66-432F-99F6-F40130E16CED}" dt="2020-11-19T13:51:16.161" v="8179" actId="1035"/>
        <pc:sldMkLst>
          <pc:docMk/>
          <pc:sldMk cId="1344065961" sldId="495"/>
        </pc:sldMkLst>
      </pc:sldChg>
      <pc:sldChg chg="modSp">
        <pc:chgData name="Jean-Louis SCOTTO-DI-QUAQUERO" userId="5b7c4864-d3b3-4c12-a33e-5ea7a2094109" providerId="ADAL" clId="{22D5903A-4F66-432F-99F6-F40130E16CED}" dt="2020-11-19T16:33:20.897" v="10679" actId="1035"/>
        <pc:sldMkLst>
          <pc:docMk/>
          <pc:sldMk cId="476574179" sldId="497"/>
        </pc:sldMkLst>
      </pc:sldChg>
      <pc:sldChg chg="addSp modSp">
        <pc:chgData name="Jean-Louis SCOTTO-DI-QUAQUERO" userId="5b7c4864-d3b3-4c12-a33e-5ea7a2094109" providerId="ADAL" clId="{22D5903A-4F66-432F-99F6-F40130E16CED}" dt="2020-11-23T15:45:22.493" v="12032" actId="1076"/>
        <pc:sldMkLst>
          <pc:docMk/>
          <pc:sldMk cId="1858452635" sldId="498"/>
        </pc:sldMkLst>
      </pc:sldChg>
      <pc:sldChg chg="del">
        <pc:chgData name="Jean-Louis SCOTTO-DI-QUAQUERO" userId="5b7c4864-d3b3-4c12-a33e-5ea7a2094109" providerId="ADAL" clId="{22D5903A-4F66-432F-99F6-F40130E16CED}" dt="2020-11-19T14:58:28.502" v="10356" actId="2696"/>
        <pc:sldMkLst>
          <pc:docMk/>
          <pc:sldMk cId="1615529989" sldId="500"/>
        </pc:sldMkLst>
      </pc:sldChg>
      <pc:sldChg chg="addSp delSp modSp ord">
        <pc:chgData name="Jean-Louis SCOTTO-DI-QUAQUERO" userId="5b7c4864-d3b3-4c12-a33e-5ea7a2094109" providerId="ADAL" clId="{22D5903A-4F66-432F-99F6-F40130E16CED}" dt="2020-11-19T10:00:55.307" v="3849" actId="14100"/>
        <pc:sldMkLst>
          <pc:docMk/>
          <pc:sldMk cId="1322698494" sldId="501"/>
        </pc:sldMkLst>
      </pc:sldChg>
      <pc:sldChg chg="addSp delSp modSp">
        <pc:chgData name="Jean-Louis SCOTTO-DI-QUAQUERO" userId="5b7c4864-d3b3-4c12-a33e-5ea7a2094109" providerId="ADAL" clId="{22D5903A-4F66-432F-99F6-F40130E16CED}" dt="2020-11-19T08:59:24.074" v="2175" actId="1076"/>
        <pc:sldMkLst>
          <pc:docMk/>
          <pc:sldMk cId="1025780504" sldId="503"/>
        </pc:sldMkLst>
      </pc:sldChg>
      <pc:sldChg chg="delSp modSp">
        <pc:chgData name="Jean-Louis SCOTTO-DI-QUAQUERO" userId="5b7c4864-d3b3-4c12-a33e-5ea7a2094109" providerId="ADAL" clId="{22D5903A-4F66-432F-99F6-F40130E16CED}" dt="2020-11-19T17:25:35.284" v="11187" actId="478"/>
        <pc:sldMkLst>
          <pc:docMk/>
          <pc:sldMk cId="1383808336" sldId="504"/>
        </pc:sldMkLst>
      </pc:sldChg>
      <pc:sldChg chg="del">
        <pc:chgData name="Jean-Louis SCOTTO-DI-QUAQUERO" userId="5b7c4864-d3b3-4c12-a33e-5ea7a2094109" providerId="ADAL" clId="{22D5903A-4F66-432F-99F6-F40130E16CED}" dt="2020-11-19T17:12:35.653" v="11093" actId="2696"/>
        <pc:sldMkLst>
          <pc:docMk/>
          <pc:sldMk cId="3978144365" sldId="508"/>
        </pc:sldMkLst>
      </pc:sldChg>
      <pc:sldChg chg="del">
        <pc:chgData name="Jean-Louis SCOTTO-DI-QUAQUERO" userId="5b7c4864-d3b3-4c12-a33e-5ea7a2094109" providerId="ADAL" clId="{22D5903A-4F66-432F-99F6-F40130E16CED}" dt="2020-11-19T12:51:01.815" v="5580" actId="2696"/>
        <pc:sldMkLst>
          <pc:docMk/>
          <pc:sldMk cId="2221976797" sldId="509"/>
        </pc:sldMkLst>
      </pc:sldChg>
      <pc:sldChg chg="del">
        <pc:chgData name="Jean-Louis SCOTTO-DI-QUAQUERO" userId="5b7c4864-d3b3-4c12-a33e-5ea7a2094109" providerId="ADAL" clId="{22D5903A-4F66-432F-99F6-F40130E16CED}" dt="2020-11-19T12:51:35.411" v="5593" actId="2696"/>
        <pc:sldMkLst>
          <pc:docMk/>
          <pc:sldMk cId="1387195995" sldId="510"/>
        </pc:sldMkLst>
      </pc:sldChg>
      <pc:sldChg chg="delSp del">
        <pc:chgData name="Jean-Louis SCOTTO-DI-QUAQUERO" userId="5b7c4864-d3b3-4c12-a33e-5ea7a2094109" providerId="ADAL" clId="{22D5903A-4F66-432F-99F6-F40130E16CED}" dt="2020-11-19T12:58:11.117" v="5811" actId="2696"/>
        <pc:sldMkLst>
          <pc:docMk/>
          <pc:sldMk cId="2343089695" sldId="511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2338646425" sldId="512"/>
        </pc:sldMkLst>
      </pc:sldChg>
      <pc:sldChg chg="modSp del">
        <pc:chgData name="Jean-Louis SCOTTO-DI-QUAQUERO" userId="5b7c4864-d3b3-4c12-a33e-5ea7a2094109" providerId="ADAL" clId="{22D5903A-4F66-432F-99F6-F40130E16CED}" dt="2020-11-19T13:09:06.794" v="6329" actId="2696"/>
        <pc:sldMkLst>
          <pc:docMk/>
          <pc:sldMk cId="3150106455" sldId="512"/>
        </pc:sldMkLst>
      </pc:sldChg>
      <pc:sldChg chg="del">
        <pc:chgData name="Jean-Louis SCOTTO-DI-QUAQUERO" userId="5b7c4864-d3b3-4c12-a33e-5ea7a2094109" providerId="ADAL" clId="{22D5903A-4F66-432F-99F6-F40130E16CED}" dt="2020-11-19T13:29:09.857" v="6946" actId="2696"/>
        <pc:sldMkLst>
          <pc:docMk/>
          <pc:sldMk cId="1299916330" sldId="514"/>
        </pc:sldMkLst>
      </pc:sldChg>
      <pc:sldChg chg="modSp del">
        <pc:chgData name="Jean-Louis SCOTTO-DI-QUAQUERO" userId="5b7c4864-d3b3-4c12-a33e-5ea7a2094109" providerId="ADAL" clId="{22D5903A-4F66-432F-99F6-F40130E16CED}" dt="2020-11-19T14:13:54.932" v="9164" actId="2696"/>
        <pc:sldMkLst>
          <pc:docMk/>
          <pc:sldMk cId="1555738889" sldId="515"/>
        </pc:sldMkLst>
      </pc:sldChg>
      <pc:sldChg chg="addSp delSp modSp">
        <pc:chgData name="Jean-Louis SCOTTO-DI-QUAQUERO" userId="5b7c4864-d3b3-4c12-a33e-5ea7a2094109" providerId="ADAL" clId="{22D5903A-4F66-432F-99F6-F40130E16CED}" dt="2020-11-19T13:43:57.740" v="8081" actId="20577"/>
        <pc:sldMkLst>
          <pc:docMk/>
          <pc:sldMk cId="185249087" sldId="516"/>
        </pc:sldMkLst>
      </pc:sldChg>
      <pc:sldChg chg="modSp ord">
        <pc:chgData name="Jean-Louis SCOTTO-DI-QUAQUERO" userId="5b7c4864-d3b3-4c12-a33e-5ea7a2094109" providerId="ADAL" clId="{22D5903A-4F66-432F-99F6-F40130E16CED}" dt="2020-11-19T13:52:29.995" v="8203" actId="20577"/>
        <pc:sldMkLst>
          <pc:docMk/>
          <pc:sldMk cId="1048736069" sldId="517"/>
        </pc:sldMkLst>
      </pc:sldChg>
      <pc:sldChg chg="modSp ord">
        <pc:chgData name="Jean-Louis SCOTTO-DI-QUAQUERO" userId="5b7c4864-d3b3-4c12-a33e-5ea7a2094109" providerId="ADAL" clId="{22D5903A-4F66-432F-99F6-F40130E16CED}" dt="2020-11-19T13:53:11.793" v="8244" actId="20577"/>
        <pc:sldMkLst>
          <pc:docMk/>
          <pc:sldMk cId="2559486382" sldId="518"/>
        </pc:sldMkLst>
      </pc:sldChg>
      <pc:sldChg chg="modSp modNotesTx">
        <pc:chgData name="Jean-Louis SCOTTO-DI-QUAQUERO" userId="5b7c4864-d3b3-4c12-a33e-5ea7a2094109" providerId="ADAL" clId="{22D5903A-4F66-432F-99F6-F40130E16CED}" dt="2020-11-19T13:56:12.202" v="8255" actId="20577"/>
        <pc:sldMkLst>
          <pc:docMk/>
          <pc:sldMk cId="1370644091" sldId="519"/>
        </pc:sldMkLst>
      </pc:sldChg>
      <pc:sldChg chg="del">
        <pc:chgData name="Jean-Louis SCOTTO-DI-QUAQUERO" userId="5b7c4864-d3b3-4c12-a33e-5ea7a2094109" providerId="ADAL" clId="{22D5903A-4F66-432F-99F6-F40130E16CED}" dt="2020-11-19T13:56:17.294" v="8256" actId="2696"/>
        <pc:sldMkLst>
          <pc:docMk/>
          <pc:sldMk cId="1841835654" sldId="520"/>
        </pc:sldMkLst>
      </pc:sldChg>
      <pc:sldChg chg="addSp delSp modSp">
        <pc:chgData name="Jean-Louis SCOTTO-DI-QUAQUERO" userId="5b7c4864-d3b3-4c12-a33e-5ea7a2094109" providerId="ADAL" clId="{22D5903A-4F66-432F-99F6-F40130E16CED}" dt="2020-11-19T14:06:28.250" v="9101" actId="1076"/>
        <pc:sldMkLst>
          <pc:docMk/>
          <pc:sldMk cId="5807085" sldId="521"/>
        </pc:sldMkLst>
      </pc:sldChg>
      <pc:sldChg chg="del">
        <pc:chgData name="Jean-Louis SCOTTO-DI-QUAQUERO" userId="5b7c4864-d3b3-4c12-a33e-5ea7a2094109" providerId="ADAL" clId="{22D5903A-4F66-432F-99F6-F40130E16CED}" dt="2020-11-19T13:09:06.605" v="6324" actId="2696"/>
        <pc:sldMkLst>
          <pc:docMk/>
          <pc:sldMk cId="2024434137" sldId="522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2386328224" sldId="522"/>
        </pc:sldMkLst>
      </pc:sldChg>
      <pc:sldChg chg="del">
        <pc:chgData name="Jean-Louis SCOTTO-DI-QUAQUERO" userId="5b7c4864-d3b3-4c12-a33e-5ea7a2094109" providerId="ADAL" clId="{22D5903A-4F66-432F-99F6-F40130E16CED}" dt="2020-11-19T13:09:06.637" v="6325" actId="2696"/>
        <pc:sldMkLst>
          <pc:docMk/>
          <pc:sldMk cId="1229129162" sldId="523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3391648461" sldId="523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18142274" sldId="524"/>
        </pc:sldMkLst>
      </pc:sldChg>
      <pc:sldChg chg="del">
        <pc:chgData name="Jean-Louis SCOTTO-DI-QUAQUERO" userId="5b7c4864-d3b3-4c12-a33e-5ea7a2094109" providerId="ADAL" clId="{22D5903A-4F66-432F-99F6-F40130E16CED}" dt="2020-11-19T13:09:06.675" v="6326" actId="2696"/>
        <pc:sldMkLst>
          <pc:docMk/>
          <pc:sldMk cId="3422420205" sldId="524"/>
        </pc:sldMkLst>
      </pc:sldChg>
      <pc:sldChg chg="modSp del">
        <pc:chgData name="Jean-Louis SCOTTO-DI-QUAQUERO" userId="5b7c4864-d3b3-4c12-a33e-5ea7a2094109" providerId="ADAL" clId="{22D5903A-4F66-432F-99F6-F40130E16CED}" dt="2020-11-19T13:09:06.578" v="6323" actId="2696"/>
        <pc:sldMkLst>
          <pc:docMk/>
          <pc:sldMk cId="2147734783" sldId="525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3792820403" sldId="525"/>
        </pc:sldMkLst>
      </pc:sldChg>
      <pc:sldChg chg="del">
        <pc:chgData name="Jean-Louis SCOTTO-DI-QUAQUERO" userId="5b7c4864-d3b3-4c12-a33e-5ea7a2094109" providerId="ADAL" clId="{22D5903A-4F66-432F-99F6-F40130E16CED}" dt="2020-11-19T13:09:06.712" v="6327" actId="2696"/>
        <pc:sldMkLst>
          <pc:docMk/>
          <pc:sldMk cId="215075079" sldId="527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2569755949" sldId="527"/>
        </pc:sldMkLst>
      </pc:sldChg>
      <pc:sldChg chg="del">
        <pc:chgData name="Jean-Louis SCOTTO-DI-QUAQUERO" userId="5b7c4864-d3b3-4c12-a33e-5ea7a2094109" providerId="ADAL" clId="{22D5903A-4F66-432F-99F6-F40130E16CED}" dt="2020-11-19T13:09:06.758" v="6328" actId="2696"/>
        <pc:sldMkLst>
          <pc:docMk/>
          <pc:sldMk cId="1945090103" sldId="528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2095848829" sldId="528"/>
        </pc:sldMkLst>
      </pc:sldChg>
      <pc:sldChg chg="addSp delSp modSp">
        <pc:chgData name="Jean-Louis SCOTTO-DI-QUAQUERO" userId="5b7c4864-d3b3-4c12-a33e-5ea7a2094109" providerId="ADAL" clId="{22D5903A-4F66-432F-99F6-F40130E16CED}" dt="2020-11-19T16:21:21.200" v="10432" actId="167"/>
        <pc:sldMkLst>
          <pc:docMk/>
          <pc:sldMk cId="997832779" sldId="530"/>
        </pc:sldMkLst>
      </pc:sldChg>
      <pc:sldChg chg="addSp delSp modSp">
        <pc:chgData name="Jean-Louis SCOTTO-DI-QUAQUERO" userId="5b7c4864-d3b3-4c12-a33e-5ea7a2094109" providerId="ADAL" clId="{22D5903A-4F66-432F-99F6-F40130E16CED}" dt="2020-11-24T14:10:40.298" v="12502" actId="20577"/>
        <pc:sldMkLst>
          <pc:docMk/>
          <pc:sldMk cId="711206993" sldId="531"/>
        </pc:sldMkLst>
      </pc:sldChg>
      <pc:sldChg chg="addSp delSp modSp ord">
        <pc:chgData name="Jean-Louis SCOTTO-DI-QUAQUERO" userId="5b7c4864-d3b3-4c12-a33e-5ea7a2094109" providerId="ADAL" clId="{22D5903A-4F66-432F-99F6-F40130E16CED}" dt="2020-11-19T13:30:50.002" v="6975" actId="1076"/>
        <pc:sldMkLst>
          <pc:docMk/>
          <pc:sldMk cId="3620096711" sldId="532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2305328957" sldId="535"/>
        </pc:sldMkLst>
      </pc:sldChg>
      <pc:sldChg chg="del">
        <pc:chgData name="Jean-Louis SCOTTO-DI-QUAQUERO" userId="5b7c4864-d3b3-4c12-a33e-5ea7a2094109" providerId="ADAL" clId="{22D5903A-4F66-432F-99F6-F40130E16CED}" dt="2020-11-19T17:12:12.084" v="11086" actId="2696"/>
        <pc:sldMkLst>
          <pc:docMk/>
          <pc:sldMk cId="3754566306" sldId="535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55178631" sldId="536"/>
        </pc:sldMkLst>
      </pc:sldChg>
      <pc:sldChg chg="del">
        <pc:chgData name="Jean-Louis SCOTTO-DI-QUAQUERO" userId="5b7c4864-d3b3-4c12-a33e-5ea7a2094109" providerId="ADAL" clId="{22D5903A-4F66-432F-99F6-F40130E16CED}" dt="2020-11-19T17:12:12.120" v="11091" actId="2696"/>
        <pc:sldMkLst>
          <pc:docMk/>
          <pc:sldMk cId="3685045896" sldId="536"/>
        </pc:sldMkLst>
      </pc:sldChg>
      <pc:sldChg chg="del">
        <pc:chgData name="Jean-Louis SCOTTO-DI-QUAQUERO" userId="5b7c4864-d3b3-4c12-a33e-5ea7a2094109" providerId="ADAL" clId="{22D5903A-4F66-432F-99F6-F40130E16CED}" dt="2020-11-19T17:12:12.068" v="11085" actId="2696"/>
        <pc:sldMkLst>
          <pc:docMk/>
          <pc:sldMk cId="342001223" sldId="537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3598721817" sldId="537"/>
        </pc:sldMkLst>
      </pc:sldChg>
      <pc:sldChg chg="addSp delSp modSp">
        <pc:chgData name="Jean-Louis SCOTTO-DI-QUAQUERO" userId="5b7c4864-d3b3-4c12-a33e-5ea7a2094109" providerId="ADAL" clId="{22D5903A-4F66-432F-99F6-F40130E16CED}" dt="2020-11-19T13:27:24.556" v="6839" actId="1076"/>
        <pc:sldMkLst>
          <pc:docMk/>
          <pc:sldMk cId="24699137" sldId="538"/>
        </pc:sldMkLst>
      </pc:sldChg>
      <pc:sldChg chg="modSp">
        <pc:chgData name="Jean-Louis SCOTTO-DI-QUAQUERO" userId="5b7c4864-d3b3-4c12-a33e-5ea7a2094109" providerId="ADAL" clId="{22D5903A-4F66-432F-99F6-F40130E16CED}" dt="2020-11-19T16:45:43.904" v="10885" actId="20577"/>
        <pc:sldMkLst>
          <pc:docMk/>
          <pc:sldMk cId="379059108" sldId="539"/>
        </pc:sldMkLst>
      </pc:sldChg>
      <pc:sldChg chg="addSp modSp">
        <pc:chgData name="Jean-Louis SCOTTO-DI-QUAQUERO" userId="5b7c4864-d3b3-4c12-a33e-5ea7a2094109" providerId="ADAL" clId="{22D5903A-4F66-432F-99F6-F40130E16CED}" dt="2020-11-19T16:44:22.839" v="10837" actId="1038"/>
        <pc:sldMkLst>
          <pc:docMk/>
          <pc:sldMk cId="430276311" sldId="540"/>
        </pc:sldMkLst>
      </pc:sldChg>
      <pc:sldChg chg="delSp modSp">
        <pc:chgData name="Jean-Louis SCOTTO-DI-QUAQUERO" userId="5b7c4864-d3b3-4c12-a33e-5ea7a2094109" providerId="ADAL" clId="{22D5903A-4F66-432F-99F6-F40130E16CED}" dt="2020-11-19T16:37:40.553" v="10708" actId="20577"/>
        <pc:sldMkLst>
          <pc:docMk/>
          <pc:sldMk cId="2133550673" sldId="541"/>
        </pc:sldMkLst>
      </pc:sldChg>
      <pc:sldChg chg="delSp modSp">
        <pc:chgData name="Jean-Louis SCOTTO-DI-QUAQUERO" userId="5b7c4864-d3b3-4c12-a33e-5ea7a2094109" providerId="ADAL" clId="{22D5903A-4F66-432F-99F6-F40130E16CED}" dt="2020-11-19T16:37:52.447" v="10729" actId="478"/>
        <pc:sldMkLst>
          <pc:docMk/>
          <pc:sldMk cId="3367409716" sldId="542"/>
        </pc:sldMkLst>
      </pc:sldChg>
      <pc:sldChg chg="delSp modSp">
        <pc:chgData name="Jean-Louis SCOTTO-DI-QUAQUERO" userId="5b7c4864-d3b3-4c12-a33e-5ea7a2094109" providerId="ADAL" clId="{22D5903A-4F66-432F-99F6-F40130E16CED}" dt="2020-11-19T16:38:45.761" v="10788" actId="20577"/>
        <pc:sldMkLst>
          <pc:docMk/>
          <pc:sldMk cId="2795461813" sldId="543"/>
        </pc:sldMkLst>
      </pc:sldChg>
      <pc:sldChg chg="delSp">
        <pc:chgData name="Jean-Louis SCOTTO-DI-QUAQUERO" userId="5b7c4864-d3b3-4c12-a33e-5ea7a2094109" providerId="ADAL" clId="{22D5903A-4F66-432F-99F6-F40130E16CED}" dt="2020-11-19T16:38:58.116" v="10789" actId="478"/>
        <pc:sldMkLst>
          <pc:docMk/>
          <pc:sldMk cId="1053168714" sldId="544"/>
        </pc:sldMkLst>
      </pc:sldChg>
      <pc:sldChg chg="delSp modSp">
        <pc:chgData name="Jean-Louis SCOTTO-DI-QUAQUERO" userId="5b7c4864-d3b3-4c12-a33e-5ea7a2094109" providerId="ADAL" clId="{22D5903A-4F66-432F-99F6-F40130E16CED}" dt="2020-11-19T16:39:34.802" v="10801" actId="20577"/>
        <pc:sldMkLst>
          <pc:docMk/>
          <pc:sldMk cId="2540995011" sldId="545"/>
        </pc:sldMkLst>
      </pc:sldChg>
      <pc:sldChg chg="addSp delSp modSp">
        <pc:chgData name="Jean-Louis SCOTTO-DI-QUAQUERO" userId="5b7c4864-d3b3-4c12-a33e-5ea7a2094109" providerId="ADAL" clId="{22D5903A-4F66-432F-99F6-F40130E16CED}" dt="2020-11-24T14:10:47.859" v="12504" actId="20577"/>
        <pc:sldMkLst>
          <pc:docMk/>
          <pc:sldMk cId="3206520895" sldId="546"/>
        </pc:sldMkLst>
      </pc:sldChg>
      <pc:sldChg chg="addSp modSp ord">
        <pc:chgData name="Jean-Louis SCOTTO-DI-QUAQUERO" userId="5b7c4864-d3b3-4c12-a33e-5ea7a2094109" providerId="ADAL" clId="{22D5903A-4F66-432F-99F6-F40130E16CED}" dt="2020-11-23T16:15:35.517" v="12496" actId="1076"/>
        <pc:sldMkLst>
          <pc:docMk/>
          <pc:sldMk cId="3754535242" sldId="547"/>
        </pc:sldMkLst>
      </pc:sldChg>
      <pc:sldChg chg="del">
        <pc:chgData name="Jean-Louis SCOTTO-DI-QUAQUERO" userId="5b7c4864-d3b3-4c12-a33e-5ea7a2094109" providerId="ADAL" clId="{22D5903A-4F66-432F-99F6-F40130E16CED}" dt="2020-11-19T16:45:22.409" v="10839" actId="2696"/>
        <pc:sldMkLst>
          <pc:docMk/>
          <pc:sldMk cId="4056358895" sldId="548"/>
        </pc:sldMkLst>
      </pc:sldChg>
      <pc:sldChg chg="del">
        <pc:chgData name="Jean-Louis SCOTTO-DI-QUAQUERO" userId="5b7c4864-d3b3-4c12-a33e-5ea7a2094109" providerId="ADAL" clId="{22D5903A-4F66-432F-99F6-F40130E16CED}" dt="2020-11-19T16:45:22.427" v="10840" actId="2696"/>
        <pc:sldMkLst>
          <pc:docMk/>
          <pc:sldMk cId="2099552126" sldId="549"/>
        </pc:sldMkLst>
      </pc:sldChg>
      <pc:sldChg chg="del">
        <pc:chgData name="Jean-Louis SCOTTO-DI-QUAQUERO" userId="5b7c4864-d3b3-4c12-a33e-5ea7a2094109" providerId="ADAL" clId="{22D5903A-4F66-432F-99F6-F40130E16CED}" dt="2020-11-19T16:45:22.451" v="10841" actId="2696"/>
        <pc:sldMkLst>
          <pc:docMk/>
          <pc:sldMk cId="1066515927" sldId="550"/>
        </pc:sldMkLst>
      </pc:sldChg>
      <pc:sldChg chg="delSp del">
        <pc:chgData name="Jean-Louis SCOTTO-DI-QUAQUERO" userId="5b7c4864-d3b3-4c12-a33e-5ea7a2094109" providerId="ADAL" clId="{22D5903A-4F66-432F-99F6-F40130E16CED}" dt="2020-11-19T16:45:22.472" v="10842" actId="2696"/>
        <pc:sldMkLst>
          <pc:docMk/>
          <pc:sldMk cId="139929402" sldId="551"/>
        </pc:sldMkLst>
      </pc:sldChg>
      <pc:sldChg chg="del">
        <pc:chgData name="Jean-Louis SCOTTO-DI-QUAQUERO" userId="5b7c4864-d3b3-4c12-a33e-5ea7a2094109" providerId="ADAL" clId="{22D5903A-4F66-432F-99F6-F40130E16CED}" dt="2020-11-19T16:45:22.505" v="10843" actId="2696"/>
        <pc:sldMkLst>
          <pc:docMk/>
          <pc:sldMk cId="1583050718" sldId="552"/>
        </pc:sldMkLst>
      </pc:sldChg>
      <pc:sldChg chg="addSp delSp modSp add del">
        <pc:chgData name="Jean-Louis SCOTTO-DI-QUAQUERO" userId="5b7c4864-d3b3-4c12-a33e-5ea7a2094109" providerId="ADAL" clId="{22D5903A-4F66-432F-99F6-F40130E16CED}" dt="2020-11-19T10:52:57.267" v="4653" actId="2696"/>
        <pc:sldMkLst>
          <pc:docMk/>
          <pc:sldMk cId="3538396963" sldId="553"/>
        </pc:sldMkLst>
      </pc:sldChg>
      <pc:sldChg chg="modSp del ord">
        <pc:chgData name="Jean-Louis SCOTTO-DI-QUAQUERO" userId="5b7c4864-d3b3-4c12-a33e-5ea7a2094109" providerId="ADAL" clId="{22D5903A-4F66-432F-99F6-F40130E16CED}" dt="2020-11-19T16:44:14.588" v="10831" actId="2696"/>
        <pc:sldMkLst>
          <pc:docMk/>
          <pc:sldMk cId="2452197265" sldId="554"/>
        </pc:sldMkLst>
      </pc:sldChg>
      <pc:sldChg chg="del">
        <pc:chgData name="Jean-Louis SCOTTO-DI-QUAQUERO" userId="5b7c4864-d3b3-4c12-a33e-5ea7a2094109" providerId="ADAL" clId="{22D5903A-4F66-432F-99F6-F40130E16CED}" dt="2020-11-19T17:12:12.094" v="11087" actId="2696"/>
        <pc:sldMkLst>
          <pc:docMk/>
          <pc:sldMk cId="1495697325" sldId="555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2673922148" sldId="555"/>
        </pc:sldMkLst>
      </pc:sldChg>
      <pc:sldChg chg="del">
        <pc:chgData name="Jean-Louis SCOTTO-DI-QUAQUERO" userId="5b7c4864-d3b3-4c12-a33e-5ea7a2094109" providerId="ADAL" clId="{22D5903A-4F66-432F-99F6-F40130E16CED}" dt="2020-11-19T17:12:12.100" v="11088" actId="2696"/>
        <pc:sldMkLst>
          <pc:docMk/>
          <pc:sldMk cId="1016589718" sldId="556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2094647734" sldId="556"/>
        </pc:sldMkLst>
      </pc:sldChg>
      <pc:sldChg chg="del">
        <pc:chgData name="Jean-Louis SCOTTO-DI-QUAQUERO" userId="5b7c4864-d3b3-4c12-a33e-5ea7a2094109" providerId="ADAL" clId="{22D5903A-4F66-432F-99F6-F40130E16CED}" dt="2020-11-19T17:12:12.105" v="11089" actId="2696"/>
        <pc:sldMkLst>
          <pc:docMk/>
          <pc:sldMk cId="661170772" sldId="557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2516998836" sldId="557"/>
        </pc:sldMkLst>
      </pc:sldChg>
      <pc:sldChg chg="del">
        <pc:chgData name="Jean-Louis SCOTTO-DI-QUAQUERO" userId="5b7c4864-d3b3-4c12-a33e-5ea7a2094109" providerId="ADAL" clId="{22D5903A-4F66-432F-99F6-F40130E16CED}" dt="2020-11-19T17:12:12.115" v="11090" actId="2696"/>
        <pc:sldMkLst>
          <pc:docMk/>
          <pc:sldMk cId="877215564" sldId="558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3479748878" sldId="558"/>
        </pc:sldMkLst>
      </pc:sldChg>
      <pc:sldChg chg="modSp">
        <pc:chgData name="Jean-Louis SCOTTO-DI-QUAQUERO" userId="5b7c4864-d3b3-4c12-a33e-5ea7a2094109" providerId="ADAL" clId="{22D5903A-4F66-432F-99F6-F40130E16CED}" dt="2020-11-19T17:44:24.185" v="11494" actId="20577"/>
        <pc:sldMkLst>
          <pc:docMk/>
          <pc:sldMk cId="4113719392" sldId="559"/>
        </pc:sldMkLst>
      </pc:sldChg>
      <pc:sldChg chg="addSp delSp modSp">
        <pc:chgData name="Jean-Louis SCOTTO-DI-QUAQUERO" userId="5b7c4864-d3b3-4c12-a33e-5ea7a2094109" providerId="ADAL" clId="{22D5903A-4F66-432F-99F6-F40130E16CED}" dt="2020-11-19T17:50:44.534" v="11504" actId="6549"/>
        <pc:sldMkLst>
          <pc:docMk/>
          <pc:sldMk cId="622109117" sldId="560"/>
        </pc:sldMkLst>
      </pc:sldChg>
      <pc:sldChg chg="addSp modSp add">
        <pc:chgData name="Jean-Louis SCOTTO-DI-QUAQUERO" userId="5b7c4864-d3b3-4c12-a33e-5ea7a2094109" providerId="ADAL" clId="{22D5903A-4F66-432F-99F6-F40130E16CED}" dt="2020-11-24T13:40:06.031" v="12500" actId="1076"/>
        <pc:sldMkLst>
          <pc:docMk/>
          <pc:sldMk cId="2407603796" sldId="561"/>
        </pc:sldMkLst>
      </pc:sldChg>
      <pc:sldChg chg="addSp delSp modSp add">
        <pc:chgData name="Jean-Louis SCOTTO-DI-QUAQUERO" userId="5b7c4864-d3b3-4c12-a33e-5ea7a2094109" providerId="ADAL" clId="{22D5903A-4F66-432F-99F6-F40130E16CED}" dt="2020-11-23T15:37:48.044" v="12024" actId="27614"/>
        <pc:sldMkLst>
          <pc:docMk/>
          <pc:sldMk cId="4070197302" sldId="562"/>
        </pc:sldMkLst>
      </pc:sldChg>
      <pc:sldChg chg="add del">
        <pc:chgData name="Jean-Louis SCOTTO-DI-QUAQUERO" userId="5b7c4864-d3b3-4c12-a33e-5ea7a2094109" providerId="ADAL" clId="{22D5903A-4F66-432F-99F6-F40130E16CED}" dt="2020-11-19T09:53:32.952" v="3575" actId="2696"/>
        <pc:sldMkLst>
          <pc:docMk/>
          <pc:sldMk cId="42287643" sldId="563"/>
        </pc:sldMkLst>
      </pc:sldChg>
      <pc:sldChg chg="addSp delSp modSp add ord">
        <pc:chgData name="Jean-Louis SCOTTO-DI-QUAQUERO" userId="5b7c4864-d3b3-4c12-a33e-5ea7a2094109" providerId="ADAL" clId="{22D5903A-4F66-432F-99F6-F40130E16CED}" dt="2020-11-19T10:54:56.693" v="4724" actId="207"/>
        <pc:sldMkLst>
          <pc:docMk/>
          <pc:sldMk cId="1586844024" sldId="563"/>
        </pc:sldMkLst>
      </pc:sldChg>
      <pc:sldChg chg="addSp delSp modSp add">
        <pc:chgData name="Jean-Louis SCOTTO-DI-QUAQUERO" userId="5b7c4864-d3b3-4c12-a33e-5ea7a2094109" providerId="ADAL" clId="{22D5903A-4F66-432F-99F6-F40130E16CED}" dt="2020-11-19T11:19:40.925" v="5437" actId="113"/>
        <pc:sldMkLst>
          <pc:docMk/>
          <pc:sldMk cId="718485828" sldId="564"/>
        </pc:sldMkLst>
      </pc:sldChg>
      <pc:sldChg chg="addSp modSp add modNotesTx">
        <pc:chgData name="Jean-Louis SCOTTO-DI-QUAQUERO" userId="5b7c4864-d3b3-4c12-a33e-5ea7a2094109" providerId="ADAL" clId="{22D5903A-4F66-432F-99F6-F40130E16CED}" dt="2020-11-19T12:49:26.082" v="5526" actId="6549"/>
        <pc:sldMkLst>
          <pc:docMk/>
          <pc:sldMk cId="4167725259" sldId="565"/>
        </pc:sldMkLst>
      </pc:sldChg>
      <pc:sldChg chg="addSp delSp modSp add">
        <pc:chgData name="Jean-Louis SCOTTO-DI-QUAQUERO" userId="5b7c4864-d3b3-4c12-a33e-5ea7a2094109" providerId="ADAL" clId="{22D5903A-4F66-432F-99F6-F40130E16CED}" dt="2020-11-19T13:08:28.767" v="6322" actId="164"/>
        <pc:sldMkLst>
          <pc:docMk/>
          <pc:sldMk cId="179781536" sldId="566"/>
        </pc:sldMkLst>
      </pc:sldChg>
      <pc:sldChg chg="addSp delSp modSp add">
        <pc:chgData name="Jean-Louis SCOTTO-DI-QUAQUERO" userId="5b7c4864-d3b3-4c12-a33e-5ea7a2094109" providerId="ADAL" clId="{22D5903A-4F66-432F-99F6-F40130E16CED}" dt="2020-11-19T13:06:51.624" v="6305" actId="20577"/>
        <pc:sldMkLst>
          <pc:docMk/>
          <pc:sldMk cId="1356263809" sldId="567"/>
        </pc:sldMkLst>
      </pc:sldChg>
      <pc:sldChg chg="addSp delSp modSp add">
        <pc:chgData name="Jean-Louis SCOTTO-DI-QUAQUERO" userId="5b7c4864-d3b3-4c12-a33e-5ea7a2094109" providerId="ADAL" clId="{22D5903A-4F66-432F-99F6-F40130E16CED}" dt="2020-11-23T15:40:26.389" v="12030" actId="1076"/>
        <pc:sldMkLst>
          <pc:docMk/>
          <pc:sldMk cId="2422021966" sldId="568"/>
        </pc:sldMkLst>
      </pc:sldChg>
      <pc:sldChg chg="addSp modSp add">
        <pc:chgData name="Jean-Louis SCOTTO-DI-QUAQUERO" userId="5b7c4864-d3b3-4c12-a33e-5ea7a2094109" providerId="ADAL" clId="{22D5903A-4F66-432F-99F6-F40130E16CED}" dt="2020-11-19T17:36:50.149" v="11411" actId="20577"/>
        <pc:sldMkLst>
          <pc:docMk/>
          <pc:sldMk cId="97312507" sldId="569"/>
        </pc:sldMkLst>
      </pc:sldChg>
      <pc:sldChg chg="addSp delSp modSp add modNotesTx">
        <pc:chgData name="Jean-Louis SCOTTO-DI-QUAQUERO" userId="5b7c4864-d3b3-4c12-a33e-5ea7a2094109" providerId="ADAL" clId="{22D5903A-4F66-432F-99F6-F40130E16CED}" dt="2020-11-23T15:27:31.727" v="12020" actId="20577"/>
        <pc:sldMkLst>
          <pc:docMk/>
          <pc:sldMk cId="3780633596" sldId="570"/>
        </pc:sldMkLst>
      </pc:sldChg>
      <pc:sldMasterChg chg="modSp modSldLayout">
        <pc:chgData name="Jean-Louis SCOTTO-DI-QUAQUERO" userId="5b7c4864-d3b3-4c12-a33e-5ea7a2094109" providerId="ADAL" clId="{22D5903A-4F66-432F-99F6-F40130E16CED}" dt="2020-11-19T08:25:40.898" v="1211" actId="207"/>
        <pc:sldMasterMkLst>
          <pc:docMk/>
          <pc:sldMasterMk cId="2778691957" sldId="2147483648"/>
        </pc:sldMasterMkLst>
        <pc:sldLayoutChg chg="modSp">
          <pc:chgData name="Jean-Louis SCOTTO-DI-QUAQUERO" userId="5b7c4864-d3b3-4c12-a33e-5ea7a2094109" providerId="ADAL" clId="{22D5903A-4F66-432F-99F6-F40130E16CED}" dt="2020-11-19T08:18:45.904" v="1203" actId="404"/>
          <pc:sldLayoutMkLst>
            <pc:docMk/>
            <pc:sldMasterMk cId="2778691957" sldId="2147483648"/>
            <pc:sldLayoutMk cId="3643732284" sldId="2147483676"/>
          </pc:sldLayoutMkLst>
        </pc:sldLayoutChg>
        <pc:sldLayoutChg chg="modSp">
          <pc:chgData name="Jean-Louis SCOTTO-DI-QUAQUERO" userId="5b7c4864-d3b3-4c12-a33e-5ea7a2094109" providerId="ADAL" clId="{22D5903A-4F66-432F-99F6-F40130E16CED}" dt="2020-11-19T08:24:34.355" v="1210"/>
          <pc:sldLayoutMkLst>
            <pc:docMk/>
            <pc:sldMasterMk cId="2778691957" sldId="2147483648"/>
            <pc:sldLayoutMk cId="2427066217" sldId="2147483677"/>
          </pc:sldLayoutMkLst>
        </pc:sldLayoutChg>
        <pc:sldLayoutChg chg="modSp">
          <pc:chgData name="Jean-Louis SCOTTO-DI-QUAQUERO" userId="5b7c4864-d3b3-4c12-a33e-5ea7a2094109" providerId="ADAL" clId="{22D5903A-4F66-432F-99F6-F40130E16CED}" dt="2020-11-19T08:05:38.913" v="482" actId="790"/>
          <pc:sldLayoutMkLst>
            <pc:docMk/>
            <pc:sldMasterMk cId="2778691957" sldId="2147483648"/>
            <pc:sldLayoutMk cId="1878223979" sldId="2147483678"/>
          </pc:sldLayoutMkLst>
        </pc:sldLayoutChg>
        <pc:sldLayoutChg chg="modSp">
          <pc:chgData name="Jean-Louis SCOTTO-DI-QUAQUERO" userId="5b7c4864-d3b3-4c12-a33e-5ea7a2094109" providerId="ADAL" clId="{22D5903A-4F66-432F-99F6-F40130E16CED}" dt="2020-11-19T08:25:40.898" v="1211" actId="207"/>
          <pc:sldLayoutMkLst>
            <pc:docMk/>
            <pc:sldMasterMk cId="2778691957" sldId="2147483648"/>
            <pc:sldLayoutMk cId="2092381167" sldId="2147483688"/>
          </pc:sldLayoutMkLst>
        </pc:sldLayoutChg>
      </pc:sldMasterChg>
    </pc:docChg>
  </pc:docChgLst>
  <pc:docChgLst>
    <pc:chgData name="Jean-Louis SCOTTO-DI-QUAQUERO" userId="S::jean-louis.scotto-di-quaquero@yncrea.fr::5b7c4864-d3b3-4c12-a33e-5ea7a2094109" providerId="AD" clId="Web-{E4218793-BEA3-490F-A650-C16BDEC0C3A3}"/>
    <pc:docChg chg="addSld modSld modSection">
      <pc:chgData name="Jean-Louis SCOTTO-DI-QUAQUERO" userId="S::jean-louis.scotto-di-quaquero@yncrea.fr::5b7c4864-d3b3-4c12-a33e-5ea7a2094109" providerId="AD" clId="Web-{E4218793-BEA3-490F-A650-C16BDEC0C3A3}" dt="2020-03-06T16:34:40.675" v="2" actId="20577"/>
      <pc:docMkLst>
        <pc:docMk/>
      </pc:docMkLst>
      <pc:sldChg chg="modSp">
        <pc:chgData name="Jean-Louis SCOTTO-DI-QUAQUERO" userId="S::jean-louis.scotto-di-quaquero@yncrea.fr::5b7c4864-d3b3-4c12-a33e-5ea7a2094109" providerId="AD" clId="Web-{E4218793-BEA3-490F-A650-C16BDEC0C3A3}" dt="2020-03-06T16:34:40.675" v="2" actId="20577"/>
        <pc:sldMkLst>
          <pc:docMk/>
          <pc:sldMk cId="3915493480" sldId="491"/>
        </pc:sldMkLst>
      </pc:sldChg>
      <pc:sldChg chg="add mod replId modShow">
        <pc:chgData name="Jean-Louis SCOTTO-DI-QUAQUERO" userId="S::jean-louis.scotto-di-quaquero@yncrea.fr::5b7c4864-d3b3-4c12-a33e-5ea7a2094109" providerId="AD" clId="Web-{E4218793-BEA3-490F-A650-C16BDEC0C3A3}" dt="2020-03-06T16:34:32.159" v="1"/>
        <pc:sldMkLst>
          <pc:docMk/>
          <pc:sldMk cId="2705965178" sldId="559"/>
        </pc:sldMkLst>
      </pc:sldChg>
    </pc:docChg>
  </pc:docChgLst>
</pc:chgInfo>
</file>

<file path=ppt/comments/modernComment_23A_D5F2BEC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037F1D-844F-4A09-B62B-168144890273}" authorId="{4A5CD6D8-3140-9AED-417C-67238DA3D55A}" created="2024-09-16T07:54:57.754">
    <pc:sldMkLst xmlns:pc="http://schemas.microsoft.com/office/powerpoint/2013/main/command">
      <pc:docMk/>
      <pc:sldMk cId="3589455560" sldId="570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B_55B5C1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71B07F-C5AB-4F1D-8E1D-0136D1640BDF}" authorId="{4A5CD6D8-3140-9AED-417C-67238DA3D55A}" created="2024-09-16T07:54:57.771">
    <pc:sldMkLst xmlns:pc="http://schemas.microsoft.com/office/powerpoint/2013/main/command">
      <pc:docMk/>
      <pc:sldMk cId="1437974823" sldId="571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C_E9D84EB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58F473C-DE0C-48CB-89A5-4293C2287BDA}" authorId="{4A5CD6D8-3140-9AED-417C-67238DA3D55A}" created="2024-09-16T07:54:57.912">
    <pc:sldMkLst xmlns:pc="http://schemas.microsoft.com/office/powerpoint/2013/main/command">
      <pc:docMk/>
      <pc:sldMk cId="3923267260" sldId="572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D_1688C5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758A661-69E7-44E6-8993-481139C47649}" authorId="{4A5CD6D8-3140-9AED-417C-67238DA3D55A}" created="2024-09-16T07:54:57.896">
    <pc:sldMkLst xmlns:pc="http://schemas.microsoft.com/office/powerpoint/2013/main/command">
      <pc:docMk/>
      <pc:sldMk cId="378062235" sldId="573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0_9DD8292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6C6D711-7DE3-43D5-8862-DB26728263CC}" authorId="{4A5CD6D8-3140-9AED-417C-67238DA3D55A}" created="2024-09-16T07:54:57.488">
    <pc:sldMkLst xmlns:pc="http://schemas.microsoft.com/office/powerpoint/2013/main/command">
      <pc:docMk/>
      <pc:sldMk cId="2648189230" sldId="560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1_50B0881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3FC465-C6F9-4158-8E83-B89FB5A5E1CD}" authorId="{4A5CD6D8-3140-9AED-417C-67238DA3D55A}" created="2024-09-16T07:54:57.535">
    <pc:sldMkLst xmlns:pc="http://schemas.microsoft.com/office/powerpoint/2013/main/command">
      <pc:docMk/>
      <pc:sldMk cId="1353746451" sldId="561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2_927816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A152524-39F3-425F-8E4C-C8E4FCD41F73}" authorId="{4A5CD6D8-3140-9AED-417C-67238DA3D55A}" created="2024-09-16T07:54:57.582">
    <pc:sldMkLst xmlns:pc="http://schemas.microsoft.com/office/powerpoint/2013/main/command">
      <pc:docMk/>
      <pc:sldMk cId="2457343528" sldId="562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3_40D0E8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8EE69C7-8467-44D2-A7AE-9DEF5272185A}" authorId="{4A5CD6D8-3140-9AED-417C-67238DA3D55A}" created="2024-09-16T07:54:57.598">
    <pc:sldMkLst xmlns:pc="http://schemas.microsoft.com/office/powerpoint/2013/main/command">
      <pc:docMk/>
      <pc:sldMk cId="1087432785" sldId="563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4_87F6F2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F7E669-A88E-43AB-A3E7-9C3D73624AFC}" authorId="{4A5CD6D8-3140-9AED-417C-67238DA3D55A}" created="2024-09-16T07:54:57.613">
    <pc:sldMkLst xmlns:pc="http://schemas.microsoft.com/office/powerpoint/2013/main/command">
      <pc:docMk/>
      <pc:sldMk cId="2281108062" sldId="564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5_E31EC5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1E68D5-C319-4F64-8088-5AE658285D32}" authorId="{4A5CD6D8-3140-9AED-417C-67238DA3D55A}" created="2024-09-16T07:54:57.629">
    <pc:sldMkLst xmlns:pc="http://schemas.microsoft.com/office/powerpoint/2013/main/command">
      <pc:docMk/>
      <pc:sldMk cId="3810444685" sldId="565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6_EC90BD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B0AE3C-DBC3-4A16-9E80-EB44636D3DB8}" authorId="{4A5CD6D8-3140-9AED-417C-67238DA3D55A}" created="2024-09-16T07:54:57.645">
    <pc:sldMkLst xmlns:pc="http://schemas.microsoft.com/office/powerpoint/2013/main/command">
      <pc:docMk/>
      <pc:sldMk cId="3968908718" sldId="566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7_6104BAE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A462A91-19CF-4C6E-A5D5-EA64F0FD03D6}" authorId="{4A5CD6D8-3140-9AED-417C-67238DA3D55A}" created="2024-09-16T07:54:57.676">
    <pc:sldMkLst xmlns:pc="http://schemas.microsoft.com/office/powerpoint/2013/main/command">
      <pc:docMk/>
      <pc:sldMk cId="1627699942" sldId="567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8_FD44A0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96AF0C1-D6F3-4324-82B2-C9CBC5701BAB}" authorId="{4A5CD6D8-3140-9AED-417C-67238DA3D55A}" created="2024-09-16T07:54:57.707">
    <pc:sldMkLst xmlns:pc="http://schemas.microsoft.com/office/powerpoint/2013/main/command">
      <pc:docMk/>
      <pc:sldMk cId="265570816" sldId="568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9_8F3F6CC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B7083CB-80A5-4D38-B319-605B3644F067}" authorId="{4A5CD6D8-3140-9AED-417C-67238DA3D55A}" created="2024-09-16T07:54:57.723">
    <pc:sldMkLst xmlns:pc="http://schemas.microsoft.com/office/powerpoint/2013/main/command">
      <pc:docMk/>
      <pc:sldMk cId="2403298507" sldId="569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66_2A151BB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663988-D97D-4928-A791-F389B5E488FE}" authorId="{4A5CD6D8-3140-9AED-417C-67238DA3D55A}" created="2024-08-06T11:47:38.878">
    <pc:sldMkLst xmlns:pc="http://schemas.microsoft.com/office/powerpoint/2013/main/command">
      <pc:docMk/>
      <pc:sldMk cId="4113719392" sldId="559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AD421-B8DB-7943-B67F-E8827DD5399A}" type="datetimeFigureOut">
              <a:rPr lang="fr-FR" smtClean="0"/>
              <a:pPr/>
              <a:t>03/04/2025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B13BF-0760-2E42-BCFD-82A0C242B3E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852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21C64-2856-3B4F-8D4B-D915B3131B9A}" type="datetimeFigureOut">
              <a:rPr lang="fr-FR" smtClean="0"/>
              <a:pPr/>
              <a:t>03/04/2025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9BA11-BB5B-F64D-809E-65F18E1A87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531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59BA11-BB5B-F64D-809E-65F18E1A87CE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0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59BA11-BB5B-F64D-809E-65F18E1A87CE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6758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3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413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4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973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5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598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6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083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7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94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8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89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9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950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10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334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11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941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12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673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13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8339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14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3971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15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9954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16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624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st.com/trademarks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312988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20E53B0-4A6F-4EA6-BAD9-3F1084252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21F7501C-E215-48DE-9901-1589EACC1FF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828" y="0"/>
            <a:ext cx="6280432" cy="6858000"/>
          </a:xfrm>
          <a:custGeom>
            <a:avLst/>
            <a:gdLst>
              <a:gd name="connsiteX0" fmla="*/ 0 w 6280432"/>
              <a:gd name="connsiteY0" fmla="*/ 0 h 6858000"/>
              <a:gd name="connsiteX1" fmla="*/ 6280432 w 6280432"/>
              <a:gd name="connsiteY1" fmla="*/ 0 h 6858000"/>
              <a:gd name="connsiteX2" fmla="*/ 6280432 w 6280432"/>
              <a:gd name="connsiteY2" fmla="*/ 2281561 h 6858000"/>
              <a:gd name="connsiteX3" fmla="*/ 5466285 w 6280432"/>
              <a:gd name="connsiteY3" fmla="*/ 2281561 h 6858000"/>
              <a:gd name="connsiteX4" fmla="*/ 5466285 w 6280432"/>
              <a:gd name="connsiteY4" fmla="*/ 6858000 h 6858000"/>
              <a:gd name="connsiteX5" fmla="*/ 0 w 628043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80432" h="6858000">
                <a:moveTo>
                  <a:pt x="0" y="0"/>
                </a:moveTo>
                <a:lnTo>
                  <a:pt x="6280432" y="0"/>
                </a:lnTo>
                <a:lnTo>
                  <a:pt x="6280432" y="2281561"/>
                </a:lnTo>
                <a:lnTo>
                  <a:pt x="5466285" y="2281561"/>
                </a:lnTo>
                <a:lnTo>
                  <a:pt x="546628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2354955357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5701" y="2085976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55701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FC3CE6-78BD-44D0-9BE3-1EF21AC5D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DF7C4B5-15B1-42E4-9F81-B5E59B0C5030}"/>
              </a:ext>
            </a:extLst>
          </p:cNvPr>
          <p:cNvSpPr/>
          <p:nvPr/>
        </p:nvSpPr>
        <p:spPr>
          <a:xfrm>
            <a:off x="-228" y="0"/>
            <a:ext cx="1155928" cy="6858000"/>
          </a:xfrm>
          <a:custGeom>
            <a:avLst/>
            <a:gdLst>
              <a:gd name="connsiteX0" fmla="*/ 0 w 1155928"/>
              <a:gd name="connsiteY0" fmla="*/ 0 h 6858000"/>
              <a:gd name="connsiteX1" fmla="*/ 439056 w 1155928"/>
              <a:gd name="connsiteY1" fmla="*/ 0 h 6858000"/>
              <a:gd name="connsiteX2" fmla="*/ 1155928 w 1155928"/>
              <a:gd name="connsiteY2" fmla="*/ 0 h 6858000"/>
              <a:gd name="connsiteX3" fmla="*/ 1155928 w 1155928"/>
              <a:gd name="connsiteY3" fmla="*/ 1714500 h 6858000"/>
              <a:gd name="connsiteX4" fmla="*/ 439056 w 1155928"/>
              <a:gd name="connsiteY4" fmla="*/ 1714500 h 6858000"/>
              <a:gd name="connsiteX5" fmla="*/ 439056 w 1155928"/>
              <a:gd name="connsiteY5" fmla="*/ 6858000 h 6858000"/>
              <a:gd name="connsiteX6" fmla="*/ 0 w 11559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928" h="6858000">
                <a:moveTo>
                  <a:pt x="0" y="0"/>
                </a:moveTo>
                <a:lnTo>
                  <a:pt x="439056" y="0"/>
                </a:lnTo>
                <a:lnTo>
                  <a:pt x="1155928" y="0"/>
                </a:lnTo>
                <a:lnTo>
                  <a:pt x="1155928" y="1714500"/>
                </a:lnTo>
                <a:lnTo>
                  <a:pt x="439056" y="1714500"/>
                </a:lnTo>
                <a:lnTo>
                  <a:pt x="4390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283271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4/3/2025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3223862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10E20D-C2F4-4C57-9379-900BECBE5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CCF378-34BF-4EE7-87EE-0F21AAF7F2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noFill/>
        </p:spPr>
        <p:txBody>
          <a:bodyPr vert="horz" wrap="none" lIns="91440" tIns="45720" rIns="90000" bIns="45720" rtlCol="0" anchor="ctr">
            <a:noAutofit/>
          </a:bodyPr>
          <a:lstStyle>
            <a:lvl1pPr algn="ctr">
              <a:buClr>
                <a:schemeClr val="tx1"/>
              </a:buClr>
              <a:defRPr lang="en-US" baseline="0">
                <a:solidFill>
                  <a:schemeClr val="bg2"/>
                </a:solidFill>
              </a:defRPr>
            </a:lvl1pPr>
          </a:lstStyle>
          <a:p>
            <a:pPr marL="261938" lvl="0" indent="-261938" algn="ctr"/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2305507453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4/3/2025</a:t>
            </a:fld>
            <a:endParaRPr lang="fr-F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6109744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4/3/2025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6605357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4/3/2025</a:t>
            </a:fld>
            <a:endParaRPr lang="fr-F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9242902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2E30E9-1079-4CF5-8813-8B65FB05D6D8}"/>
              </a:ext>
            </a:extLst>
          </p:cNvPr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BD6E22D-9F81-4B7A-A71E-BBB4177578ED}"/>
                </a:ext>
              </a:extLst>
            </p:cNvPr>
            <p:cNvGrpSpPr/>
            <p:nvPr userDrawn="1"/>
          </p:nvGrpSpPr>
          <p:grpSpPr>
            <a:xfrm>
              <a:off x="-1" y="4152900"/>
              <a:ext cx="12191999" cy="2705100"/>
              <a:chOff x="1" y="4152900"/>
              <a:chExt cx="12191999" cy="2705100"/>
            </a:xfrm>
          </p:grpSpPr>
          <p:sp>
            <p:nvSpPr>
              <p:cNvPr id="9" name="Freeform 21">
                <a:extLst>
                  <a:ext uri="{FF2B5EF4-FFF2-40B4-BE49-F238E27FC236}">
                    <a16:creationId xmlns:a16="http://schemas.microsoft.com/office/drawing/2014/main" id="{B428783B-02FD-4849-BFB2-D1C2BC8E88B5}"/>
                  </a:ext>
                </a:extLst>
              </p:cNvPr>
              <p:cNvSpPr/>
              <p:nvPr/>
            </p:nvSpPr>
            <p:spPr>
              <a:xfrm>
                <a:off x="1" y="4152900"/>
                <a:ext cx="12191999" cy="2705100"/>
              </a:xfrm>
              <a:custGeom>
                <a:avLst/>
                <a:gdLst>
                  <a:gd name="connsiteX0" fmla="*/ 0 w 12191999"/>
                  <a:gd name="connsiteY0" fmla="*/ 0 h 2705100"/>
                  <a:gd name="connsiteX1" fmla="*/ 1104899 w 12191999"/>
                  <a:gd name="connsiteY1" fmla="*/ 0 h 2705100"/>
                  <a:gd name="connsiteX2" fmla="*/ 1104899 w 12191999"/>
                  <a:gd name="connsiteY2" fmla="*/ 1422400 h 2705100"/>
                  <a:gd name="connsiteX3" fmla="*/ 12191999 w 12191999"/>
                  <a:gd name="connsiteY3" fmla="*/ 1422400 h 2705100"/>
                  <a:gd name="connsiteX4" fmla="*/ 12191999 w 12191999"/>
                  <a:gd name="connsiteY4" fmla="*/ 2705100 h 2705100"/>
                  <a:gd name="connsiteX5" fmla="*/ 1 w 12191999"/>
                  <a:gd name="connsiteY5" fmla="*/ 2705100 h 2705100"/>
                  <a:gd name="connsiteX6" fmla="*/ 1 w 12191999"/>
                  <a:gd name="connsiteY6" fmla="*/ 1543050 h 2705100"/>
                  <a:gd name="connsiteX7" fmla="*/ 0 w 12191999"/>
                  <a:gd name="connsiteY7" fmla="*/ 1543050 h 2705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1999" h="2705100">
                    <a:moveTo>
                      <a:pt x="0" y="0"/>
                    </a:moveTo>
                    <a:lnTo>
                      <a:pt x="1104899" y="0"/>
                    </a:lnTo>
                    <a:lnTo>
                      <a:pt x="1104899" y="1422400"/>
                    </a:lnTo>
                    <a:lnTo>
                      <a:pt x="12191999" y="1422400"/>
                    </a:lnTo>
                    <a:lnTo>
                      <a:pt x="12191999" y="2705100"/>
                    </a:lnTo>
                    <a:lnTo>
                      <a:pt x="1" y="2705100"/>
                    </a:lnTo>
                    <a:lnTo>
                      <a:pt x="1" y="1543050"/>
                    </a:lnTo>
                    <a:lnTo>
                      <a:pt x="0" y="15430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B1C6E9-C7C0-445A-8911-23E57FA33B25}"/>
                  </a:ext>
                </a:extLst>
              </p:cNvPr>
              <p:cNvSpPr/>
              <p:nvPr/>
            </p:nvSpPr>
            <p:spPr>
              <a:xfrm>
                <a:off x="219560" y="5822714"/>
                <a:ext cx="939521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rgbClr val="00234B"/>
                    </a:solidFill>
                    <a:latin typeface="Arial" panose="020B0604020202020204" pitchFamily="34" charset="0"/>
                  </a:rPr>
                  <a:t>© STMicroelectronics - All rights reserved.</a:t>
                </a:r>
                <a:br>
                  <a:rPr lang="en-US" sz="1200" dirty="0">
                    <a:solidFill>
                      <a:srgbClr val="00234B"/>
                    </a:solidFill>
                    <a:latin typeface="Arial" panose="020B0604020202020204" pitchFamily="34" charset="0"/>
                  </a:rPr>
                </a:b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ST logo is a trademark or a registered trademark of STMicroelectronics International NV or its affiliates in the EU and/or other countries. For additional information about ST trademarks, please refer to </a:t>
                </a: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www.st.com/trademarks</a:t>
                </a: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. </a:t>
                </a:r>
                <a:b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</a:b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All other product or service names are the property of their respective owners.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B3C9C090-4752-447B-8BD0-B05186572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515600" y="5621565"/>
                <a:ext cx="1599819" cy="1233297"/>
              </a:xfrm>
              <a:prstGeom prst="rect">
                <a:avLst/>
              </a:prstGeom>
            </p:spPr>
          </p:pic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7C8CE8D-FE25-40F5-A966-5717F85AC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336" y="1565049"/>
            <a:ext cx="6273328" cy="22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08557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>
            <a:extLst>
              <a:ext uri="{FF2B5EF4-FFF2-40B4-BE49-F238E27FC236}">
                <a16:creationId xmlns:a16="http://schemas.microsoft.com/office/drawing/2014/main" id="{C42E8690-BBC2-439E-A1BA-8563350FCA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92544" y="6525343"/>
            <a:ext cx="1199456" cy="332657"/>
          </a:xfrm>
        </p:spPr>
        <p:txBody>
          <a:bodyPr/>
          <a:lstStyle/>
          <a:p>
            <a:fld id="{0579006F-4184-524E-A90C-3FC2A416496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1896E06C-1094-490E-BB5A-FB7159BAEBC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806" y="6656661"/>
            <a:ext cx="1530690" cy="201339"/>
          </a:xfrm>
        </p:spPr>
        <p:txBody>
          <a:bodyPr/>
          <a:lstStyle/>
          <a:p>
            <a:fld id="{A236C716-DEEC-44F8-9CD7-1B8233E8BB2C}" type="datetime1">
              <a:rPr lang="en-US" smtClean="0"/>
              <a:t>4/3/2025</a:t>
            </a:fld>
            <a:endParaRPr lang="fr-FR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84EC02C1-DC4F-4C52-AF8B-4A3AEA660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97" y="764704"/>
            <a:ext cx="10849205" cy="113813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fr-FR" noProof="0" dirty="0"/>
              <a:t>Click to </a:t>
            </a:r>
            <a:r>
              <a:rPr lang="fr-FR" noProof="0" dirty="0" err="1"/>
              <a:t>edit</a:t>
            </a:r>
            <a:r>
              <a:rPr lang="fr-FR" noProof="0" dirty="0"/>
              <a:t> Master </a:t>
            </a:r>
            <a:r>
              <a:rPr lang="fr-FR" noProof="0" dirty="0" err="1"/>
              <a:t>title</a:t>
            </a:r>
            <a:r>
              <a:rPr lang="fr-FR" noProof="0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202818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0EE782-C82C-4249-B547-EB14D1B2B5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DE8CA-6E55-46D4-8BB1-024A9C8FD4C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4/3/2025</a:t>
            </a:fld>
            <a:endParaRPr lang="fr-FR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DE1B7C-156C-450E-9E03-E965737874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2060"/>
                </a:solidFill>
                <a:effectLst/>
                <a:latin typeface="+mj-lt"/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edit</a:t>
            </a:r>
            <a:r>
              <a:rPr lang="fr-FR" noProof="0" dirty="0"/>
              <a:t> Master </a:t>
            </a:r>
            <a:r>
              <a:rPr lang="fr-FR" noProof="0" dirty="0" err="1"/>
              <a:t>text</a:t>
            </a:r>
            <a:r>
              <a:rPr lang="fr-FR" noProof="0" dirty="0"/>
              <a:t>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D0EAA7-4717-4677-93E4-5956B73F0A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980729"/>
            <a:ext cx="11880850" cy="172819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000"/>
            </a:lvl1pPr>
            <a:lvl2pPr>
              <a:spcBef>
                <a:spcPts val="600"/>
              </a:spcBef>
              <a:defRPr sz="1800"/>
            </a:lvl2pPr>
            <a:lvl3pPr>
              <a:spcBef>
                <a:spcPts val="600"/>
              </a:spcBef>
              <a:defRPr sz="16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fr-FR" noProof="0"/>
              <a:t>Click to edit Master text styles</a:t>
            </a:r>
          </a:p>
          <a:p>
            <a:pPr lvl="1"/>
            <a:r>
              <a:rPr lang="fr-FR" noProof="0"/>
              <a:t>Second level</a:t>
            </a:r>
          </a:p>
          <a:p>
            <a:pPr lvl="2"/>
            <a:r>
              <a:rPr lang="fr-FR" noProof="0"/>
              <a:t>Third level</a:t>
            </a:r>
          </a:p>
          <a:p>
            <a:pPr lvl="3"/>
            <a:r>
              <a:rPr lang="fr-FR" noProof="0"/>
              <a:t>Fourth level</a:t>
            </a:r>
          </a:p>
          <a:p>
            <a:pPr lvl="4"/>
            <a:r>
              <a:rPr lang="fr-FR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297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olorPatch">
            <a:extLst>
              <a:ext uri="{FF2B5EF4-FFF2-40B4-BE49-F238E27FC236}">
                <a16:creationId xmlns:a16="http://schemas.microsoft.com/office/drawing/2014/main" id="{65F4699E-59A4-43A4-9A5C-D8BFD4B1E6D9}"/>
              </a:ext>
            </a:extLst>
          </p:cNvPr>
          <p:cNvSpPr/>
          <p:nvPr/>
        </p:nvSpPr>
        <p:spPr>
          <a:xfrm>
            <a:off x="-685800" y="5486400"/>
            <a:ext cx="317500" cy="3175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40" name="ColorPatch">
            <a:extLst>
              <a:ext uri="{FF2B5EF4-FFF2-40B4-BE49-F238E27FC236}">
                <a16:creationId xmlns:a16="http://schemas.microsoft.com/office/drawing/2014/main" id="{1B167F27-4BE8-4B9C-A3D6-12AB9D6515A0}"/>
              </a:ext>
            </a:extLst>
          </p:cNvPr>
          <p:cNvSpPr/>
          <p:nvPr/>
        </p:nvSpPr>
        <p:spPr>
          <a:xfrm>
            <a:off x="-685800" y="5143500"/>
            <a:ext cx="317500" cy="317500"/>
          </a:xfrm>
          <a:prstGeom prst="rect">
            <a:avLst/>
          </a:prstGeom>
          <a:solidFill>
            <a:srgbClr val="D1D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9" name="ColorPatch">
            <a:extLst>
              <a:ext uri="{FF2B5EF4-FFF2-40B4-BE49-F238E27FC236}">
                <a16:creationId xmlns:a16="http://schemas.microsoft.com/office/drawing/2014/main" id="{62C30C2F-9D3D-402B-9C93-7BB3D257A941}"/>
              </a:ext>
            </a:extLst>
          </p:cNvPr>
          <p:cNvSpPr/>
          <p:nvPr/>
        </p:nvSpPr>
        <p:spPr>
          <a:xfrm>
            <a:off x="-685800" y="4800600"/>
            <a:ext cx="317500" cy="317500"/>
          </a:xfrm>
          <a:prstGeom prst="rect">
            <a:avLst/>
          </a:prstGeom>
          <a:solidFill>
            <a:srgbClr val="A2A2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8" name="ColorPatch">
            <a:extLst>
              <a:ext uri="{FF2B5EF4-FFF2-40B4-BE49-F238E27FC236}">
                <a16:creationId xmlns:a16="http://schemas.microsoft.com/office/drawing/2014/main" id="{D6517BE0-9063-4916-BC84-EDE406E9CDE4}"/>
              </a:ext>
            </a:extLst>
          </p:cNvPr>
          <p:cNvSpPr/>
          <p:nvPr/>
        </p:nvSpPr>
        <p:spPr>
          <a:xfrm>
            <a:off x="-685800" y="4457700"/>
            <a:ext cx="317500" cy="317500"/>
          </a:xfrm>
          <a:prstGeom prst="rect">
            <a:avLst/>
          </a:prstGeom>
          <a:solidFill>
            <a:srgbClr val="747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7" name="ColorPatch">
            <a:extLst>
              <a:ext uri="{FF2B5EF4-FFF2-40B4-BE49-F238E27FC236}">
                <a16:creationId xmlns:a16="http://schemas.microsoft.com/office/drawing/2014/main" id="{B5249DC3-A9A0-4038-AEE9-AEBFB5D0089D}"/>
              </a:ext>
            </a:extLst>
          </p:cNvPr>
          <p:cNvSpPr/>
          <p:nvPr/>
        </p:nvSpPr>
        <p:spPr>
          <a:xfrm>
            <a:off x="-685800" y="4114800"/>
            <a:ext cx="317500" cy="317500"/>
          </a:xfrm>
          <a:prstGeom prst="rect">
            <a:avLst/>
          </a:prstGeom>
          <a:solidFill>
            <a:srgbClr val="464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6" name="ColorPatch">
            <a:extLst>
              <a:ext uri="{FF2B5EF4-FFF2-40B4-BE49-F238E27FC236}">
                <a16:creationId xmlns:a16="http://schemas.microsoft.com/office/drawing/2014/main" id="{18A6D389-12F3-4EC1-8CC2-242EFF07CB1C}"/>
              </a:ext>
            </a:extLst>
          </p:cNvPr>
          <p:cNvSpPr/>
          <p:nvPr/>
        </p:nvSpPr>
        <p:spPr>
          <a:xfrm>
            <a:off x="-685800" y="3771900"/>
            <a:ext cx="317500" cy="317500"/>
          </a:xfrm>
          <a:prstGeom prst="rect">
            <a:avLst/>
          </a:prstGeom>
          <a:solidFill>
            <a:srgbClr val="E2B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5" name="ColorPatch">
            <a:extLst>
              <a:ext uri="{FF2B5EF4-FFF2-40B4-BE49-F238E27FC236}">
                <a16:creationId xmlns:a16="http://schemas.microsoft.com/office/drawing/2014/main" id="{2ADD0FF6-E42B-4A48-AA80-7BFCC31B080A}"/>
              </a:ext>
            </a:extLst>
          </p:cNvPr>
          <p:cNvSpPr/>
          <p:nvPr/>
        </p:nvSpPr>
        <p:spPr>
          <a:xfrm>
            <a:off x="-685800" y="3429000"/>
            <a:ext cx="317500" cy="317500"/>
          </a:xfrm>
          <a:prstGeom prst="rect">
            <a:avLst/>
          </a:prstGeom>
          <a:solidFill>
            <a:srgbClr val="C57F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4" name="ColorPatch">
            <a:extLst>
              <a:ext uri="{FF2B5EF4-FFF2-40B4-BE49-F238E27FC236}">
                <a16:creationId xmlns:a16="http://schemas.microsoft.com/office/drawing/2014/main" id="{B669360D-4B82-4260-88C6-0543CF560378}"/>
              </a:ext>
            </a:extLst>
          </p:cNvPr>
          <p:cNvSpPr/>
          <p:nvPr/>
        </p:nvSpPr>
        <p:spPr>
          <a:xfrm>
            <a:off x="-685800" y="3086100"/>
            <a:ext cx="317500" cy="317500"/>
          </a:xfrm>
          <a:prstGeom prst="rect">
            <a:avLst/>
          </a:prstGeom>
          <a:solidFill>
            <a:srgbClr val="A94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3" name="ColorPatch">
            <a:extLst>
              <a:ext uri="{FF2B5EF4-FFF2-40B4-BE49-F238E27FC236}">
                <a16:creationId xmlns:a16="http://schemas.microsoft.com/office/drawing/2014/main" id="{B042156B-6D14-4769-85DE-0BC6133DC1EA}"/>
              </a:ext>
            </a:extLst>
          </p:cNvPr>
          <p:cNvSpPr/>
          <p:nvPr/>
        </p:nvSpPr>
        <p:spPr>
          <a:xfrm>
            <a:off x="-685800" y="2743200"/>
            <a:ext cx="317500" cy="317500"/>
          </a:xfrm>
          <a:prstGeom prst="rect">
            <a:avLst/>
          </a:prstGeom>
          <a:solidFill>
            <a:srgbClr val="8C0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2" name="ColorPatch">
            <a:extLst>
              <a:ext uri="{FF2B5EF4-FFF2-40B4-BE49-F238E27FC236}">
                <a16:creationId xmlns:a16="http://schemas.microsoft.com/office/drawing/2014/main" id="{0A8AEA2A-477D-451D-A82D-F30F8990A07D}"/>
              </a:ext>
            </a:extLst>
          </p:cNvPr>
          <p:cNvSpPr/>
          <p:nvPr/>
        </p:nvSpPr>
        <p:spPr>
          <a:xfrm>
            <a:off x="-685800" y="2400300"/>
            <a:ext cx="317500" cy="317500"/>
          </a:xfrm>
          <a:prstGeom prst="rect">
            <a:avLst/>
          </a:prstGeom>
          <a:solidFill>
            <a:srgbClr val="C0D5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1" name="ColorPatch">
            <a:extLst>
              <a:ext uri="{FF2B5EF4-FFF2-40B4-BE49-F238E27FC236}">
                <a16:creationId xmlns:a16="http://schemas.microsoft.com/office/drawing/2014/main" id="{8CE1DB46-E195-40AF-8BEB-3E6873A1B2FA}"/>
              </a:ext>
            </a:extLst>
          </p:cNvPr>
          <p:cNvSpPr/>
          <p:nvPr/>
        </p:nvSpPr>
        <p:spPr>
          <a:xfrm>
            <a:off x="-685800" y="2057400"/>
            <a:ext cx="317500" cy="317500"/>
          </a:xfrm>
          <a:prstGeom prst="rect">
            <a:avLst/>
          </a:prstGeom>
          <a:solidFill>
            <a:srgbClr val="81AB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0" name="ColorPatch">
            <a:extLst>
              <a:ext uri="{FF2B5EF4-FFF2-40B4-BE49-F238E27FC236}">
                <a16:creationId xmlns:a16="http://schemas.microsoft.com/office/drawing/2014/main" id="{E0F1957D-72C6-4D6C-9201-6AA28AA6C57D}"/>
              </a:ext>
            </a:extLst>
          </p:cNvPr>
          <p:cNvSpPr/>
          <p:nvPr/>
        </p:nvSpPr>
        <p:spPr>
          <a:xfrm>
            <a:off x="-685800" y="1714500"/>
            <a:ext cx="317500" cy="317500"/>
          </a:xfrm>
          <a:prstGeom prst="rect">
            <a:avLst/>
          </a:prstGeom>
          <a:solidFill>
            <a:srgbClr val="438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9" name="ColorPatch">
            <a:extLst>
              <a:ext uri="{FF2B5EF4-FFF2-40B4-BE49-F238E27FC236}">
                <a16:creationId xmlns:a16="http://schemas.microsoft.com/office/drawing/2014/main" id="{F00834CE-7B51-4FC1-989D-97A947599379}"/>
              </a:ext>
            </a:extLst>
          </p:cNvPr>
          <p:cNvSpPr/>
          <p:nvPr/>
        </p:nvSpPr>
        <p:spPr>
          <a:xfrm>
            <a:off x="-685800" y="1371600"/>
            <a:ext cx="317500" cy="317500"/>
          </a:xfrm>
          <a:prstGeom prst="rect">
            <a:avLst/>
          </a:prstGeom>
          <a:solidFill>
            <a:srgbClr val="0457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8" name="ColorPatch">
            <a:extLst>
              <a:ext uri="{FF2B5EF4-FFF2-40B4-BE49-F238E27FC236}">
                <a16:creationId xmlns:a16="http://schemas.microsoft.com/office/drawing/2014/main" id="{AB72B3FD-EF38-4401-99A2-12BA97E1031C}"/>
              </a:ext>
            </a:extLst>
          </p:cNvPr>
          <p:cNvSpPr/>
          <p:nvPr/>
        </p:nvSpPr>
        <p:spPr>
          <a:xfrm>
            <a:off x="-685800" y="1028700"/>
            <a:ext cx="317500" cy="317500"/>
          </a:xfrm>
          <a:prstGeom prst="rect">
            <a:avLst/>
          </a:prstGeom>
          <a:solidFill>
            <a:srgbClr val="D1E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7" name="ColorPatch">
            <a:extLst>
              <a:ext uri="{FF2B5EF4-FFF2-40B4-BE49-F238E27FC236}">
                <a16:creationId xmlns:a16="http://schemas.microsoft.com/office/drawing/2014/main" id="{DB636BCE-D7BA-42A6-B589-71540B9DC5AD}"/>
              </a:ext>
            </a:extLst>
          </p:cNvPr>
          <p:cNvSpPr/>
          <p:nvPr/>
        </p:nvSpPr>
        <p:spPr>
          <a:xfrm>
            <a:off x="-685800" y="685800"/>
            <a:ext cx="317500" cy="317500"/>
          </a:xfrm>
          <a:prstGeom prst="rect">
            <a:avLst/>
          </a:prstGeom>
          <a:solidFill>
            <a:srgbClr val="A4D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6" name="ColorPatch">
            <a:extLst>
              <a:ext uri="{FF2B5EF4-FFF2-40B4-BE49-F238E27FC236}">
                <a16:creationId xmlns:a16="http://schemas.microsoft.com/office/drawing/2014/main" id="{9D1EA9E9-05C1-4D17-8CE5-6492F824502A}"/>
              </a:ext>
            </a:extLst>
          </p:cNvPr>
          <p:cNvSpPr/>
          <p:nvPr/>
        </p:nvSpPr>
        <p:spPr>
          <a:xfrm>
            <a:off x="-685800" y="342900"/>
            <a:ext cx="317500" cy="317500"/>
          </a:xfrm>
          <a:prstGeom prst="rect">
            <a:avLst/>
          </a:prstGeom>
          <a:solidFill>
            <a:srgbClr val="77C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5" name="ColorPatch">
            <a:extLst>
              <a:ext uri="{FF2B5EF4-FFF2-40B4-BE49-F238E27FC236}">
                <a16:creationId xmlns:a16="http://schemas.microsoft.com/office/drawing/2014/main" id="{9A5ADA3E-3A73-4260-828D-18023D21EE0E}"/>
              </a:ext>
            </a:extLst>
          </p:cNvPr>
          <p:cNvSpPr/>
          <p:nvPr/>
        </p:nvSpPr>
        <p:spPr>
          <a:xfrm>
            <a:off x="-685800" y="0"/>
            <a:ext cx="317500" cy="317500"/>
          </a:xfrm>
          <a:prstGeom prst="rect">
            <a:avLst/>
          </a:prstGeom>
          <a:solidFill>
            <a:srgbClr val="49B1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4" name="ColorPatch">
            <a:extLst>
              <a:ext uri="{FF2B5EF4-FFF2-40B4-BE49-F238E27FC236}">
                <a16:creationId xmlns:a16="http://schemas.microsoft.com/office/drawing/2014/main" id="{177ED0F8-E668-4F55-9F61-0BADCC753B93}"/>
              </a:ext>
            </a:extLst>
          </p:cNvPr>
          <p:cNvSpPr/>
          <p:nvPr/>
        </p:nvSpPr>
        <p:spPr>
          <a:xfrm>
            <a:off x="-342900" y="5143500"/>
            <a:ext cx="317500" cy="317500"/>
          </a:xfrm>
          <a:prstGeom prst="rect">
            <a:avLst/>
          </a:prstGeom>
          <a:solidFill>
            <a:srgbClr val="F9B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3" name="ColorPatch">
            <a:extLst>
              <a:ext uri="{FF2B5EF4-FFF2-40B4-BE49-F238E27FC236}">
                <a16:creationId xmlns:a16="http://schemas.microsoft.com/office/drawing/2014/main" id="{8CD7E567-0649-47B4-B5F7-346B6C6FAE6E}"/>
              </a:ext>
            </a:extLst>
          </p:cNvPr>
          <p:cNvSpPr/>
          <p:nvPr/>
        </p:nvSpPr>
        <p:spPr>
          <a:xfrm>
            <a:off x="-342900" y="4800600"/>
            <a:ext cx="317500" cy="317500"/>
          </a:xfrm>
          <a:prstGeom prst="rect">
            <a:avLst/>
          </a:prstGeom>
          <a:solidFill>
            <a:srgbClr val="F27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2" name="ColorPatch">
            <a:extLst>
              <a:ext uri="{FF2B5EF4-FFF2-40B4-BE49-F238E27FC236}">
                <a16:creationId xmlns:a16="http://schemas.microsoft.com/office/drawing/2014/main" id="{0B27B926-9D23-408B-B261-7474BA138B0E}"/>
              </a:ext>
            </a:extLst>
          </p:cNvPr>
          <p:cNvSpPr/>
          <p:nvPr/>
        </p:nvSpPr>
        <p:spPr>
          <a:xfrm>
            <a:off x="-342900" y="4457700"/>
            <a:ext cx="317500" cy="317500"/>
          </a:xfrm>
          <a:prstGeom prst="rect">
            <a:avLst/>
          </a:prstGeom>
          <a:solidFill>
            <a:srgbClr val="EC4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1" name="ColorPatch">
            <a:extLst>
              <a:ext uri="{FF2B5EF4-FFF2-40B4-BE49-F238E27FC236}">
                <a16:creationId xmlns:a16="http://schemas.microsoft.com/office/drawing/2014/main" id="{C79F16A5-2F29-42BB-88AB-9C69D7AB8969}"/>
              </a:ext>
            </a:extLst>
          </p:cNvPr>
          <p:cNvSpPr/>
          <p:nvPr/>
        </p:nvSpPr>
        <p:spPr>
          <a:xfrm>
            <a:off x="-342900" y="4114800"/>
            <a:ext cx="317500" cy="3175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0" name="ColorPatch">
            <a:extLst>
              <a:ext uri="{FF2B5EF4-FFF2-40B4-BE49-F238E27FC236}">
                <a16:creationId xmlns:a16="http://schemas.microsoft.com/office/drawing/2014/main" id="{7164F073-8D27-4C57-9FA9-5D80FC8EDB68}"/>
              </a:ext>
            </a:extLst>
          </p:cNvPr>
          <p:cNvSpPr/>
          <p:nvPr/>
        </p:nvSpPr>
        <p:spPr>
          <a:xfrm>
            <a:off x="-342900" y="3771900"/>
            <a:ext cx="317500" cy="317500"/>
          </a:xfrm>
          <a:prstGeom prst="rect">
            <a:avLst/>
          </a:prstGeom>
          <a:solidFill>
            <a:srgbClr val="FFF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9" name="ColorPatch">
            <a:extLst>
              <a:ext uri="{FF2B5EF4-FFF2-40B4-BE49-F238E27FC236}">
                <a16:creationId xmlns:a16="http://schemas.microsoft.com/office/drawing/2014/main" id="{C400E972-E723-4251-BA45-FDC0E6CEEF6C}"/>
              </a:ext>
            </a:extLst>
          </p:cNvPr>
          <p:cNvSpPr/>
          <p:nvPr/>
        </p:nvSpPr>
        <p:spPr>
          <a:xfrm>
            <a:off x="-342900" y="3429000"/>
            <a:ext cx="317500" cy="317500"/>
          </a:xfrm>
          <a:prstGeom prst="rect">
            <a:avLst/>
          </a:prstGeom>
          <a:solidFill>
            <a:srgbClr val="FFE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8" name="ColorPatch">
            <a:extLst>
              <a:ext uri="{FF2B5EF4-FFF2-40B4-BE49-F238E27FC236}">
                <a16:creationId xmlns:a16="http://schemas.microsoft.com/office/drawing/2014/main" id="{50D772BA-D4EE-40DA-B415-8EC283428CF5}"/>
              </a:ext>
            </a:extLst>
          </p:cNvPr>
          <p:cNvSpPr/>
          <p:nvPr/>
        </p:nvSpPr>
        <p:spPr>
          <a:xfrm>
            <a:off x="-342900" y="3086100"/>
            <a:ext cx="317500" cy="317500"/>
          </a:xfrm>
          <a:prstGeom prst="rect">
            <a:avLst/>
          </a:prstGeom>
          <a:solidFill>
            <a:srgbClr val="FFD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7" name="ColorPatch">
            <a:extLst>
              <a:ext uri="{FF2B5EF4-FFF2-40B4-BE49-F238E27FC236}">
                <a16:creationId xmlns:a16="http://schemas.microsoft.com/office/drawing/2014/main" id="{6BEEA5BD-11E7-4F3D-BD73-EC2249E8CCEB}"/>
              </a:ext>
            </a:extLst>
          </p:cNvPr>
          <p:cNvSpPr/>
          <p:nvPr/>
        </p:nvSpPr>
        <p:spPr>
          <a:xfrm>
            <a:off x="-342900" y="2743200"/>
            <a:ext cx="317500" cy="317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6" name="ColorPatch">
            <a:extLst>
              <a:ext uri="{FF2B5EF4-FFF2-40B4-BE49-F238E27FC236}">
                <a16:creationId xmlns:a16="http://schemas.microsoft.com/office/drawing/2014/main" id="{27A566A9-4C8D-4179-BE6D-6A885CF5E38A}"/>
              </a:ext>
            </a:extLst>
          </p:cNvPr>
          <p:cNvSpPr/>
          <p:nvPr/>
        </p:nvSpPr>
        <p:spPr>
          <a:xfrm>
            <a:off x="-342900" y="2400300"/>
            <a:ext cx="317500" cy="317500"/>
          </a:xfrm>
          <a:prstGeom prst="rect">
            <a:avLst/>
          </a:prstGeom>
          <a:solidFill>
            <a:srgbClr val="CEEC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5" name="ColorPatch">
            <a:extLst>
              <a:ext uri="{FF2B5EF4-FFF2-40B4-BE49-F238E27FC236}">
                <a16:creationId xmlns:a16="http://schemas.microsoft.com/office/drawing/2014/main" id="{98BB652E-B542-4A6D-842C-A8AFF7CF962D}"/>
              </a:ext>
            </a:extLst>
          </p:cNvPr>
          <p:cNvSpPr/>
          <p:nvPr/>
        </p:nvSpPr>
        <p:spPr>
          <a:xfrm>
            <a:off x="-342900" y="2057400"/>
            <a:ext cx="317500" cy="317500"/>
          </a:xfrm>
          <a:prstGeom prst="rect">
            <a:avLst/>
          </a:prstGeom>
          <a:solidFill>
            <a:srgbClr val="9DD9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4" name="ColorPatch">
            <a:extLst>
              <a:ext uri="{FF2B5EF4-FFF2-40B4-BE49-F238E27FC236}">
                <a16:creationId xmlns:a16="http://schemas.microsoft.com/office/drawing/2014/main" id="{7BE09878-3507-434C-8FBD-3253E93E01C8}"/>
              </a:ext>
            </a:extLst>
          </p:cNvPr>
          <p:cNvSpPr/>
          <p:nvPr/>
        </p:nvSpPr>
        <p:spPr>
          <a:xfrm>
            <a:off x="-342900" y="1714500"/>
            <a:ext cx="317500" cy="317500"/>
          </a:xfrm>
          <a:prstGeom prst="rect">
            <a:avLst/>
          </a:prstGeom>
          <a:solidFill>
            <a:srgbClr val="6DC7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2" name="ColorPatch">
            <a:extLst>
              <a:ext uri="{FF2B5EF4-FFF2-40B4-BE49-F238E27FC236}">
                <a16:creationId xmlns:a16="http://schemas.microsoft.com/office/drawing/2014/main" id="{2E26D6BD-036D-4346-A29B-7683021D70FB}"/>
              </a:ext>
            </a:extLst>
          </p:cNvPr>
          <p:cNvSpPr/>
          <p:nvPr/>
        </p:nvSpPr>
        <p:spPr>
          <a:xfrm>
            <a:off x="-342900" y="1371600"/>
            <a:ext cx="317500" cy="317500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1" name="ColorPatch">
            <a:extLst>
              <a:ext uri="{FF2B5EF4-FFF2-40B4-BE49-F238E27FC236}">
                <a16:creationId xmlns:a16="http://schemas.microsoft.com/office/drawing/2014/main" id="{D840EC2E-1487-4A69-A809-9929CDB60313}"/>
              </a:ext>
            </a:extLst>
          </p:cNvPr>
          <p:cNvSpPr/>
          <p:nvPr/>
        </p:nvSpPr>
        <p:spPr>
          <a:xfrm>
            <a:off x="-342900" y="1028700"/>
            <a:ext cx="317500" cy="317500"/>
          </a:xfrm>
          <a:prstGeom prst="rect">
            <a:avLst/>
          </a:prstGeom>
          <a:solidFill>
            <a:srgbClr val="C0C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0" name="ColorPatch">
            <a:extLst>
              <a:ext uri="{FF2B5EF4-FFF2-40B4-BE49-F238E27FC236}">
                <a16:creationId xmlns:a16="http://schemas.microsoft.com/office/drawing/2014/main" id="{4BBE9809-F301-459A-87DE-3C5C95F62870}"/>
              </a:ext>
            </a:extLst>
          </p:cNvPr>
          <p:cNvSpPr/>
          <p:nvPr/>
        </p:nvSpPr>
        <p:spPr>
          <a:xfrm>
            <a:off x="-342900" y="685800"/>
            <a:ext cx="317500" cy="317500"/>
          </a:xfrm>
          <a:prstGeom prst="rect">
            <a:avLst/>
          </a:prstGeom>
          <a:solidFill>
            <a:srgbClr val="8191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8" name="ColorPatch">
            <a:extLst>
              <a:ext uri="{FF2B5EF4-FFF2-40B4-BE49-F238E27FC236}">
                <a16:creationId xmlns:a16="http://schemas.microsoft.com/office/drawing/2014/main" id="{AD5D23E8-FC29-4F12-AB2C-C32E10546318}"/>
              </a:ext>
            </a:extLst>
          </p:cNvPr>
          <p:cNvSpPr/>
          <p:nvPr/>
        </p:nvSpPr>
        <p:spPr>
          <a:xfrm>
            <a:off x="-342900" y="342900"/>
            <a:ext cx="317500" cy="317500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ColorPatch">
            <a:extLst>
              <a:ext uri="{FF2B5EF4-FFF2-40B4-BE49-F238E27FC236}">
                <a16:creationId xmlns:a16="http://schemas.microsoft.com/office/drawing/2014/main" id="{57149537-0C06-456D-A4A3-2FBB5503631B}"/>
              </a:ext>
            </a:extLst>
          </p:cNvPr>
          <p:cNvSpPr/>
          <p:nvPr/>
        </p:nvSpPr>
        <p:spPr>
          <a:xfrm>
            <a:off x="-342900" y="0"/>
            <a:ext cx="317500" cy="3175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0579006F-4184-524E-A90C-3FC2A416496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A236C716-DEEC-44F8-9CD7-1B8233E8BB2C}" type="datetime1">
              <a:rPr lang="en-US" smtClean="0"/>
              <a:t>4/3/2025</a:t>
            </a:fld>
            <a:endParaRPr lang="fr-FR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E2817A-3634-41C4-BE77-0740C5A7811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98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</p:sldLayoutIdLst>
  <p:hf hdr="0" ftr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66_2A151BBB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0_9DD8292E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18/10/relationships/comments" Target="../comments/modernComment_231_50B08813.xm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2_9278162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3_40D0E851.xm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hyperlink" Target="https://datasheets.maximintegrated.com/en/ds/MAX7219-MAX7221.pdf" TargetMode="External"/><Relationship Id="rId4" Type="http://schemas.openxmlformats.org/officeDocument/2006/relationships/hyperlink" Target="https://www.maximintegrated.com/en/products/power/display-power-control/MAX7219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4_87F6F25E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5_E31EC58D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6_EC90BDAE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7_6104BAE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8_FD44A0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9_8F3F6CCB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A_D5F2BEC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B_55B5C12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D_1688C59B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C_E9D84EBC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 txBox="1">
            <a:spLocks/>
          </p:cNvSpPr>
          <p:nvPr/>
        </p:nvSpPr>
        <p:spPr>
          <a:xfrm>
            <a:off x="328809" y="3578305"/>
            <a:ext cx="9799639" cy="276757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1" i="0" kern="1200">
                <a:solidFill>
                  <a:schemeClr val="tx1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TP 01 – GPIO</a:t>
            </a:r>
          </a:p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-150" normalizeH="0" baseline="0" noProof="0" dirty="0">
                <a:ln>
                  <a:noFill/>
                </a:ln>
                <a:solidFill>
                  <a:srgbClr val="E6007E"/>
                </a:solidFill>
                <a:effectLst/>
                <a:uLnTx/>
                <a:uFillTx/>
                <a:latin typeface="Arial"/>
              </a:rPr>
              <a:t>STM32</a:t>
            </a:r>
          </a:p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Toulon</a:t>
            </a:r>
            <a:endParaRPr kumimoji="0" lang="en-US" sz="4800" b="0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F0D63A-0BCB-517D-9E66-1881168EA0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TP06 – SPI et afficheur 7 segments 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EA454EB8-1F31-8290-4B9F-61D96BDBDC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Julien Terrier (COOLab Rousset)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5DE147-3F1A-D59B-729F-47919CE5D84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62" r="19462"/>
          <a:stretch/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18E403-8488-6E6A-4753-C967BA5EA0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91850" y="6524625"/>
            <a:ext cx="1200150" cy="33337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9006F-4184-524E-A90C-3FC2A416496D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4646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46465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988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259200-FB13-83B8-F8CF-CD1242FEB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10261" y="6330968"/>
            <a:ext cx="411004" cy="292554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9006F-4184-524E-A90C-3FC2A416496D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4646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46465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10484-7C01-4617-903A-503AD67ED3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Objectifs du TP 06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0BAB5A-BB55-46E0-9F57-B6937674FD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981074"/>
            <a:ext cx="8065169" cy="1727846"/>
          </a:xfrm>
        </p:spPr>
        <p:txBody>
          <a:bodyPr>
            <a:noAutofit/>
          </a:bodyPr>
          <a:lstStyle/>
          <a:p>
            <a:r>
              <a:rPr lang="fr-FR" u="sng" dirty="0"/>
              <a:t>Objectifs:</a:t>
            </a:r>
          </a:p>
          <a:p>
            <a:r>
              <a:rPr lang="fr-FR" dirty="0"/>
              <a:t>Programmer et utiliser le bus SPI</a:t>
            </a:r>
          </a:p>
          <a:p>
            <a:r>
              <a:rPr lang="fr-FR" dirty="0"/>
              <a:t>Inclure une librairie </a:t>
            </a:r>
            <a:r>
              <a:rPr lang="en-US" dirty="0"/>
              <a:t>externe</a:t>
            </a:r>
            <a:endParaRPr lang="fr-FR" dirty="0"/>
          </a:p>
          <a:p>
            <a:r>
              <a:rPr lang="fr-FR" dirty="0"/>
              <a:t>Utiliser l’afficheur 7 segments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3" name="Picture 12" descr="A close-up of a computer chip&#10;&#10;Description automatically generated">
            <a:extLst>
              <a:ext uri="{FF2B5EF4-FFF2-40B4-BE49-F238E27FC236}">
                <a16:creationId xmlns:a16="http://schemas.microsoft.com/office/drawing/2014/main" id="{BCBC4A12-D535-FDF0-F3D9-1583F31B8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-437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264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69349-454E-41B5-AE99-E9C705B3A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/>
              <a:t>Qu’est-ce </a:t>
            </a:r>
            <a:r>
              <a:rPr lang="fr-FR" sz="3200" dirty="0"/>
              <a:t>que le SPI ?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C0270FC-D64F-4B3D-84BD-D35EB4F18F61}"/>
              </a:ext>
            </a:extLst>
          </p:cNvPr>
          <p:cNvSpPr txBox="1"/>
          <p:nvPr/>
        </p:nvSpPr>
        <p:spPr>
          <a:xfrm>
            <a:off x="553453" y="1115311"/>
            <a:ext cx="11421979" cy="18795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2000" b="1" dirty="0">
                <a:solidFill>
                  <a:srgbClr val="E30613"/>
                </a:solidFill>
              </a:rPr>
              <a:t>SPI</a:t>
            </a:r>
            <a:r>
              <a:rPr lang="fr-FR" sz="1600" dirty="0">
                <a:solidFill>
                  <a:srgbClr val="03234B"/>
                </a:solidFill>
              </a:rPr>
              <a:t>: </a:t>
            </a:r>
            <a:r>
              <a:rPr lang="fr-FR" sz="2000" b="1" dirty="0">
                <a:solidFill>
                  <a:srgbClr val="E30613"/>
                </a:solidFill>
              </a:rPr>
              <a:t>S</a:t>
            </a:r>
            <a:r>
              <a:rPr lang="fr-FR" sz="1600" dirty="0">
                <a:solidFill>
                  <a:srgbClr val="03234B"/>
                </a:solidFill>
              </a:rPr>
              <a:t>erial </a:t>
            </a:r>
            <a:r>
              <a:rPr lang="fr-FR" sz="2000" b="1" dirty="0">
                <a:solidFill>
                  <a:srgbClr val="E30613"/>
                </a:solidFill>
              </a:rPr>
              <a:t>P</a:t>
            </a:r>
            <a:r>
              <a:rPr lang="fr-FR" sz="1600" dirty="0">
                <a:solidFill>
                  <a:srgbClr val="03234B"/>
                </a:solidFill>
              </a:rPr>
              <a:t>eripheral </a:t>
            </a:r>
            <a:r>
              <a:rPr lang="fr-FR" sz="2000" b="1" dirty="0">
                <a:solidFill>
                  <a:srgbClr val="E30613"/>
                </a:solidFill>
              </a:rPr>
              <a:t>I</a:t>
            </a:r>
            <a:r>
              <a:rPr lang="fr-FR" sz="1600" dirty="0">
                <a:solidFill>
                  <a:srgbClr val="03234B"/>
                </a:solidFill>
              </a:rPr>
              <a:t>nterface</a:t>
            </a:r>
          </a:p>
          <a:p>
            <a:r>
              <a:rPr lang="fr-FR" sz="1600" dirty="0">
                <a:solidFill>
                  <a:srgbClr val="03234B"/>
                </a:solidFill>
              </a:rPr>
              <a:t>Le bus SPI a été développé par Motorola dans les années 1980. Il permet l'établissement d’une communication série synchrone et full duplex entre deux terminaux, un maître et un esclave (Master-Slave), généralement sur un même circuit imprimé.</a:t>
            </a:r>
          </a:p>
          <a:p>
            <a:r>
              <a:rPr lang="fr-FR" sz="1600" b="1" dirty="0">
                <a:solidFill>
                  <a:srgbClr val="03234B"/>
                </a:solidFill>
              </a:rPr>
              <a:t>Synchrone : </a:t>
            </a:r>
            <a:r>
              <a:rPr lang="fr-FR" sz="1600" dirty="0">
                <a:solidFill>
                  <a:srgbClr val="03234B"/>
                </a:solidFill>
              </a:rPr>
              <a:t>les deux terminaux possèdent la même horloge de communication qui est émise par le maître.</a:t>
            </a:r>
          </a:p>
          <a:p>
            <a:r>
              <a:rPr lang="fr-FR" sz="1600" b="1" dirty="0">
                <a:solidFill>
                  <a:srgbClr val="03234B"/>
                </a:solidFill>
              </a:rPr>
              <a:t>Full duplex : </a:t>
            </a:r>
            <a:r>
              <a:rPr lang="fr-FR" sz="1600" dirty="0">
                <a:solidFill>
                  <a:srgbClr val="03234B"/>
                </a:solidFill>
              </a:rPr>
              <a:t>comme pour l'UART, le SPI peut émettre et recevoir simultanément.</a:t>
            </a:r>
          </a:p>
          <a:p>
            <a:r>
              <a:rPr lang="fr-FR" sz="1600" dirty="0">
                <a:solidFill>
                  <a:srgbClr val="03234B"/>
                </a:solidFill>
              </a:rPr>
              <a:t>Le maître et l'esclave possèdent tous les deux un registre à décalage 8 bits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8E1B7-2645-4BFF-B184-D74E816D6680}"/>
              </a:ext>
            </a:extLst>
          </p:cNvPr>
          <p:cNvSpPr txBox="1"/>
          <p:nvPr/>
        </p:nvSpPr>
        <p:spPr>
          <a:xfrm>
            <a:off x="6453581" y="3369182"/>
            <a:ext cx="4971011" cy="16439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1600" b="1" dirty="0">
                <a:solidFill>
                  <a:srgbClr val="03234B"/>
                </a:solidFill>
              </a:rPr>
              <a:t>SCLK</a:t>
            </a:r>
            <a:r>
              <a:rPr lang="fr-FR" sz="1600" dirty="0">
                <a:solidFill>
                  <a:srgbClr val="03234B"/>
                </a:solidFill>
              </a:rPr>
              <a:t>: Horloge</a:t>
            </a:r>
          </a:p>
          <a:p>
            <a:r>
              <a:rPr lang="fr-FR" sz="1600" b="1" dirty="0">
                <a:solidFill>
                  <a:srgbClr val="03234B"/>
                </a:solidFill>
              </a:rPr>
              <a:t>MISO</a:t>
            </a:r>
            <a:r>
              <a:rPr lang="fr-FR" sz="1600" dirty="0">
                <a:solidFill>
                  <a:srgbClr val="03234B"/>
                </a:solidFill>
              </a:rPr>
              <a:t>: Master Input, Slave Out (généré par l’esclave)</a:t>
            </a:r>
          </a:p>
          <a:p>
            <a:r>
              <a:rPr lang="fr-FR" sz="1600" b="1" dirty="0">
                <a:solidFill>
                  <a:srgbClr val="03234B"/>
                </a:solidFill>
              </a:rPr>
              <a:t>MOSI</a:t>
            </a:r>
            <a:r>
              <a:rPr lang="fr-FR" sz="1600" dirty="0">
                <a:solidFill>
                  <a:srgbClr val="03234B"/>
                </a:solidFill>
              </a:rPr>
              <a:t>: Master Out, Slave Input (généré par le maître)</a:t>
            </a:r>
          </a:p>
          <a:p>
            <a:r>
              <a:rPr lang="fr-FR" sz="1600" b="1" dirty="0">
                <a:solidFill>
                  <a:srgbClr val="03234B"/>
                </a:solidFill>
              </a:rPr>
              <a:t>SS</a:t>
            </a:r>
            <a:r>
              <a:rPr lang="fr-FR" sz="1600" dirty="0">
                <a:solidFill>
                  <a:srgbClr val="03234B"/>
                </a:solidFill>
              </a:rPr>
              <a:t>: Slave Select, Actif à l’état bas (généré par le maître)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C256D04-642C-49A2-BE7D-23419993BB02}"/>
              </a:ext>
            </a:extLst>
          </p:cNvPr>
          <p:cNvGrpSpPr/>
          <p:nvPr/>
        </p:nvGrpSpPr>
        <p:grpSpPr>
          <a:xfrm>
            <a:off x="1610607" y="3413185"/>
            <a:ext cx="4133911" cy="1250255"/>
            <a:chOff x="1458073" y="3422605"/>
            <a:chExt cx="4133911" cy="12502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AAD4B2B-0FF2-4790-8ED6-6C1871831A89}"/>
                </a:ext>
              </a:extLst>
            </p:cNvPr>
            <p:cNvGrpSpPr/>
            <p:nvPr/>
          </p:nvGrpSpPr>
          <p:grpSpPr>
            <a:xfrm>
              <a:off x="1458073" y="3422605"/>
              <a:ext cx="1567758" cy="989214"/>
              <a:chOff x="3270248" y="4094019"/>
              <a:chExt cx="1567758" cy="989214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641B1E3-C2CF-4C2F-A819-5581CAE3D80A}"/>
                  </a:ext>
                </a:extLst>
              </p:cNvPr>
              <p:cNvSpPr/>
              <p:nvPr/>
            </p:nvSpPr>
            <p:spPr>
              <a:xfrm>
                <a:off x="3270250" y="4094019"/>
                <a:ext cx="1567756" cy="989214"/>
              </a:xfrm>
              <a:prstGeom prst="rect">
                <a:avLst/>
              </a:prstGeom>
              <a:solidFill>
                <a:srgbClr val="E6007E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49F256-78C0-4D7E-8D6B-030A666EF327}"/>
                  </a:ext>
                </a:extLst>
              </p:cNvPr>
              <p:cNvSpPr txBox="1"/>
              <p:nvPr/>
            </p:nvSpPr>
            <p:spPr>
              <a:xfrm>
                <a:off x="3270248" y="4281314"/>
                <a:ext cx="758940" cy="5232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SPI</a:t>
                </a:r>
              </a:p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Master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422988C-E3B7-4CDB-8DC9-41EA804945E3}"/>
                  </a:ext>
                </a:extLst>
              </p:cNvPr>
              <p:cNvSpPr txBox="1"/>
              <p:nvPr/>
            </p:nvSpPr>
            <p:spPr>
              <a:xfrm>
                <a:off x="4079067" y="4097270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SCLK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75F342-148A-4241-A583-01E97C4A4E57}"/>
                  </a:ext>
                </a:extLst>
              </p:cNvPr>
              <p:cNvSpPr txBox="1"/>
              <p:nvPr/>
            </p:nvSpPr>
            <p:spPr>
              <a:xfrm>
                <a:off x="4079067" y="4323182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MOSI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FE4AEA-E4D6-4B59-92C7-06AD9D9B0CBD}"/>
                  </a:ext>
                </a:extLst>
              </p:cNvPr>
              <p:cNvSpPr txBox="1"/>
              <p:nvPr/>
            </p:nvSpPr>
            <p:spPr>
              <a:xfrm>
                <a:off x="4079067" y="4549094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MISO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0F3D6AAC-9965-4C8E-9886-01BC5575F4ED}"/>
                      </a:ext>
                    </a:extLst>
                  </p:cNvPr>
                  <p:cNvSpPr txBox="1"/>
                  <p:nvPr/>
                </p:nvSpPr>
                <p:spPr>
                  <a:xfrm>
                    <a:off x="4079067" y="4775007"/>
                    <a:ext cx="758939" cy="3082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b="1" i="1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0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𝐒𝐒</m:t>
                              </m:r>
                            </m:e>
                          </m:acc>
                        </m:oMath>
                      </m:oMathPara>
                    </a14:m>
                    <a:endParaRPr lang="en-US" sz="1400" b="1" dirty="0"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0F3D6AAC-9965-4C8E-9886-01BC5575F4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9067" y="4775007"/>
                    <a:ext cx="758939" cy="30822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1678916-D5A3-44B0-93F8-6AED7306BCC8}"/>
                </a:ext>
              </a:extLst>
            </p:cNvPr>
            <p:cNvCxnSpPr>
              <a:cxnSpLocks/>
              <a:stCxn id="24" idx="3"/>
              <a:endCxn id="18" idx="1"/>
            </p:cNvCxnSpPr>
            <p:nvPr/>
          </p:nvCxnSpPr>
          <p:spPr>
            <a:xfrm>
              <a:off x="3025831" y="3579745"/>
              <a:ext cx="998396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49536C8-C702-4035-A36B-6D38DDCC6866}"/>
                </a:ext>
              </a:extLst>
            </p:cNvPr>
            <p:cNvGrpSpPr/>
            <p:nvPr/>
          </p:nvGrpSpPr>
          <p:grpSpPr>
            <a:xfrm>
              <a:off x="4024227" y="3422605"/>
              <a:ext cx="1567757" cy="989214"/>
              <a:chOff x="5836402" y="4094019"/>
              <a:chExt cx="1567757" cy="98921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20A165F-6C24-4999-BCF6-18A086E94548}"/>
                  </a:ext>
                </a:extLst>
              </p:cNvPr>
              <p:cNvSpPr/>
              <p:nvPr/>
            </p:nvSpPr>
            <p:spPr>
              <a:xfrm>
                <a:off x="5836403" y="4094019"/>
                <a:ext cx="1567756" cy="98921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6F4187E-DC86-4A28-B8FA-581AD84377C4}"/>
                  </a:ext>
                </a:extLst>
              </p:cNvPr>
              <p:cNvSpPr txBox="1"/>
              <p:nvPr/>
            </p:nvSpPr>
            <p:spPr>
              <a:xfrm>
                <a:off x="6645219" y="4282522"/>
                <a:ext cx="758940" cy="5232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SPI</a:t>
                </a:r>
              </a:p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Slave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81B98E1-F359-453D-86B4-D93A8FC56583}"/>
                  </a:ext>
                </a:extLst>
              </p:cNvPr>
              <p:cNvSpPr txBox="1"/>
              <p:nvPr/>
            </p:nvSpPr>
            <p:spPr>
              <a:xfrm>
                <a:off x="5836402" y="4097270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SCLK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8578E9-BF50-4B87-A4E0-C16C372A835F}"/>
                  </a:ext>
                </a:extLst>
              </p:cNvPr>
              <p:cNvSpPr txBox="1"/>
              <p:nvPr/>
            </p:nvSpPr>
            <p:spPr>
              <a:xfrm>
                <a:off x="5836402" y="4323182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MOSI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90F72BF-B0BB-4CC0-A0C4-028214F010CB}"/>
                  </a:ext>
                </a:extLst>
              </p:cNvPr>
              <p:cNvSpPr txBox="1"/>
              <p:nvPr/>
            </p:nvSpPr>
            <p:spPr>
              <a:xfrm>
                <a:off x="5836402" y="4549094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MISO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084CBACE-430B-4B2E-9E81-E7D8693CC2BE}"/>
                      </a:ext>
                    </a:extLst>
                  </p:cNvPr>
                  <p:cNvSpPr txBox="1"/>
                  <p:nvPr/>
                </p:nvSpPr>
                <p:spPr>
                  <a:xfrm>
                    <a:off x="5836402" y="4775007"/>
                    <a:ext cx="758939" cy="3082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b="1" i="1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0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𝐒𝐒</m:t>
                              </m:r>
                            </m:e>
                          </m:acc>
                        </m:oMath>
                      </m:oMathPara>
                    </a14:m>
                    <a:endParaRPr lang="en-US" sz="1400" b="1" dirty="0"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084CBACE-430B-4B2E-9E81-E7D8693CC2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6402" y="4775007"/>
                    <a:ext cx="758939" cy="30822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D1F3283-ABFA-4BDE-A4B1-9BCDFBA2D539}"/>
                </a:ext>
              </a:extLst>
            </p:cNvPr>
            <p:cNvCxnSpPr>
              <a:cxnSpLocks/>
              <a:stCxn id="25" idx="3"/>
              <a:endCxn id="19" idx="1"/>
            </p:cNvCxnSpPr>
            <p:nvPr/>
          </p:nvCxnSpPr>
          <p:spPr>
            <a:xfrm>
              <a:off x="3025831" y="3805657"/>
              <a:ext cx="998396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153FE0E-3803-451D-A5F3-CAC9E9191A28}"/>
                </a:ext>
              </a:extLst>
            </p:cNvPr>
            <p:cNvCxnSpPr>
              <a:cxnSpLocks/>
              <a:stCxn id="20" idx="1"/>
              <a:endCxn id="26" idx="3"/>
            </p:cNvCxnSpPr>
            <p:nvPr/>
          </p:nvCxnSpPr>
          <p:spPr>
            <a:xfrm flipH="1">
              <a:off x="3025831" y="4031569"/>
              <a:ext cx="998396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192009F-5CF2-43A4-A60E-AE63946C436A}"/>
                </a:ext>
              </a:extLst>
            </p:cNvPr>
            <p:cNvCxnSpPr>
              <a:cxnSpLocks/>
              <a:stCxn id="27" idx="3"/>
              <a:endCxn id="21" idx="1"/>
            </p:cNvCxnSpPr>
            <p:nvPr/>
          </p:nvCxnSpPr>
          <p:spPr>
            <a:xfrm>
              <a:off x="3025831" y="4257706"/>
              <a:ext cx="998396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31D4FB-23E7-475A-B0A4-7325FCF93007}"/>
                </a:ext>
              </a:extLst>
            </p:cNvPr>
            <p:cNvSpPr txBox="1"/>
            <p:nvPr/>
          </p:nvSpPr>
          <p:spPr>
            <a:xfrm>
              <a:off x="4024226" y="4411250"/>
              <a:ext cx="1567756" cy="261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solidFill>
                    <a:srgbClr val="03234B"/>
                  </a:solidFill>
                </a:rPr>
                <a:t>Ex: afficheur 7 segments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2E8BDA-7719-446A-83F5-72EF9F8FCC3B}"/>
              </a:ext>
            </a:extLst>
          </p:cNvPr>
          <p:cNvGrpSpPr/>
          <p:nvPr/>
        </p:nvGrpSpPr>
        <p:grpSpPr>
          <a:xfrm>
            <a:off x="1389628" y="5112345"/>
            <a:ext cx="4575870" cy="1196975"/>
            <a:chOff x="1237094" y="4977739"/>
            <a:chExt cx="4575870" cy="119697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C8BD430-7E7E-4A7E-8D06-C64EE7B7733D}"/>
                </a:ext>
              </a:extLst>
            </p:cNvPr>
            <p:cNvSpPr txBox="1"/>
            <p:nvPr/>
          </p:nvSpPr>
          <p:spPr>
            <a:xfrm>
              <a:off x="3025831" y="5195718"/>
              <a:ext cx="998396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SCLK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A648E52-52E9-4CD5-881A-7E8A05C13510}"/>
                </a:ext>
              </a:extLst>
            </p:cNvPr>
            <p:cNvSpPr/>
            <p:nvPr/>
          </p:nvSpPr>
          <p:spPr>
            <a:xfrm>
              <a:off x="1237094" y="4977739"/>
              <a:ext cx="1788737" cy="1196975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3DA6550-1476-4F1E-ABED-B387F5885D54}"/>
                </a:ext>
              </a:extLst>
            </p:cNvPr>
            <p:cNvSpPr/>
            <p:nvPr/>
          </p:nvSpPr>
          <p:spPr>
            <a:xfrm>
              <a:off x="1389495" y="5130140"/>
              <a:ext cx="1406696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MASTER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54AF628-1DC2-4074-9D79-D07C81ED74E5}"/>
                </a:ext>
              </a:extLst>
            </p:cNvPr>
            <p:cNvSpPr/>
            <p:nvPr/>
          </p:nvSpPr>
          <p:spPr>
            <a:xfrm>
              <a:off x="1389494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0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38248BF-13EE-457E-ADE0-0FA2C872802E}"/>
                </a:ext>
              </a:extLst>
            </p:cNvPr>
            <p:cNvSpPr/>
            <p:nvPr/>
          </p:nvSpPr>
          <p:spPr>
            <a:xfrm>
              <a:off x="1565331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1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22AA390-1F02-4717-BC89-2D9A38121DD1}"/>
                </a:ext>
              </a:extLst>
            </p:cNvPr>
            <p:cNvSpPr/>
            <p:nvPr/>
          </p:nvSpPr>
          <p:spPr>
            <a:xfrm>
              <a:off x="1741168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2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ED14538-C341-4093-BD40-340CF43042DC}"/>
                </a:ext>
              </a:extLst>
            </p:cNvPr>
            <p:cNvSpPr/>
            <p:nvPr/>
          </p:nvSpPr>
          <p:spPr>
            <a:xfrm>
              <a:off x="1917005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3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0DEBB1A-D8B2-46CE-82A3-3AA7F6556864}"/>
                </a:ext>
              </a:extLst>
            </p:cNvPr>
            <p:cNvSpPr/>
            <p:nvPr/>
          </p:nvSpPr>
          <p:spPr>
            <a:xfrm>
              <a:off x="2092842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4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E44799F-D581-45A0-B5E3-418CFC840178}"/>
                </a:ext>
              </a:extLst>
            </p:cNvPr>
            <p:cNvSpPr/>
            <p:nvPr/>
          </p:nvSpPr>
          <p:spPr>
            <a:xfrm>
              <a:off x="2268679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5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00CCE45-3BEE-408A-A7CE-839DE547E702}"/>
                </a:ext>
              </a:extLst>
            </p:cNvPr>
            <p:cNvSpPr/>
            <p:nvPr/>
          </p:nvSpPr>
          <p:spPr>
            <a:xfrm>
              <a:off x="2444516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6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F205068-AD39-411D-9A6B-5CE09163F67B}"/>
                </a:ext>
              </a:extLst>
            </p:cNvPr>
            <p:cNvSpPr/>
            <p:nvPr/>
          </p:nvSpPr>
          <p:spPr>
            <a:xfrm>
              <a:off x="2620353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7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27157A2-9250-485D-8E22-4B0393BF74E8}"/>
                </a:ext>
              </a:extLst>
            </p:cNvPr>
            <p:cNvSpPr/>
            <p:nvPr/>
          </p:nvSpPr>
          <p:spPr>
            <a:xfrm>
              <a:off x="4024227" y="4977739"/>
              <a:ext cx="1788737" cy="1196975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74E4B1C-0FF9-4E8F-80F7-2E21F004BEEF}"/>
                </a:ext>
              </a:extLst>
            </p:cNvPr>
            <p:cNvSpPr/>
            <p:nvPr/>
          </p:nvSpPr>
          <p:spPr>
            <a:xfrm>
              <a:off x="4176628" y="5130140"/>
              <a:ext cx="1406696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SLAVE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DA7C783-1561-4D86-8242-61EF9011529A}"/>
                </a:ext>
              </a:extLst>
            </p:cNvPr>
            <p:cNvSpPr/>
            <p:nvPr/>
          </p:nvSpPr>
          <p:spPr>
            <a:xfrm>
              <a:off x="4176627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0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E69D950-3FAF-4CA2-BD7E-33FB3B8798F1}"/>
                </a:ext>
              </a:extLst>
            </p:cNvPr>
            <p:cNvSpPr/>
            <p:nvPr/>
          </p:nvSpPr>
          <p:spPr>
            <a:xfrm>
              <a:off x="4352464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1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38BBE6B-27B1-45B8-8453-4B5FECC3ECB3}"/>
                </a:ext>
              </a:extLst>
            </p:cNvPr>
            <p:cNvSpPr/>
            <p:nvPr/>
          </p:nvSpPr>
          <p:spPr>
            <a:xfrm>
              <a:off x="4528301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2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8977CC1-CF74-4CDD-96E1-F75210C43CF1}"/>
                </a:ext>
              </a:extLst>
            </p:cNvPr>
            <p:cNvSpPr/>
            <p:nvPr/>
          </p:nvSpPr>
          <p:spPr>
            <a:xfrm>
              <a:off x="4704138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3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A79ACE3-4777-4D9A-A423-BF091C56F070}"/>
                </a:ext>
              </a:extLst>
            </p:cNvPr>
            <p:cNvSpPr/>
            <p:nvPr/>
          </p:nvSpPr>
          <p:spPr>
            <a:xfrm>
              <a:off x="4879975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4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46DC7D8-4D5A-4967-BC5B-3CA602B295A4}"/>
                </a:ext>
              </a:extLst>
            </p:cNvPr>
            <p:cNvSpPr/>
            <p:nvPr/>
          </p:nvSpPr>
          <p:spPr>
            <a:xfrm>
              <a:off x="5055812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5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5A8A928-23A1-42B0-B5F3-FA4B6B2F8A1E}"/>
                </a:ext>
              </a:extLst>
            </p:cNvPr>
            <p:cNvSpPr/>
            <p:nvPr/>
          </p:nvSpPr>
          <p:spPr>
            <a:xfrm>
              <a:off x="5231649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6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DE2266B-74F3-4FB6-8292-C0236953652A}"/>
                </a:ext>
              </a:extLst>
            </p:cNvPr>
            <p:cNvSpPr/>
            <p:nvPr/>
          </p:nvSpPr>
          <p:spPr>
            <a:xfrm>
              <a:off x="5407486" y="5667392"/>
              <a:ext cx="175837" cy="252904"/>
            </a:xfrm>
            <a:prstGeom prst="rect">
              <a:avLst/>
            </a:prstGeom>
            <a:noFill/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7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8CB3098-F058-4DAC-9317-2FFAA39453F3}"/>
                </a:ext>
              </a:extLst>
            </p:cNvPr>
            <p:cNvCxnSpPr>
              <a:cxnSpLocks/>
            </p:cNvCxnSpPr>
            <p:nvPr/>
          </p:nvCxnSpPr>
          <p:spPr>
            <a:xfrm>
              <a:off x="3025831" y="5473463"/>
              <a:ext cx="998396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93A8F70-7B17-4008-91AB-CA5927E3F58F}"/>
                </a:ext>
              </a:extLst>
            </p:cNvPr>
            <p:cNvCxnSpPr>
              <a:cxnSpLocks/>
            </p:cNvCxnSpPr>
            <p:nvPr/>
          </p:nvCxnSpPr>
          <p:spPr>
            <a:xfrm>
              <a:off x="3025831" y="5790963"/>
              <a:ext cx="998396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2931B717-917C-4CE7-A3BF-09EBCBA1F5E9}"/>
                </a:ext>
              </a:extLst>
            </p:cNvPr>
            <p:cNvCxnSpPr>
              <a:stCxn id="49" idx="2"/>
              <a:endCxn id="32" idx="2"/>
            </p:cNvCxnSpPr>
            <p:nvPr/>
          </p:nvCxnSpPr>
          <p:spPr>
            <a:xfrm rot="5400000">
              <a:off x="3486409" y="3911300"/>
              <a:ext cx="12700" cy="4017992"/>
            </a:xfrm>
            <a:prstGeom prst="bentConnector3">
              <a:avLst>
                <a:gd name="adj1" fmla="val 1350000"/>
              </a:avLst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BA46A40-8704-4531-9C19-1E85512E4E10}"/>
                </a:ext>
              </a:extLst>
            </p:cNvPr>
            <p:cNvSpPr txBox="1"/>
            <p:nvPr/>
          </p:nvSpPr>
          <p:spPr>
            <a:xfrm>
              <a:off x="3025831" y="5487587"/>
              <a:ext cx="998396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MOSI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945BE05-D025-40C6-AEB7-EA94F8C29C71}"/>
                </a:ext>
              </a:extLst>
            </p:cNvPr>
            <p:cNvSpPr txBox="1"/>
            <p:nvPr/>
          </p:nvSpPr>
          <p:spPr>
            <a:xfrm>
              <a:off x="3025831" y="5811440"/>
              <a:ext cx="998396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>
                  <a:solidFill>
                    <a:srgbClr val="03234B"/>
                  </a:solidFill>
                </a:rPr>
                <a:t>MISO</a:t>
              </a:r>
              <a:endParaRPr lang="en-US" sz="1400" dirty="0">
                <a:solidFill>
                  <a:srgbClr val="03234B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81892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Liaison SPI avec plusieurs esclaves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3041A3B-2BE7-4AC4-A084-4D200FEE7943}"/>
              </a:ext>
            </a:extLst>
          </p:cNvPr>
          <p:cNvSpPr txBox="1"/>
          <p:nvPr/>
        </p:nvSpPr>
        <p:spPr>
          <a:xfrm>
            <a:off x="551399" y="1178461"/>
            <a:ext cx="6683567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dirty="0">
                <a:solidFill>
                  <a:srgbClr val="03234B"/>
                </a:solidFill>
              </a:rPr>
              <a:t>Il est possible de connecter plusieurs esclaves à un seul maître.</a:t>
            </a:r>
          </a:p>
          <a:p>
            <a:r>
              <a:rPr lang="fr-FR" dirty="0">
                <a:solidFill>
                  <a:srgbClr val="03234B"/>
                </a:solidFill>
              </a:rPr>
              <a:t>Pour sélectionner chaque esclave, il faudra une pin SS dédiée.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7B746A-B172-417C-8A57-EAFD5B4C1122}"/>
              </a:ext>
            </a:extLst>
          </p:cNvPr>
          <p:cNvGrpSpPr/>
          <p:nvPr/>
        </p:nvGrpSpPr>
        <p:grpSpPr>
          <a:xfrm>
            <a:off x="2423592" y="2338487"/>
            <a:ext cx="5846333" cy="3695405"/>
            <a:chOff x="1707455" y="2739045"/>
            <a:chExt cx="5846333" cy="369540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E8BCA0-FD42-4565-B3FF-747AE4559134}"/>
                </a:ext>
              </a:extLst>
            </p:cNvPr>
            <p:cNvSpPr/>
            <p:nvPr/>
          </p:nvSpPr>
          <p:spPr>
            <a:xfrm>
              <a:off x="1707457" y="2739045"/>
              <a:ext cx="1567756" cy="1461614"/>
            </a:xfrm>
            <a:prstGeom prst="rect">
              <a:avLst/>
            </a:prstGeom>
            <a:solidFill>
              <a:srgbClr val="E6007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40BFA9-9707-41B1-A68A-D3FE3D25A963}"/>
                </a:ext>
              </a:extLst>
            </p:cNvPr>
            <p:cNvSpPr txBox="1"/>
            <p:nvPr/>
          </p:nvSpPr>
          <p:spPr>
            <a:xfrm>
              <a:off x="1707455" y="2926340"/>
              <a:ext cx="758940" cy="52322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SPI</a:t>
              </a:r>
            </a:p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Master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D22B79-450F-4125-99C9-1B64C483A12C}"/>
                </a:ext>
              </a:extLst>
            </p:cNvPr>
            <p:cNvSpPr txBox="1"/>
            <p:nvPr/>
          </p:nvSpPr>
          <p:spPr>
            <a:xfrm>
              <a:off x="2516274" y="2742296"/>
              <a:ext cx="758939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SCLK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0DB9C2-CAC4-47BD-A17E-E320BDB81520}"/>
                </a:ext>
              </a:extLst>
            </p:cNvPr>
            <p:cNvSpPr txBox="1"/>
            <p:nvPr/>
          </p:nvSpPr>
          <p:spPr>
            <a:xfrm>
              <a:off x="2516274" y="2968208"/>
              <a:ext cx="758939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MOSI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F899EC-8F02-4532-810E-0C83E1F5EDA4}"/>
                </a:ext>
              </a:extLst>
            </p:cNvPr>
            <p:cNvSpPr txBox="1"/>
            <p:nvPr/>
          </p:nvSpPr>
          <p:spPr>
            <a:xfrm>
              <a:off x="2516274" y="3194120"/>
              <a:ext cx="758939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MISO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781B4B8-EED1-4D13-8562-5D84C9BB2EBF}"/>
                    </a:ext>
                  </a:extLst>
                </p:cNvPr>
                <p:cNvSpPr txBox="1"/>
                <p:nvPr/>
              </p:nvSpPr>
              <p:spPr>
                <a:xfrm>
                  <a:off x="2516274" y="3420033"/>
                  <a:ext cx="758939" cy="3082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1400" b="1" i="1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 i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𝐒𝐒𝟏</m:t>
                            </m:r>
                          </m:e>
                        </m:acc>
                      </m:oMath>
                    </m:oMathPara>
                  </a14:m>
                  <a:endParaRPr lang="en-US" sz="1400" b="1" dirty="0">
                    <a:solidFill>
                      <a:schemeClr val="bg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781B4B8-EED1-4D13-8562-5D84C9BB2E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274" y="3420033"/>
                  <a:ext cx="758939" cy="30822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EE6841A-C2FB-4DBC-B753-55DA865A66ED}"/>
                </a:ext>
              </a:extLst>
            </p:cNvPr>
            <p:cNvCxnSpPr>
              <a:cxnSpLocks/>
              <a:stCxn id="10" idx="3"/>
              <a:endCxn id="51" idx="1"/>
            </p:cNvCxnSpPr>
            <p:nvPr/>
          </p:nvCxnSpPr>
          <p:spPr>
            <a:xfrm>
              <a:off x="3275213" y="2896185"/>
              <a:ext cx="2660942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4CFAEF2-4648-4C9F-B1D5-CAD687F06424}"/>
                </a:ext>
              </a:extLst>
            </p:cNvPr>
            <p:cNvGrpSpPr/>
            <p:nvPr/>
          </p:nvGrpSpPr>
          <p:grpSpPr>
            <a:xfrm>
              <a:off x="5936155" y="2739045"/>
              <a:ext cx="1567757" cy="989214"/>
              <a:chOff x="5836402" y="4094019"/>
              <a:chExt cx="1567757" cy="989214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2F7DF32-167C-4CBD-89B7-1126D85FFED5}"/>
                  </a:ext>
                </a:extLst>
              </p:cNvPr>
              <p:cNvSpPr/>
              <p:nvPr/>
            </p:nvSpPr>
            <p:spPr>
              <a:xfrm>
                <a:off x="5836403" y="4094019"/>
                <a:ext cx="1567756" cy="98921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C39EE2B-DC25-43B2-BE01-B9580218EA29}"/>
                  </a:ext>
                </a:extLst>
              </p:cNvPr>
              <p:cNvSpPr txBox="1"/>
              <p:nvPr/>
            </p:nvSpPr>
            <p:spPr>
              <a:xfrm>
                <a:off x="6645219" y="4282522"/>
                <a:ext cx="758940" cy="5232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SPI</a:t>
                </a:r>
              </a:p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Slave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2C7DDD3-9019-4962-80BF-8DD3FA9B0197}"/>
                  </a:ext>
                </a:extLst>
              </p:cNvPr>
              <p:cNvSpPr txBox="1"/>
              <p:nvPr/>
            </p:nvSpPr>
            <p:spPr>
              <a:xfrm>
                <a:off x="5836402" y="4097270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SCLK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ACD3EDA-64E3-4CB2-96BC-FE485F1DA320}"/>
                  </a:ext>
                </a:extLst>
              </p:cNvPr>
              <p:cNvSpPr txBox="1"/>
              <p:nvPr/>
            </p:nvSpPr>
            <p:spPr>
              <a:xfrm>
                <a:off x="5836402" y="4323182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MOSI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81C5141-F7FB-4B64-80AD-F7D5CDCB442C}"/>
                  </a:ext>
                </a:extLst>
              </p:cNvPr>
              <p:cNvSpPr txBox="1"/>
              <p:nvPr/>
            </p:nvSpPr>
            <p:spPr>
              <a:xfrm>
                <a:off x="5836402" y="4549094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MISO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6448E16F-7A9A-45BD-AD77-7C4AF317CC81}"/>
                      </a:ext>
                    </a:extLst>
                  </p:cNvPr>
                  <p:cNvSpPr txBox="1"/>
                  <p:nvPr/>
                </p:nvSpPr>
                <p:spPr>
                  <a:xfrm>
                    <a:off x="5836402" y="4775007"/>
                    <a:ext cx="758939" cy="3082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b="1" i="1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0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𝐒𝐒</m:t>
                              </m:r>
                            </m:e>
                          </m:acc>
                        </m:oMath>
                      </m:oMathPara>
                    </a14:m>
                    <a:endParaRPr lang="en-US" sz="1400" b="1" dirty="0"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6448E16F-7A9A-45BD-AD77-7C4AF317CC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6402" y="4775007"/>
                    <a:ext cx="758939" cy="30822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64CA02D-252B-4FB0-BFE7-18E4FEBB5C65}"/>
                </a:ext>
              </a:extLst>
            </p:cNvPr>
            <p:cNvCxnSpPr>
              <a:cxnSpLocks/>
              <a:stCxn id="11" idx="3"/>
              <a:endCxn id="52" idx="1"/>
            </p:cNvCxnSpPr>
            <p:nvPr/>
          </p:nvCxnSpPr>
          <p:spPr>
            <a:xfrm>
              <a:off x="3275213" y="3122097"/>
              <a:ext cx="2660942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FBB110A-A1A2-4FBC-A15E-FA6F3A7030D9}"/>
                </a:ext>
              </a:extLst>
            </p:cNvPr>
            <p:cNvCxnSpPr>
              <a:cxnSpLocks/>
              <a:stCxn id="53" idx="1"/>
              <a:endCxn id="12" idx="3"/>
            </p:cNvCxnSpPr>
            <p:nvPr/>
          </p:nvCxnSpPr>
          <p:spPr>
            <a:xfrm flipH="1">
              <a:off x="3275213" y="3348009"/>
              <a:ext cx="2660942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8FF27CB-1F3B-4023-ACC1-F72E3BA5901B}"/>
                </a:ext>
              </a:extLst>
            </p:cNvPr>
            <p:cNvCxnSpPr>
              <a:cxnSpLocks/>
              <a:stCxn id="13" idx="3"/>
              <a:endCxn id="54" idx="1"/>
            </p:cNvCxnSpPr>
            <p:nvPr/>
          </p:nvCxnSpPr>
          <p:spPr>
            <a:xfrm>
              <a:off x="3275213" y="3574146"/>
              <a:ext cx="2660942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E0DF082-8340-4084-97E2-CED47467175E}"/>
                </a:ext>
              </a:extLst>
            </p:cNvPr>
            <p:cNvGrpSpPr/>
            <p:nvPr/>
          </p:nvGrpSpPr>
          <p:grpSpPr>
            <a:xfrm>
              <a:off x="5986031" y="4090515"/>
              <a:ext cx="1567757" cy="989214"/>
              <a:chOff x="5836402" y="4094019"/>
              <a:chExt cx="1567757" cy="989214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E16BEF5-A3B2-45FF-B8A6-5386F8E15542}"/>
                  </a:ext>
                </a:extLst>
              </p:cNvPr>
              <p:cNvSpPr/>
              <p:nvPr/>
            </p:nvSpPr>
            <p:spPr>
              <a:xfrm>
                <a:off x="5836403" y="4094019"/>
                <a:ext cx="1567756" cy="98921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7ECDE2A-594D-410A-8838-6AA6F51AA536}"/>
                  </a:ext>
                </a:extLst>
              </p:cNvPr>
              <p:cNvSpPr txBox="1"/>
              <p:nvPr/>
            </p:nvSpPr>
            <p:spPr>
              <a:xfrm>
                <a:off x="6645219" y="4282522"/>
                <a:ext cx="758940" cy="5232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SPI</a:t>
                </a:r>
              </a:p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Slave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62169DE-85FE-46E6-A0FD-D19E35CB2282}"/>
                  </a:ext>
                </a:extLst>
              </p:cNvPr>
              <p:cNvSpPr txBox="1"/>
              <p:nvPr/>
            </p:nvSpPr>
            <p:spPr>
              <a:xfrm>
                <a:off x="5836402" y="4097270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SCLK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FE83AE5-119D-48FB-9DE0-676BD75A5DC8}"/>
                  </a:ext>
                </a:extLst>
              </p:cNvPr>
              <p:cNvSpPr txBox="1"/>
              <p:nvPr/>
            </p:nvSpPr>
            <p:spPr>
              <a:xfrm>
                <a:off x="5836402" y="4323182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MOSI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A67FDC8-9224-485C-9812-44F581973BD6}"/>
                  </a:ext>
                </a:extLst>
              </p:cNvPr>
              <p:cNvSpPr txBox="1"/>
              <p:nvPr/>
            </p:nvSpPr>
            <p:spPr>
              <a:xfrm>
                <a:off x="5836402" y="4549094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MISO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C3089040-E98B-40C5-89E1-816719F752FD}"/>
                      </a:ext>
                    </a:extLst>
                  </p:cNvPr>
                  <p:cNvSpPr txBox="1"/>
                  <p:nvPr/>
                </p:nvSpPr>
                <p:spPr>
                  <a:xfrm>
                    <a:off x="5836402" y="4775007"/>
                    <a:ext cx="758939" cy="3082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b="1" i="1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0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𝐒𝐒</m:t>
                              </m:r>
                            </m:e>
                          </m:acc>
                        </m:oMath>
                      </m:oMathPara>
                    </a14:m>
                    <a:endParaRPr lang="en-US" sz="1400" b="1" dirty="0"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C3089040-E98B-40C5-89E1-816719F752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6402" y="4775007"/>
                    <a:ext cx="758939" cy="30822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3C5EE51-7DA8-432D-ACC5-08145D829F33}"/>
                    </a:ext>
                  </a:extLst>
                </p:cNvPr>
                <p:cNvSpPr txBox="1"/>
                <p:nvPr/>
              </p:nvSpPr>
              <p:spPr>
                <a:xfrm>
                  <a:off x="2516274" y="3646169"/>
                  <a:ext cx="758939" cy="3082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1400" b="1" i="1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 i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𝐒𝐒𝟐</m:t>
                            </m:r>
                          </m:e>
                        </m:acc>
                      </m:oMath>
                    </m:oMathPara>
                  </a14:m>
                  <a:endParaRPr lang="en-US" sz="1400" b="1" dirty="0">
                    <a:solidFill>
                      <a:schemeClr val="bg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3C5EE51-7DA8-432D-ACC5-08145D829F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274" y="3646169"/>
                  <a:ext cx="758939" cy="30822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6F28107-3A92-4146-AFB2-F613235AC81A}"/>
                    </a:ext>
                  </a:extLst>
                </p:cNvPr>
                <p:cNvSpPr txBox="1"/>
                <p:nvPr/>
              </p:nvSpPr>
              <p:spPr>
                <a:xfrm>
                  <a:off x="2516273" y="3872304"/>
                  <a:ext cx="758939" cy="3082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1400" b="1" i="1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 i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𝐒𝐒𝟑</m:t>
                            </m:r>
                          </m:e>
                        </m:acc>
                      </m:oMath>
                    </m:oMathPara>
                  </a14:m>
                  <a:endParaRPr lang="en-US" sz="1400" b="1" dirty="0">
                    <a:solidFill>
                      <a:schemeClr val="bg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6F28107-3A92-4146-AFB2-F613235AC8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273" y="3872304"/>
                  <a:ext cx="758939" cy="30822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7DE2CF5E-3B0A-4EC9-B353-F628F71F289C}"/>
                </a:ext>
              </a:extLst>
            </p:cNvPr>
            <p:cNvCxnSpPr>
              <a:cxnSpLocks/>
              <a:stCxn id="10" idx="3"/>
              <a:endCxn id="45" idx="1"/>
            </p:cNvCxnSpPr>
            <p:nvPr/>
          </p:nvCxnSpPr>
          <p:spPr>
            <a:xfrm>
              <a:off x="3275213" y="2896185"/>
              <a:ext cx="2710818" cy="1351470"/>
            </a:xfrm>
            <a:prstGeom prst="bentConnector3">
              <a:avLst>
                <a:gd name="adj1" fmla="val 69932"/>
              </a:avLst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FA90BBA0-693F-439A-A934-071A706A9DEB}"/>
                </a:ext>
              </a:extLst>
            </p:cNvPr>
            <p:cNvCxnSpPr>
              <a:cxnSpLocks/>
              <a:stCxn id="11" idx="3"/>
              <a:endCxn id="46" idx="1"/>
            </p:cNvCxnSpPr>
            <p:nvPr/>
          </p:nvCxnSpPr>
          <p:spPr>
            <a:xfrm>
              <a:off x="3275213" y="3122097"/>
              <a:ext cx="2710818" cy="1351470"/>
            </a:xfrm>
            <a:prstGeom prst="bentConnector3">
              <a:avLst>
                <a:gd name="adj1" fmla="val 62266"/>
              </a:avLst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F023300E-1F1A-4553-89E9-82C8CBBE3030}"/>
                </a:ext>
              </a:extLst>
            </p:cNvPr>
            <p:cNvCxnSpPr>
              <a:cxnSpLocks/>
              <a:stCxn id="47" idx="1"/>
              <a:endCxn id="12" idx="3"/>
            </p:cNvCxnSpPr>
            <p:nvPr/>
          </p:nvCxnSpPr>
          <p:spPr>
            <a:xfrm rot="10800000">
              <a:off x="3275213" y="3348009"/>
              <a:ext cx="2710818" cy="1351470"/>
            </a:xfrm>
            <a:prstGeom prst="bentConnector3">
              <a:avLst>
                <a:gd name="adj1" fmla="val 45400"/>
              </a:avLst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7E84E5D-EF99-4BD5-A474-01DD33F26835}"/>
                </a:ext>
              </a:extLst>
            </p:cNvPr>
            <p:cNvGrpSpPr/>
            <p:nvPr/>
          </p:nvGrpSpPr>
          <p:grpSpPr>
            <a:xfrm>
              <a:off x="5961093" y="5445236"/>
              <a:ext cx="1567757" cy="989214"/>
              <a:chOff x="5836402" y="4094019"/>
              <a:chExt cx="1567757" cy="98921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B767EE7-26F7-4C77-994C-9B16589AE227}"/>
                  </a:ext>
                </a:extLst>
              </p:cNvPr>
              <p:cNvSpPr/>
              <p:nvPr/>
            </p:nvSpPr>
            <p:spPr>
              <a:xfrm>
                <a:off x="5836403" y="4094019"/>
                <a:ext cx="1567756" cy="989214"/>
              </a:xfrm>
              <a:prstGeom prst="rect">
                <a:avLst/>
              </a:prstGeom>
              <a:solidFill>
                <a:srgbClr val="3CB4E6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AC7D45D-B95B-4EA7-A0D4-40BDC15D9F40}"/>
                  </a:ext>
                </a:extLst>
              </p:cNvPr>
              <p:cNvSpPr txBox="1"/>
              <p:nvPr/>
            </p:nvSpPr>
            <p:spPr>
              <a:xfrm>
                <a:off x="6645219" y="4282522"/>
                <a:ext cx="758940" cy="5232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SPI</a:t>
                </a:r>
              </a:p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Slave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93B8295-6DDE-4B0C-B5F5-C8E19CC3157C}"/>
                  </a:ext>
                </a:extLst>
              </p:cNvPr>
              <p:cNvSpPr txBox="1"/>
              <p:nvPr/>
            </p:nvSpPr>
            <p:spPr>
              <a:xfrm>
                <a:off x="5836402" y="4097270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SCLK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23FE97E-7822-4808-8DCE-34FC6826211C}"/>
                  </a:ext>
                </a:extLst>
              </p:cNvPr>
              <p:cNvSpPr txBox="1"/>
              <p:nvPr/>
            </p:nvSpPr>
            <p:spPr>
              <a:xfrm>
                <a:off x="5836402" y="4323182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MOSI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126C70-6972-47DE-A4E9-D688B26FAD8E}"/>
                  </a:ext>
                </a:extLst>
              </p:cNvPr>
              <p:cNvSpPr txBox="1"/>
              <p:nvPr/>
            </p:nvSpPr>
            <p:spPr>
              <a:xfrm>
                <a:off x="5836402" y="4549094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MISO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76E62AC5-5043-488B-89A8-F09D85E849E9}"/>
                      </a:ext>
                    </a:extLst>
                  </p:cNvPr>
                  <p:cNvSpPr txBox="1"/>
                  <p:nvPr/>
                </p:nvSpPr>
                <p:spPr>
                  <a:xfrm>
                    <a:off x="5836402" y="4775007"/>
                    <a:ext cx="758939" cy="3082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b="1" i="1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0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𝐒𝐒</m:t>
                              </m:r>
                            </m:e>
                          </m:acc>
                        </m:oMath>
                      </m:oMathPara>
                    </a14:m>
                    <a:endParaRPr lang="en-US" sz="1400" b="1" dirty="0"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76E62AC5-5043-488B-89A8-F09D85E849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6402" y="4775007"/>
                    <a:ext cx="758939" cy="30822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60BBCB92-1FD4-4D1D-82C3-27E64D41C770}"/>
                </a:ext>
              </a:extLst>
            </p:cNvPr>
            <p:cNvCxnSpPr>
              <a:cxnSpLocks/>
              <a:stCxn id="20" idx="3"/>
              <a:endCxn id="48" idx="1"/>
            </p:cNvCxnSpPr>
            <p:nvPr/>
          </p:nvCxnSpPr>
          <p:spPr>
            <a:xfrm>
              <a:off x="3275213" y="3800282"/>
              <a:ext cx="2710818" cy="1125334"/>
            </a:xfrm>
            <a:prstGeom prst="bentConnector3">
              <a:avLst>
                <a:gd name="adj1" fmla="val 23322"/>
              </a:avLst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5D94E61C-33EC-4A3D-860E-78A27A2CAC5E}"/>
                </a:ext>
              </a:extLst>
            </p:cNvPr>
            <p:cNvCxnSpPr>
              <a:cxnSpLocks/>
              <a:stCxn id="21" idx="3"/>
              <a:endCxn id="42" idx="1"/>
            </p:cNvCxnSpPr>
            <p:nvPr/>
          </p:nvCxnSpPr>
          <p:spPr>
            <a:xfrm>
              <a:off x="3275212" y="4026417"/>
              <a:ext cx="2685881" cy="2253920"/>
            </a:xfrm>
            <a:prstGeom prst="bentConnector3">
              <a:avLst>
                <a:gd name="adj1" fmla="val 16265"/>
              </a:avLst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8591D60D-0B7C-45DF-8CD7-8EBC84D52B98}"/>
                </a:ext>
              </a:extLst>
            </p:cNvPr>
            <p:cNvCxnSpPr>
              <a:cxnSpLocks/>
              <a:stCxn id="41" idx="1"/>
              <a:endCxn id="12" idx="3"/>
            </p:cNvCxnSpPr>
            <p:nvPr/>
          </p:nvCxnSpPr>
          <p:spPr>
            <a:xfrm rot="10800000">
              <a:off x="3275213" y="3348010"/>
              <a:ext cx="2685880" cy="2706191"/>
            </a:xfrm>
            <a:prstGeom prst="bentConnector3">
              <a:avLst>
                <a:gd name="adj1" fmla="val 44871"/>
              </a:avLst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AFBF13E0-4379-4E4F-B332-08427B31BF34}"/>
                </a:ext>
              </a:extLst>
            </p:cNvPr>
            <p:cNvCxnSpPr>
              <a:cxnSpLocks/>
              <a:stCxn id="11" idx="3"/>
              <a:endCxn id="40" idx="1"/>
            </p:cNvCxnSpPr>
            <p:nvPr/>
          </p:nvCxnSpPr>
          <p:spPr>
            <a:xfrm>
              <a:off x="3275213" y="3122097"/>
              <a:ext cx="2685880" cy="2706191"/>
            </a:xfrm>
            <a:prstGeom prst="bentConnector3">
              <a:avLst>
                <a:gd name="adj1" fmla="val 62825"/>
              </a:avLst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35C20AF9-A8DC-42F1-AB5D-52EADB180A75}"/>
                </a:ext>
              </a:extLst>
            </p:cNvPr>
            <p:cNvCxnSpPr>
              <a:cxnSpLocks/>
              <a:stCxn id="10" idx="3"/>
              <a:endCxn id="39" idx="1"/>
            </p:cNvCxnSpPr>
            <p:nvPr/>
          </p:nvCxnSpPr>
          <p:spPr>
            <a:xfrm>
              <a:off x="3275213" y="2896185"/>
              <a:ext cx="2685880" cy="2706191"/>
            </a:xfrm>
            <a:prstGeom prst="bentConnector3">
              <a:avLst>
                <a:gd name="adj1" fmla="val 70539"/>
              </a:avLst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9AA5932-C0CB-418C-B8AA-767F7540E6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27337" y="2853376"/>
              <a:ext cx="85170" cy="85170"/>
            </a:xfrm>
            <a:prstGeom prst="ellips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153E2D9-38DF-4D06-AB9B-21C6F3D578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0169" y="3079288"/>
              <a:ext cx="85170" cy="85170"/>
            </a:xfrm>
            <a:prstGeom prst="ellips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4F24D2C-DB02-4AE7-90BE-9C6A377DB9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001" y="3305423"/>
              <a:ext cx="85170" cy="85170"/>
            </a:xfrm>
            <a:prstGeom prst="ellips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0EBFD71-CBB0-4256-9997-A542B9B36E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27337" y="4198388"/>
              <a:ext cx="85170" cy="85170"/>
            </a:xfrm>
            <a:prstGeom prst="ellips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B5DF028-7ED2-4FEB-A539-FC5D8826A3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0169" y="4424300"/>
              <a:ext cx="85170" cy="85170"/>
            </a:xfrm>
            <a:prstGeom prst="ellips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81CD9F9-1A5A-4A90-A885-1720ADAF00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001" y="4650435"/>
              <a:ext cx="85170" cy="85170"/>
            </a:xfrm>
            <a:prstGeom prst="ellips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537464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SPI et I2C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CCA1F09-6DB8-40CB-9857-A3E7115C8C7E}"/>
              </a:ext>
            </a:extLst>
          </p:cNvPr>
          <p:cNvSpPr txBox="1"/>
          <p:nvPr/>
        </p:nvSpPr>
        <p:spPr>
          <a:xfrm>
            <a:off x="553453" y="1412764"/>
            <a:ext cx="11421979" cy="12003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dirty="0">
                <a:solidFill>
                  <a:srgbClr val="03234B"/>
                </a:solidFill>
              </a:rPr>
              <a:t>Sur le STM32, il y a deux types de protocoles: le SPI et l’I2C</a:t>
            </a:r>
          </a:p>
          <a:p>
            <a:br>
              <a:rPr lang="fr-FR" dirty="0">
                <a:solidFill>
                  <a:srgbClr val="03234B"/>
                </a:solidFill>
              </a:rPr>
            </a:br>
            <a:r>
              <a:rPr lang="fr-FR" dirty="0">
                <a:solidFill>
                  <a:srgbClr val="03234B"/>
                </a:solidFill>
              </a:rPr>
              <a:t>Le bus </a:t>
            </a:r>
            <a:r>
              <a:rPr lang="fr-FR" b="1" dirty="0">
                <a:solidFill>
                  <a:srgbClr val="03234B"/>
                </a:solidFill>
              </a:rPr>
              <a:t>I2C</a:t>
            </a:r>
            <a:r>
              <a:rPr lang="fr-FR" dirty="0">
                <a:solidFill>
                  <a:srgbClr val="03234B"/>
                </a:solidFill>
              </a:rPr>
              <a:t> ( Inter Integrated Circuit ) a été développé au début des années 80 par Philips semiconductors pour permettre de relier facilement à un microprocesseur les différents circuits d'un téléviseur moderne.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7E54E4-3FE3-458A-B983-F2FF1162FE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117"/>
          <a:stretch/>
        </p:blipFill>
        <p:spPr>
          <a:xfrm>
            <a:off x="5348811" y="3366807"/>
            <a:ext cx="6793729" cy="235655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6615EE3-D86B-4709-8512-C42D4C916A7E}"/>
              </a:ext>
            </a:extLst>
          </p:cNvPr>
          <p:cNvGrpSpPr/>
          <p:nvPr/>
        </p:nvGrpSpPr>
        <p:grpSpPr>
          <a:xfrm>
            <a:off x="455962" y="4035062"/>
            <a:ext cx="4133911" cy="1250255"/>
            <a:chOff x="1458073" y="3422605"/>
            <a:chExt cx="4133911" cy="12502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FF413C7-4869-4CF8-B768-C62BDCD05117}"/>
                </a:ext>
              </a:extLst>
            </p:cNvPr>
            <p:cNvGrpSpPr/>
            <p:nvPr/>
          </p:nvGrpSpPr>
          <p:grpSpPr>
            <a:xfrm>
              <a:off x="1458073" y="3422605"/>
              <a:ext cx="1567758" cy="989214"/>
              <a:chOff x="3270248" y="4094019"/>
              <a:chExt cx="1567758" cy="989214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49F0F2B-B940-40D9-A141-C6D601D5E4A3}"/>
                  </a:ext>
                </a:extLst>
              </p:cNvPr>
              <p:cNvSpPr/>
              <p:nvPr/>
            </p:nvSpPr>
            <p:spPr>
              <a:xfrm>
                <a:off x="3270250" y="4094019"/>
                <a:ext cx="1567756" cy="989214"/>
              </a:xfrm>
              <a:prstGeom prst="rect">
                <a:avLst/>
              </a:prstGeom>
              <a:solidFill>
                <a:srgbClr val="E6007E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F978485-FD49-4F5B-BE90-EA830C1D3BE8}"/>
                  </a:ext>
                </a:extLst>
              </p:cNvPr>
              <p:cNvSpPr txBox="1"/>
              <p:nvPr/>
            </p:nvSpPr>
            <p:spPr>
              <a:xfrm>
                <a:off x="3270248" y="4281314"/>
                <a:ext cx="758940" cy="5232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SPI</a:t>
                </a:r>
              </a:p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Master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69AA1B-C4C9-424F-9272-9C788B7C697D}"/>
                  </a:ext>
                </a:extLst>
              </p:cNvPr>
              <p:cNvSpPr txBox="1"/>
              <p:nvPr/>
            </p:nvSpPr>
            <p:spPr>
              <a:xfrm>
                <a:off x="4079067" y="4097270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SCLK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EB98990-CE50-4A4A-AC13-82543F937C07}"/>
                  </a:ext>
                </a:extLst>
              </p:cNvPr>
              <p:cNvSpPr txBox="1"/>
              <p:nvPr/>
            </p:nvSpPr>
            <p:spPr>
              <a:xfrm>
                <a:off x="4079067" y="4323182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MOSI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1263D9-58AB-4269-BEB4-81C5DEA6F21F}"/>
                  </a:ext>
                </a:extLst>
              </p:cNvPr>
              <p:cNvSpPr txBox="1"/>
              <p:nvPr/>
            </p:nvSpPr>
            <p:spPr>
              <a:xfrm>
                <a:off x="4079067" y="4549094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MISO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53C689CC-013B-4BA5-9622-D5D810FBEBA3}"/>
                      </a:ext>
                    </a:extLst>
                  </p:cNvPr>
                  <p:cNvSpPr txBox="1"/>
                  <p:nvPr/>
                </p:nvSpPr>
                <p:spPr>
                  <a:xfrm>
                    <a:off x="4079067" y="4775007"/>
                    <a:ext cx="758939" cy="3082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b="1" i="1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0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𝐒𝐒</m:t>
                              </m:r>
                            </m:e>
                          </m:acc>
                        </m:oMath>
                      </m:oMathPara>
                    </a14:m>
                    <a:endParaRPr lang="en-US" sz="1400" b="1" dirty="0"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53C689CC-013B-4BA5-9622-D5D810FBEB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9067" y="4775007"/>
                    <a:ext cx="758939" cy="30822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35A3288-90A3-4EF3-9A17-93951DC87B58}"/>
                </a:ext>
              </a:extLst>
            </p:cNvPr>
            <p:cNvCxnSpPr>
              <a:cxnSpLocks/>
              <a:stCxn id="24" idx="3"/>
              <a:endCxn id="18" idx="1"/>
            </p:cNvCxnSpPr>
            <p:nvPr/>
          </p:nvCxnSpPr>
          <p:spPr>
            <a:xfrm>
              <a:off x="3025831" y="3579745"/>
              <a:ext cx="998396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0D7480B-0BCF-432A-9286-3D766D819614}"/>
                </a:ext>
              </a:extLst>
            </p:cNvPr>
            <p:cNvGrpSpPr/>
            <p:nvPr/>
          </p:nvGrpSpPr>
          <p:grpSpPr>
            <a:xfrm>
              <a:off x="4024227" y="3422605"/>
              <a:ext cx="1567757" cy="989214"/>
              <a:chOff x="5836402" y="4094019"/>
              <a:chExt cx="1567757" cy="98921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2F168FE-F0C1-4EA2-AFFD-E89AAF119E05}"/>
                  </a:ext>
                </a:extLst>
              </p:cNvPr>
              <p:cNvSpPr/>
              <p:nvPr/>
            </p:nvSpPr>
            <p:spPr>
              <a:xfrm>
                <a:off x="5836403" y="4094019"/>
                <a:ext cx="1567756" cy="98921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E837B6-DF50-4C19-9E14-BE2D0AA46C4D}"/>
                  </a:ext>
                </a:extLst>
              </p:cNvPr>
              <p:cNvSpPr txBox="1"/>
              <p:nvPr/>
            </p:nvSpPr>
            <p:spPr>
              <a:xfrm>
                <a:off x="6645219" y="4282522"/>
                <a:ext cx="758940" cy="5232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SPI</a:t>
                </a:r>
              </a:p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Slave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7702FD-D251-45EE-BA4E-87C62E51D569}"/>
                  </a:ext>
                </a:extLst>
              </p:cNvPr>
              <p:cNvSpPr txBox="1"/>
              <p:nvPr/>
            </p:nvSpPr>
            <p:spPr>
              <a:xfrm>
                <a:off x="5836402" y="4097270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SCLK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793ACC-2641-4755-86F3-97DF27D28DF8}"/>
                  </a:ext>
                </a:extLst>
              </p:cNvPr>
              <p:cNvSpPr txBox="1"/>
              <p:nvPr/>
            </p:nvSpPr>
            <p:spPr>
              <a:xfrm>
                <a:off x="5836402" y="4323182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MOSI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61A639-2740-414C-8CAB-C23C41642E39}"/>
                  </a:ext>
                </a:extLst>
              </p:cNvPr>
              <p:cNvSpPr txBox="1"/>
              <p:nvPr/>
            </p:nvSpPr>
            <p:spPr>
              <a:xfrm>
                <a:off x="5836402" y="4549094"/>
                <a:ext cx="758939" cy="3077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</a:rPr>
                  <a:t>MISO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663F09AC-907E-4A3D-8095-6909B811E333}"/>
                      </a:ext>
                    </a:extLst>
                  </p:cNvPr>
                  <p:cNvSpPr txBox="1"/>
                  <p:nvPr/>
                </p:nvSpPr>
                <p:spPr>
                  <a:xfrm>
                    <a:off x="5836402" y="4775007"/>
                    <a:ext cx="758939" cy="3082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b="1" i="1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0" dirty="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𝐒𝐒</m:t>
                              </m:r>
                            </m:e>
                          </m:acc>
                        </m:oMath>
                      </m:oMathPara>
                    </a14:m>
                    <a:endParaRPr lang="en-US" sz="1400" b="1" dirty="0">
                      <a:solidFill>
                        <a:schemeClr val="bg1"/>
                      </a:solidFill>
                      <a:effectLst/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663F09AC-907E-4A3D-8095-6909B811E3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6402" y="4775007"/>
                    <a:ext cx="758939" cy="30822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F974604-A70C-46CC-8AB8-635D86FB58FC}"/>
                </a:ext>
              </a:extLst>
            </p:cNvPr>
            <p:cNvCxnSpPr>
              <a:cxnSpLocks/>
              <a:stCxn id="25" idx="3"/>
              <a:endCxn id="19" idx="1"/>
            </p:cNvCxnSpPr>
            <p:nvPr/>
          </p:nvCxnSpPr>
          <p:spPr>
            <a:xfrm>
              <a:off x="3025831" y="3805657"/>
              <a:ext cx="998396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E8BD069-E69B-4F6E-B6A5-D5D1CC344EFB}"/>
                </a:ext>
              </a:extLst>
            </p:cNvPr>
            <p:cNvCxnSpPr>
              <a:cxnSpLocks/>
              <a:stCxn id="20" idx="1"/>
              <a:endCxn id="26" idx="3"/>
            </p:cNvCxnSpPr>
            <p:nvPr/>
          </p:nvCxnSpPr>
          <p:spPr>
            <a:xfrm flipH="1">
              <a:off x="3025831" y="4031569"/>
              <a:ext cx="998396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C466895-77E4-432E-9C1D-0B817541F4DC}"/>
                </a:ext>
              </a:extLst>
            </p:cNvPr>
            <p:cNvCxnSpPr>
              <a:cxnSpLocks/>
              <a:stCxn id="27" idx="3"/>
              <a:endCxn id="21" idx="1"/>
            </p:cNvCxnSpPr>
            <p:nvPr/>
          </p:nvCxnSpPr>
          <p:spPr>
            <a:xfrm>
              <a:off x="3025831" y="4257706"/>
              <a:ext cx="998396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B6D44E-705D-40F7-910E-FFF2E0295BF5}"/>
                </a:ext>
              </a:extLst>
            </p:cNvPr>
            <p:cNvSpPr txBox="1"/>
            <p:nvPr/>
          </p:nvSpPr>
          <p:spPr>
            <a:xfrm>
              <a:off x="4024226" y="4411250"/>
              <a:ext cx="1567756" cy="261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solidFill>
                    <a:srgbClr val="03234B"/>
                  </a:solidFill>
                </a:rPr>
                <a:t>Ex: afficheur 7 segments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73435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D644CC-2E87-DC2F-5762-7F2D1ED8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10261" y="6330968"/>
            <a:ext cx="411004" cy="292554"/>
          </a:xfrm>
        </p:spPr>
        <p:txBody>
          <a:bodyPr>
            <a:normAutofit/>
          </a:bodyPr>
          <a:lstStyle/>
          <a:p>
            <a:fld id="{0579006F-4184-524E-A90C-3FC2A416496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958B24-CF75-4DDD-B98F-D2BB19D375D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857517" y="6330968"/>
            <a:ext cx="1184909" cy="292554"/>
          </a:xfrm>
        </p:spPr>
        <p:txBody>
          <a:bodyPr>
            <a:normAutofit/>
          </a:bodyPr>
          <a:lstStyle/>
          <a:p>
            <a:fld id="{A236C716-DEEC-44F8-9CD7-1B8233E8BB2C}" type="datetime1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MAX7219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292A1F-0BF0-469A-B290-49506B51C0FA}"/>
              </a:ext>
            </a:extLst>
          </p:cNvPr>
          <p:cNvSpPr/>
          <p:nvPr/>
        </p:nvSpPr>
        <p:spPr>
          <a:xfrm>
            <a:off x="319087" y="5599653"/>
            <a:ext cx="11034713" cy="5232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400" b="1" u="sng" dirty="0">
                <a:solidFill>
                  <a:srgbClr val="3CB4E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 technique MAX7219:</a:t>
            </a:r>
          </a:p>
          <a:p>
            <a:r>
              <a:rPr lang="en-US" sz="1400" dirty="0">
                <a:solidFill>
                  <a:srgbClr val="03234B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https://www.maximintegrated.com/en/products/power/display-power-control/MAX7219</a:t>
            </a:r>
            <a:r>
              <a:rPr lang="en-US" sz="1400">
                <a:solidFill>
                  <a:srgbClr val="03234B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.html</a:t>
            </a:r>
            <a:endParaRPr lang="en-US" sz="1400" dirty="0">
              <a:solidFill>
                <a:srgbClr val="03234B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9EAC93-2E10-4467-AC63-ACCEB46F60B4}"/>
              </a:ext>
            </a:extLst>
          </p:cNvPr>
          <p:cNvSpPr/>
          <p:nvPr/>
        </p:nvSpPr>
        <p:spPr>
          <a:xfrm>
            <a:off x="319087" y="4990472"/>
            <a:ext cx="9498775" cy="30777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400" dirty="0">
                <a:solidFill>
                  <a:srgbClr val="03234B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https://datasheets.maximintegrated.com/en/ds/MAX7219-MAX7221</a:t>
            </a:r>
            <a:r>
              <a:rPr lang="en-US" sz="1400">
                <a:solidFill>
                  <a:srgbClr val="03234B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.pdf</a:t>
            </a:r>
            <a:endParaRPr lang="en-US" sz="1400" dirty="0">
              <a:solidFill>
                <a:srgbClr val="03234B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964765-668F-49B4-9BE4-EF6AA1894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0275" y="1098143"/>
            <a:ext cx="4286250" cy="359092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35B6723-7CEB-44CD-B2D3-E429B54B95B5}"/>
              </a:ext>
            </a:extLst>
          </p:cNvPr>
          <p:cNvGrpSpPr/>
          <p:nvPr/>
        </p:nvGrpSpPr>
        <p:grpSpPr>
          <a:xfrm>
            <a:off x="1255222" y="1245086"/>
            <a:ext cx="4030272" cy="3443982"/>
            <a:chOff x="1255222" y="1245086"/>
            <a:chExt cx="4030272" cy="344398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11EC45-93DF-4EF8-8B5A-71CDC0C83B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48556" b="5532"/>
            <a:stretch/>
          </p:blipFill>
          <p:spPr>
            <a:xfrm>
              <a:off x="1255222" y="1245086"/>
              <a:ext cx="4030272" cy="344398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2A3D419-392A-49C6-BE50-48CDE114EAF2}"/>
                </a:ext>
              </a:extLst>
            </p:cNvPr>
            <p:cNvSpPr txBox="1"/>
            <p:nvPr/>
          </p:nvSpPr>
          <p:spPr>
            <a:xfrm>
              <a:off x="1487979" y="3981182"/>
              <a:ext cx="1080654" cy="3693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b="1">
                  <a:solidFill>
                    <a:srgbClr val="03234B"/>
                  </a:solidFill>
                </a:rPr>
                <a:t>STM32</a:t>
              </a:r>
              <a:endParaRPr lang="en-US" b="1" dirty="0">
                <a:solidFill>
                  <a:srgbClr val="03234B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4327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1ED8E-6D66-10F3-B2FC-945FCBD1AA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92544" y="6525343"/>
            <a:ext cx="1199456" cy="332657"/>
          </a:xfrm>
        </p:spPr>
        <p:txBody>
          <a:bodyPr>
            <a:normAutofit/>
          </a:bodyPr>
          <a:lstStyle/>
          <a:p>
            <a:fld id="{0579006F-4184-524E-A90C-3FC2A416496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958B24-CF75-4DDD-B98F-D2BB19D375D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806" y="6656661"/>
            <a:ext cx="1530690" cy="201339"/>
          </a:xfrm>
        </p:spPr>
        <p:txBody>
          <a:bodyPr>
            <a:normAutofit fontScale="85000" lnSpcReduction="20000"/>
          </a:bodyPr>
          <a:lstStyle/>
          <a:p>
            <a:fld id="{A236C716-DEEC-44F8-9CD7-1B8233E8BB2C}" type="datetime1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6CA9E3-B4EE-428F-9AD1-C1D2D20EA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831" y="2859931"/>
            <a:ext cx="3048339" cy="1138139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Exercice 1</a:t>
            </a:r>
          </a:p>
        </p:txBody>
      </p:sp>
    </p:spTree>
    <p:extLst>
      <p:ext uri="{BB962C8B-B14F-4D97-AF65-F5344CB8AC3E}">
        <p14:creationId xmlns:p14="http://schemas.microsoft.com/office/powerpoint/2010/main" val="22811080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Config IDE – Activation SPI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23E982-5752-4121-BAF4-76D1C4B2BD17}"/>
              </a:ext>
            </a:extLst>
          </p:cNvPr>
          <p:cNvGrpSpPr/>
          <p:nvPr/>
        </p:nvGrpSpPr>
        <p:grpSpPr>
          <a:xfrm>
            <a:off x="1668007" y="1052736"/>
            <a:ext cx="10188633" cy="5529390"/>
            <a:chOff x="83127" y="1158044"/>
            <a:chExt cx="10188633" cy="552939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BB020A8-5C49-44A8-9AF5-5B5B53439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127" y="1158044"/>
              <a:ext cx="10188633" cy="552939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1C6335-131A-4E15-B28F-E45B6D94BECC}"/>
                </a:ext>
              </a:extLst>
            </p:cNvPr>
            <p:cNvSpPr/>
            <p:nvPr/>
          </p:nvSpPr>
          <p:spPr>
            <a:xfrm>
              <a:off x="83128" y="2984269"/>
              <a:ext cx="1122218" cy="939338"/>
            </a:xfrm>
            <a:prstGeom prst="rect">
              <a:avLst/>
            </a:prstGeom>
            <a:noFill/>
            <a:ln w="19050"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EF8EBA-2B66-4FC4-8C7D-BB1F0A1FCDDB}"/>
                </a:ext>
              </a:extLst>
            </p:cNvPr>
            <p:cNvSpPr/>
            <p:nvPr/>
          </p:nvSpPr>
          <p:spPr>
            <a:xfrm>
              <a:off x="1359131" y="2036619"/>
              <a:ext cx="2040774" cy="249382"/>
            </a:xfrm>
            <a:prstGeom prst="rect">
              <a:avLst/>
            </a:prstGeom>
            <a:noFill/>
            <a:ln w="19050"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9906703-C60A-4104-BA3B-D7ECE85115A4}"/>
                </a:ext>
              </a:extLst>
            </p:cNvPr>
            <p:cNvCxnSpPr>
              <a:cxnSpLocks/>
              <a:stCxn id="7" idx="0"/>
              <a:endCxn id="8" idx="1"/>
            </p:cNvCxnSpPr>
            <p:nvPr/>
          </p:nvCxnSpPr>
          <p:spPr>
            <a:xfrm flipV="1">
              <a:off x="644237" y="2161310"/>
              <a:ext cx="714894" cy="822959"/>
            </a:xfrm>
            <a:prstGeom prst="straightConnector1">
              <a:avLst/>
            </a:prstGeom>
            <a:ln w="19050">
              <a:solidFill>
                <a:srgbClr val="E6007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6A168BD-3E21-4E1D-878A-7FA555E87C3F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2379518" y="2286001"/>
              <a:ext cx="0" cy="1142999"/>
            </a:xfrm>
            <a:prstGeom prst="straightConnector1">
              <a:avLst/>
            </a:prstGeom>
            <a:ln w="19050">
              <a:solidFill>
                <a:srgbClr val="E6007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04446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Config IDE – Label pour le SPI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14FD4E-2696-48D2-823F-B36F9CF2055E}"/>
              </a:ext>
            </a:extLst>
          </p:cNvPr>
          <p:cNvGrpSpPr/>
          <p:nvPr/>
        </p:nvGrpSpPr>
        <p:grpSpPr>
          <a:xfrm>
            <a:off x="1668007" y="962407"/>
            <a:ext cx="10188633" cy="5706953"/>
            <a:chOff x="407368" y="664305"/>
            <a:chExt cx="10188633" cy="570695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F9C619A-DFA7-4743-870B-B70B628DB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7368" y="664305"/>
              <a:ext cx="10188633" cy="552939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3A83AF-0743-4648-BA3A-F5D6B97F76E0}"/>
                </a:ext>
              </a:extLst>
            </p:cNvPr>
            <p:cNvSpPr/>
            <p:nvPr/>
          </p:nvSpPr>
          <p:spPr>
            <a:xfrm>
              <a:off x="407369" y="2490530"/>
              <a:ext cx="1122218" cy="939338"/>
            </a:xfrm>
            <a:prstGeom prst="rect">
              <a:avLst/>
            </a:prstGeom>
            <a:noFill/>
            <a:ln w="19050"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9A674B-C5FA-4991-8E9B-D4DF2E784400}"/>
                </a:ext>
              </a:extLst>
            </p:cNvPr>
            <p:cNvSpPr/>
            <p:nvPr/>
          </p:nvSpPr>
          <p:spPr>
            <a:xfrm>
              <a:off x="1683372" y="1542880"/>
              <a:ext cx="2040774" cy="249382"/>
            </a:xfrm>
            <a:prstGeom prst="rect">
              <a:avLst/>
            </a:prstGeom>
            <a:noFill/>
            <a:ln w="19050"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0D0CD3F-DE67-428D-911D-66333FDA3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9595" y="2670837"/>
              <a:ext cx="3667644" cy="163908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ABDE632-A0CC-45C8-9574-1B4F58AF0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09596" y="4309917"/>
              <a:ext cx="3667645" cy="1312202"/>
            </a:xfrm>
            <a:prstGeom prst="rect">
              <a:avLst/>
            </a:prstGeom>
            <a:ln w="12700">
              <a:solidFill>
                <a:srgbClr val="E6007E"/>
              </a:solidFill>
              <a:prstDash val="dash"/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1D22BB7-D414-4212-9D97-BAE084ABDC0B}"/>
                </a:ext>
              </a:extLst>
            </p:cNvPr>
            <p:cNvSpPr/>
            <p:nvPr/>
          </p:nvSpPr>
          <p:spPr>
            <a:xfrm>
              <a:off x="3990153" y="2710817"/>
              <a:ext cx="1504603" cy="224444"/>
            </a:xfrm>
            <a:prstGeom prst="rect">
              <a:avLst/>
            </a:prstGeom>
            <a:noFill/>
            <a:ln w="19050"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62EBBED-7A90-46C3-B035-8D8E58A2992F}"/>
                </a:ext>
              </a:extLst>
            </p:cNvPr>
            <p:cNvSpPr txBox="1"/>
            <p:nvPr/>
          </p:nvSpPr>
          <p:spPr>
            <a:xfrm>
              <a:off x="1609597" y="5632594"/>
              <a:ext cx="3667644" cy="7386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1400">
                  <a:solidFill>
                    <a:srgbClr val="E6007E"/>
                  </a:solidFill>
                </a:rPr>
                <a:t>Mettre </a:t>
              </a:r>
              <a:r>
                <a:rPr lang="en-US" sz="1400" b="1" u="sng">
                  <a:solidFill>
                    <a:srgbClr val="E6007E"/>
                  </a:solidFill>
                </a:rPr>
                <a:t>précisément</a:t>
              </a:r>
              <a:r>
                <a:rPr lang="en-US" sz="1400">
                  <a:solidFill>
                    <a:srgbClr val="E6007E"/>
                  </a:solidFill>
                </a:rPr>
                <a:t> les labels suivants pour chaque pin du spi :</a:t>
              </a:r>
            </a:p>
            <a:p>
              <a:r>
                <a:rPr lang="en-US" sz="1400">
                  <a:solidFill>
                    <a:srgbClr val="E6007E"/>
                  </a:solidFill>
                </a:rPr>
                <a:t>SPI_SCK, SPI_MISO et SPI_MOSI </a:t>
              </a:r>
              <a:endParaRPr lang="en-US" sz="1400" dirty="0">
                <a:solidFill>
                  <a:srgbClr val="E6007E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8349322-2531-4746-9FB9-80B6A09C175A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968478" y="1717446"/>
              <a:ext cx="685799" cy="773084"/>
            </a:xfrm>
            <a:prstGeom prst="straightConnector1">
              <a:avLst/>
            </a:prstGeom>
            <a:ln w="19050">
              <a:solidFill>
                <a:srgbClr val="E6007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2D35564-B9D7-440F-A783-19D74F3F0F01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>
              <a:off x="2703759" y="1792262"/>
              <a:ext cx="2038696" cy="918555"/>
            </a:xfrm>
            <a:prstGeom prst="straightConnector1">
              <a:avLst/>
            </a:prstGeom>
            <a:ln w="19050">
              <a:solidFill>
                <a:srgbClr val="E6007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98DFBE5-40BD-40E3-A164-4CB0D771B9F4}"/>
                </a:ext>
              </a:extLst>
            </p:cNvPr>
            <p:cNvSpPr/>
            <p:nvPr/>
          </p:nvSpPr>
          <p:spPr>
            <a:xfrm>
              <a:off x="5986487" y="5098169"/>
              <a:ext cx="808892" cy="1033980"/>
            </a:xfrm>
            <a:prstGeom prst="rect">
              <a:avLst/>
            </a:prstGeom>
            <a:noFill/>
            <a:ln w="19050"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689087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Config IDE – ChipSelect + Bouton Poussoir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7245AD2-4ACE-488D-808B-8DA41432CB1B}"/>
              </a:ext>
            </a:extLst>
          </p:cNvPr>
          <p:cNvGrpSpPr>
            <a:grpSpLocks noChangeAspect="1"/>
          </p:cNvGrpSpPr>
          <p:nvPr/>
        </p:nvGrpSpPr>
        <p:grpSpPr>
          <a:xfrm>
            <a:off x="1271464" y="1196752"/>
            <a:ext cx="10768947" cy="5303520"/>
            <a:chOff x="191344" y="698104"/>
            <a:chExt cx="11697306" cy="579938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BB18263-7DF8-4CA9-A3B4-C6D7890BD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1344" y="698104"/>
              <a:ext cx="8569035" cy="579938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DCDE2B-45C9-4159-B6F0-5707983BCD17}"/>
                </a:ext>
              </a:extLst>
            </p:cNvPr>
            <p:cNvSpPr/>
            <p:nvPr/>
          </p:nvSpPr>
          <p:spPr>
            <a:xfrm>
              <a:off x="191344" y="1550362"/>
              <a:ext cx="903431" cy="661291"/>
            </a:xfrm>
            <a:prstGeom prst="rect">
              <a:avLst/>
            </a:prstGeom>
            <a:noFill/>
            <a:ln w="19050"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7195CC-5E54-4B34-A2B4-4C607395BCC3}"/>
                </a:ext>
              </a:extLst>
            </p:cNvPr>
            <p:cNvSpPr/>
            <p:nvPr/>
          </p:nvSpPr>
          <p:spPr>
            <a:xfrm>
              <a:off x="1196136" y="3047341"/>
              <a:ext cx="3255818" cy="249382"/>
            </a:xfrm>
            <a:prstGeom prst="rect">
              <a:avLst/>
            </a:prstGeom>
            <a:noFill/>
            <a:ln w="19050"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8CB5BBA-7176-4ECC-92E0-5FE35918ACAD}"/>
                </a:ext>
              </a:extLst>
            </p:cNvPr>
            <p:cNvCxnSpPr>
              <a:cxnSpLocks noChangeAspect="1"/>
              <a:stCxn id="8" idx="2"/>
              <a:endCxn id="10" idx="0"/>
            </p:cNvCxnSpPr>
            <p:nvPr/>
          </p:nvCxnSpPr>
          <p:spPr>
            <a:xfrm>
              <a:off x="2824045" y="3296723"/>
              <a:ext cx="0" cy="1388461"/>
            </a:xfrm>
            <a:prstGeom prst="straightConnector1">
              <a:avLst/>
            </a:prstGeom>
            <a:ln w="19050">
              <a:solidFill>
                <a:srgbClr val="E6007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8917A4-FC81-4715-ABF3-394EDF497201}"/>
                </a:ext>
              </a:extLst>
            </p:cNvPr>
            <p:cNvSpPr/>
            <p:nvPr/>
          </p:nvSpPr>
          <p:spPr>
            <a:xfrm>
              <a:off x="1222121" y="4685184"/>
              <a:ext cx="3255818" cy="1758079"/>
            </a:xfrm>
            <a:prstGeom prst="rect">
              <a:avLst/>
            </a:prstGeom>
            <a:noFill/>
            <a:ln w="19050"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6142536-B26C-46F4-A02C-7AD4032D52BA}"/>
                </a:ext>
              </a:extLst>
            </p:cNvPr>
            <p:cNvSpPr txBox="1"/>
            <p:nvPr/>
          </p:nvSpPr>
          <p:spPr>
            <a:xfrm>
              <a:off x="1286362" y="3847728"/>
              <a:ext cx="1515335" cy="7386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1400" dirty="0">
                  <a:solidFill>
                    <a:srgbClr val="E6007E"/>
                  </a:solidFill>
                </a:rPr>
                <a:t>Pull-up pour le ChipSelect</a:t>
              </a:r>
            </a:p>
            <a:p>
              <a:r>
                <a:rPr lang="en-US" sz="1400" dirty="0">
                  <a:solidFill>
                    <a:srgbClr val="E6007E"/>
                  </a:solidFill>
                </a:rPr>
                <a:t>Label SPI_CS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4F5FD2E-6CD5-4641-927D-64294DA08792}"/>
                </a:ext>
              </a:extLst>
            </p:cNvPr>
            <p:cNvSpPr/>
            <p:nvPr/>
          </p:nvSpPr>
          <p:spPr>
            <a:xfrm>
              <a:off x="2726725" y="5564223"/>
              <a:ext cx="1466850" cy="208890"/>
            </a:xfrm>
            <a:prstGeom prst="rect">
              <a:avLst/>
            </a:prstGeom>
            <a:noFill/>
            <a:ln w="19050"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9C840E-AC2C-4D2F-AE88-5810E79D2226}"/>
                </a:ext>
              </a:extLst>
            </p:cNvPr>
            <p:cNvSpPr/>
            <p:nvPr/>
          </p:nvSpPr>
          <p:spPr>
            <a:xfrm>
              <a:off x="2726725" y="6157043"/>
              <a:ext cx="1466850" cy="208890"/>
            </a:xfrm>
            <a:prstGeom prst="rect">
              <a:avLst/>
            </a:prstGeom>
            <a:noFill/>
            <a:ln w="19050"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2BA997E-9B17-491E-8055-5B3E98959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50000" y="4562580"/>
              <a:ext cx="4438650" cy="87630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6333C1-B1BC-44E4-B0A8-E17B5F314913}"/>
                </a:ext>
              </a:extLst>
            </p:cNvPr>
            <p:cNvSpPr/>
            <p:nvPr/>
          </p:nvSpPr>
          <p:spPr>
            <a:xfrm>
              <a:off x="2726725" y="2229163"/>
              <a:ext cx="583278" cy="249382"/>
            </a:xfrm>
            <a:prstGeom prst="rect">
              <a:avLst/>
            </a:prstGeom>
            <a:noFill/>
            <a:ln w="19050"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06C7C8D-E481-4C62-A091-14C5B413377F}"/>
                </a:ext>
              </a:extLst>
            </p:cNvPr>
            <p:cNvCxnSpPr>
              <a:cxnSpLocks/>
              <a:stCxn id="15" idx="3"/>
              <a:endCxn id="14" idx="0"/>
            </p:cNvCxnSpPr>
            <p:nvPr/>
          </p:nvCxnSpPr>
          <p:spPr>
            <a:xfrm>
              <a:off x="3310003" y="2353854"/>
              <a:ext cx="6359322" cy="2208726"/>
            </a:xfrm>
            <a:prstGeom prst="straightConnector1">
              <a:avLst/>
            </a:prstGeom>
            <a:ln w="19050">
              <a:solidFill>
                <a:srgbClr val="E6007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76999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Linker la librairie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D5FEFF7-33C7-419F-B1EB-96E7D1B1B7F0}"/>
              </a:ext>
            </a:extLst>
          </p:cNvPr>
          <p:cNvGrpSpPr>
            <a:grpSpLocks noChangeAspect="1"/>
          </p:cNvGrpSpPr>
          <p:nvPr/>
        </p:nvGrpSpPr>
        <p:grpSpPr>
          <a:xfrm>
            <a:off x="119062" y="960119"/>
            <a:ext cx="11146696" cy="5709241"/>
            <a:chOff x="-1190116" y="469632"/>
            <a:chExt cx="13287040" cy="696419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EE691F6-BF84-429F-8373-3001A297F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1489" y="3661924"/>
              <a:ext cx="3714750" cy="377189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14D1D5C-24E8-4328-8962-409C71F14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83971" y="469632"/>
              <a:ext cx="7512953" cy="6023132"/>
            </a:xfrm>
            <a:prstGeom prst="rect">
              <a:avLst/>
            </a:prstGeom>
          </p:spPr>
        </p:pic>
        <p:sp>
          <p:nvSpPr>
            <p:cNvPr id="9" name="Slide Number Placeholder 4">
              <a:extLst>
                <a:ext uri="{FF2B5EF4-FFF2-40B4-BE49-F238E27FC236}">
                  <a16:creationId xmlns:a16="http://schemas.microsoft.com/office/drawing/2014/main" id="{F1DF3FCC-E83E-42D2-8C92-EBF4E0DB772D}"/>
                </a:ext>
              </a:extLst>
            </p:cNvPr>
            <p:cNvSpPr txBox="1">
              <a:spLocks/>
            </p:cNvSpPr>
            <p:nvPr/>
          </p:nvSpPr>
          <p:spPr>
            <a:xfrm>
              <a:off x="8549442" y="5991115"/>
              <a:ext cx="2743200" cy="36512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02060"/>
                  </a:solidFill>
                  <a:effectLst/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9AF6930-DC18-4773-876F-C4B2F6EE8C41}" type="slidenum">
                <a:rPr lang="en-US" smtClean="0">
                  <a:solidFill>
                    <a:srgbClr val="03234B"/>
                  </a:solidFill>
                </a:rPr>
                <a:pPr/>
                <a:t>11</a:t>
              </a:fld>
              <a:endParaRPr lang="en-US" dirty="0">
                <a:solidFill>
                  <a:srgbClr val="03234B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1119CB-6C13-4CC6-8A46-A8325D1D545C}"/>
                </a:ext>
              </a:extLst>
            </p:cNvPr>
            <p:cNvSpPr txBox="1"/>
            <p:nvPr/>
          </p:nvSpPr>
          <p:spPr>
            <a:xfrm>
              <a:off x="-1190115" y="895989"/>
              <a:ext cx="4053807" cy="5232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1400" dirty="0">
                  <a:solidFill>
                    <a:srgbClr val="03234B"/>
                  </a:solidFill>
                </a:rPr>
                <a:t>1)Copier le dossier display dans Drivers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2C2648D-6D3C-43DA-9529-9C5DADA966E3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 flipV="1">
              <a:off x="6494356" y="1907842"/>
              <a:ext cx="4850673" cy="498698"/>
            </a:xfrm>
            <a:prstGeom prst="straightConnector1">
              <a:avLst/>
            </a:prstGeom>
            <a:ln w="19050">
              <a:solidFill>
                <a:srgbClr val="E6007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9BA7F29-8CE3-432D-A469-23E597AAF972}"/>
                </a:ext>
              </a:extLst>
            </p:cNvPr>
            <p:cNvCxnSpPr>
              <a:cxnSpLocks noChangeAspect="1"/>
              <a:stCxn id="15" idx="2"/>
            </p:cNvCxnSpPr>
            <p:nvPr/>
          </p:nvCxnSpPr>
          <p:spPr>
            <a:xfrm flipH="1">
              <a:off x="11649829" y="2008989"/>
              <a:ext cx="1" cy="1652936"/>
            </a:xfrm>
            <a:prstGeom prst="straightConnector1">
              <a:avLst/>
            </a:prstGeom>
            <a:ln w="19050">
              <a:solidFill>
                <a:srgbClr val="E6007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4954196-EC45-4660-80EB-D937E930BC7E}"/>
                </a:ext>
              </a:extLst>
            </p:cNvPr>
            <p:cNvSpPr/>
            <p:nvPr/>
          </p:nvSpPr>
          <p:spPr>
            <a:xfrm>
              <a:off x="11406942" y="3656871"/>
              <a:ext cx="609601" cy="202293"/>
            </a:xfrm>
            <a:prstGeom prst="rect">
              <a:avLst/>
            </a:prstGeom>
            <a:noFill/>
            <a:ln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216102-F9A6-4554-95CA-CF989C690972}"/>
                </a:ext>
              </a:extLst>
            </p:cNvPr>
            <p:cNvSpPr/>
            <p:nvPr/>
          </p:nvSpPr>
          <p:spPr>
            <a:xfrm>
              <a:off x="11345029" y="1806695"/>
              <a:ext cx="609600" cy="202293"/>
            </a:xfrm>
            <a:prstGeom prst="rect">
              <a:avLst/>
            </a:prstGeom>
            <a:noFill/>
            <a:ln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E826CA-CBE7-4208-B80E-28E921E18CBA}"/>
                </a:ext>
              </a:extLst>
            </p:cNvPr>
            <p:cNvSpPr/>
            <p:nvPr/>
          </p:nvSpPr>
          <p:spPr>
            <a:xfrm>
              <a:off x="5396666" y="4580735"/>
              <a:ext cx="3564255" cy="243250"/>
            </a:xfrm>
            <a:prstGeom prst="rect">
              <a:avLst/>
            </a:prstGeom>
            <a:noFill/>
            <a:ln>
              <a:solidFill>
                <a:srgbClr val="E6007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BCAB019-6864-4443-8C14-5E3B83094959}"/>
                </a:ext>
              </a:extLst>
            </p:cNvPr>
            <p:cNvCxnSpPr>
              <a:cxnSpLocks/>
              <a:endCxn id="16" idx="3"/>
            </p:cNvCxnSpPr>
            <p:nvPr/>
          </p:nvCxnSpPr>
          <p:spPr>
            <a:xfrm flipH="1">
              <a:off x="8960922" y="3859164"/>
              <a:ext cx="2384107" cy="843196"/>
            </a:xfrm>
            <a:prstGeom prst="straightConnector1">
              <a:avLst/>
            </a:prstGeom>
            <a:ln w="19050">
              <a:solidFill>
                <a:srgbClr val="E6007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3918DB-0EE0-468A-89CD-BA31144BA345}"/>
                </a:ext>
              </a:extLst>
            </p:cNvPr>
            <p:cNvSpPr/>
            <p:nvPr/>
          </p:nvSpPr>
          <p:spPr>
            <a:xfrm>
              <a:off x="-1190116" y="1460968"/>
              <a:ext cx="4053807" cy="100087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r>
                <a:rPr lang="fr-FR" sz="1400" dirty="0">
                  <a:solidFill>
                    <a:srgbClr val="03234B"/>
                  </a:solidFill>
                </a:rPr>
                <a:t>2)Clic droit sur le projet -&gt;Properties</a:t>
              </a:r>
              <a:br>
                <a:rPr lang="fr-FR" sz="1400" dirty="0">
                  <a:solidFill>
                    <a:srgbClr val="03234B"/>
                  </a:solidFill>
                </a:rPr>
              </a:br>
              <a:endParaRPr lang="fr-FR" sz="1400" dirty="0">
                <a:solidFill>
                  <a:srgbClr val="03234B"/>
                </a:solidFill>
              </a:endParaRPr>
            </a:p>
            <a:p>
              <a:r>
                <a:rPr lang="fr-FR" sz="1400" dirty="0">
                  <a:solidFill>
                    <a:srgbClr val="03234B"/>
                  </a:solidFill>
                </a:rPr>
                <a:t>3)Ajouter la librairie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7472FAD-74CA-4EFB-8353-6BE9F8910AC2}"/>
                </a:ext>
              </a:extLst>
            </p:cNvPr>
            <p:cNvGrpSpPr/>
            <p:nvPr/>
          </p:nvGrpSpPr>
          <p:grpSpPr>
            <a:xfrm>
              <a:off x="2942437" y="933951"/>
              <a:ext cx="2047870" cy="2705101"/>
              <a:chOff x="3003595" y="1299186"/>
              <a:chExt cx="2047870" cy="2705101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8A6E03B-BE4C-4ADF-8B68-32F89522BD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03595" y="1299187"/>
                <a:ext cx="2047870" cy="2705100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227207-F8F7-4194-9BC6-889E615119AD}"/>
                  </a:ext>
                </a:extLst>
              </p:cNvPr>
              <p:cNvSpPr/>
              <p:nvPr/>
            </p:nvSpPr>
            <p:spPr>
              <a:xfrm>
                <a:off x="3018685" y="1299186"/>
                <a:ext cx="1775277" cy="933011"/>
              </a:xfrm>
              <a:prstGeom prst="rect">
                <a:avLst/>
              </a:prstGeom>
              <a:noFill/>
              <a:ln w="19050">
                <a:solidFill>
                  <a:srgbClr val="E6007E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21DED5A-73D2-4658-9D80-A99302D2CD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9433" y="2406541"/>
              <a:ext cx="3372033" cy="4763774"/>
            </a:xfrm>
            <a:prstGeom prst="straightConnector1">
              <a:avLst/>
            </a:prstGeom>
            <a:ln w="19050">
              <a:solidFill>
                <a:srgbClr val="E6007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5708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Exercice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7808E-956B-441A-9E65-3DF7C256A6E6}"/>
              </a:ext>
            </a:extLst>
          </p:cNvPr>
          <p:cNvSpPr txBox="1"/>
          <p:nvPr/>
        </p:nvSpPr>
        <p:spPr>
          <a:xfrm>
            <a:off x="124610" y="904499"/>
            <a:ext cx="11876045" cy="49727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1400" b="1" dirty="0">
                <a:solidFill>
                  <a:srgbClr val="03234B"/>
                </a:solidFill>
              </a:rPr>
              <a:t>Faites un New Project </a:t>
            </a:r>
            <a:r>
              <a:rPr lang="fr-FR" sz="1400" dirty="0">
                <a:solidFill>
                  <a:srgbClr val="03234B"/>
                </a:solidFill>
              </a:rPr>
              <a:t>et linkez la librairie display (voir slide précèdent)</a:t>
            </a:r>
          </a:p>
          <a:p>
            <a:endParaRPr lang="fr-FR" sz="1400" u="sng" dirty="0">
              <a:solidFill>
                <a:srgbClr val="03234B"/>
              </a:solidFill>
            </a:endParaRPr>
          </a:p>
          <a:p>
            <a:r>
              <a:rPr lang="fr-FR" sz="1400" b="1" u="sng" dirty="0">
                <a:solidFill>
                  <a:srgbClr val="03234B"/>
                </a:solidFill>
              </a:rPr>
              <a:t>A partir de l’IDE configurer: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Configurer le SPI + les 4 Boutons Poussoirs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Configurer le printf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400" dirty="0">
              <a:solidFill>
                <a:srgbClr val="03234B"/>
              </a:solidFill>
            </a:endParaRPr>
          </a:p>
          <a:p>
            <a:r>
              <a:rPr lang="fr-FR" sz="1400" b="1" u="sng" dirty="0">
                <a:solidFill>
                  <a:srgbClr val="03234B"/>
                </a:solidFill>
              </a:rPr>
              <a:t>Dans le fichier max7219_Yncrea2.c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Compléter la fonction static void MAX7219_SendByte (unsigned char dataout)</a:t>
            </a:r>
          </a:p>
          <a:p>
            <a:r>
              <a:rPr lang="fr-FR" sz="1400" dirty="0">
                <a:solidFill>
                  <a:srgbClr val="03234B"/>
                </a:solidFill>
                <a:highlight>
                  <a:srgbClr val="FFFF00"/>
                </a:highlight>
              </a:rPr>
              <a:t>(fonction HAL pour envoyer des datas avec le SPI)</a:t>
            </a:r>
          </a:p>
          <a:p>
            <a:endParaRPr lang="fr-FR" sz="1400" dirty="0">
              <a:solidFill>
                <a:srgbClr val="03234B"/>
              </a:solidFill>
            </a:endParaRPr>
          </a:p>
          <a:p>
            <a:r>
              <a:rPr lang="fr-FR" sz="1400" b="1" u="sng" dirty="0">
                <a:solidFill>
                  <a:srgbClr val="03234B"/>
                </a:solidFill>
              </a:rPr>
              <a:t>Dans le fichier </a:t>
            </a:r>
            <a:r>
              <a:rPr lang="fr-FR" sz="1400" b="1" u="sng" dirty="0" err="1">
                <a:solidFill>
                  <a:srgbClr val="03234B"/>
                </a:solidFill>
              </a:rPr>
              <a:t>main.c</a:t>
            </a:r>
            <a:endParaRPr lang="fr-FR" sz="1400" b="1" u="sng" dirty="0">
              <a:solidFill>
                <a:srgbClr val="03234B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Afficher un message après toutes les inits des périphériques «Hello SPI ! » (printf)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Appeler la fonction d’initialisation du MAX7219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Appeler la fonction pour débuter le test de l’afficheur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Effectuer un délai de 2000ms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Appeler la fonction pour arrêter le test de l’afficheur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Afficher un message « Display Test Finished! » (printf)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endParaRPr lang="fr-FR" sz="1400" dirty="0">
              <a:solidFill>
                <a:srgbClr val="03234B"/>
              </a:solidFill>
            </a:endParaRPr>
          </a:p>
          <a:p>
            <a:r>
              <a:rPr lang="fr-FR" sz="1400" b="1" u="sng" dirty="0">
                <a:solidFill>
                  <a:srgbClr val="03234B"/>
                </a:solidFill>
              </a:rPr>
              <a:t>Test du code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Mettez-vous en mode pas-a-pas, et utilisez les boutons Step into/Step over pour comprendre ce qu’il se passe. </a:t>
            </a:r>
            <a:r>
              <a:rPr lang="fr-FR" sz="1400" b="1" dirty="0">
                <a:solidFill>
                  <a:srgbClr val="03234B"/>
                </a:solidFill>
              </a:rPr>
              <a:t>ATTENTION</a:t>
            </a:r>
            <a:r>
              <a:rPr lang="fr-FR" sz="1400" dirty="0">
                <a:solidFill>
                  <a:srgbClr val="03234B"/>
                </a:solidFill>
              </a:rPr>
              <a:t>! Si vous passez à l’exercice 2, il est attendu de vous que soyez capable d’expliquer un minimum ce qu'il se passe dans ce premier exercice. Prenez le temps de comprendre (pensez à lire les commentaires </a:t>
            </a:r>
            <a:r>
              <a:rPr lang="fr-FR" sz="1400" dirty="0">
                <a:solidFill>
                  <a:srgbClr val="03234B"/>
                </a:solidFill>
                <a:sym typeface="Wingdings" panose="05000000000000000000" pitchFamily="2" charset="2"/>
              </a:rPr>
              <a:t>)</a:t>
            </a:r>
            <a:endParaRPr lang="fr-FR" sz="1400" dirty="0">
              <a:solidFill>
                <a:srgbClr val="0323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2985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0813-39F1-D2E8-C541-A207D18C6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92544" y="6525343"/>
            <a:ext cx="1199456" cy="332657"/>
          </a:xfrm>
        </p:spPr>
        <p:txBody>
          <a:bodyPr>
            <a:normAutofit/>
          </a:bodyPr>
          <a:lstStyle/>
          <a:p>
            <a:fld id="{0579006F-4184-524E-A90C-3FC2A416496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958B24-CF75-4DDD-B98F-D2BB19D375D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806" y="6656661"/>
            <a:ext cx="1530690" cy="201339"/>
          </a:xfrm>
        </p:spPr>
        <p:txBody>
          <a:bodyPr>
            <a:normAutofit fontScale="85000" lnSpcReduction="20000"/>
          </a:bodyPr>
          <a:lstStyle/>
          <a:p>
            <a:fld id="{A236C716-DEEC-44F8-9CD7-1B8233E8BB2C}" type="datetime1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36DF66-503C-4E41-9E13-A346C7AB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827" y="2859931"/>
            <a:ext cx="3120347" cy="1138139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Exercice 2</a:t>
            </a:r>
          </a:p>
        </p:txBody>
      </p:sp>
    </p:spTree>
    <p:extLst>
      <p:ext uri="{BB962C8B-B14F-4D97-AF65-F5344CB8AC3E}">
        <p14:creationId xmlns:p14="http://schemas.microsoft.com/office/powerpoint/2010/main" val="35894555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Exercice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A34646-F297-45F1-A100-3E6317D8F5FF}"/>
              </a:ext>
            </a:extLst>
          </p:cNvPr>
          <p:cNvSpPr txBox="1"/>
          <p:nvPr/>
        </p:nvSpPr>
        <p:spPr>
          <a:xfrm>
            <a:off x="124610" y="904498"/>
            <a:ext cx="5645251" cy="526080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1200" b="1" u="sng" dirty="0">
                <a:solidFill>
                  <a:srgbClr val="03234B"/>
                </a:solidFill>
              </a:rPr>
              <a:t>Dans le fichier </a:t>
            </a:r>
            <a:r>
              <a:rPr lang="fr-FR" sz="1200" b="1" u="sng" dirty="0" err="1">
                <a:solidFill>
                  <a:srgbClr val="03234B"/>
                </a:solidFill>
              </a:rPr>
              <a:t>main.c</a:t>
            </a:r>
            <a:endParaRPr lang="fr-FR" sz="1200" b="1" u="sng" dirty="0">
              <a:solidFill>
                <a:srgbClr val="03234B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Déclarer un tableau de Char contenant le mot COOL: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endParaRPr lang="fr-FR" sz="1200" dirty="0">
              <a:solidFill>
                <a:srgbClr val="03234B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q"/>
            </a:pPr>
            <a:endParaRPr lang="fr-FR" sz="1200" dirty="0">
              <a:solidFill>
                <a:srgbClr val="03234B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q"/>
            </a:pPr>
            <a:endParaRPr lang="fr-FR" sz="1200" dirty="0">
              <a:solidFill>
                <a:srgbClr val="03234B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q"/>
            </a:pPr>
            <a:endParaRPr lang="fr-FR" sz="1200" dirty="0">
              <a:solidFill>
                <a:srgbClr val="03234B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Ecrivez la fonction </a:t>
            </a:r>
            <a:r>
              <a:rPr lang="fr-FR" sz="1200" b="1" dirty="0">
                <a:solidFill>
                  <a:srgbClr val="03234B"/>
                </a:solidFill>
              </a:rPr>
              <a:t>void OpeningSequence(uint32_t MyDelay) </a:t>
            </a:r>
            <a:r>
              <a:rPr lang="fr-FR" sz="1200" dirty="0">
                <a:solidFill>
                  <a:srgbClr val="03234B"/>
                </a:solidFill>
              </a:rPr>
              <a:t>qui sera appelée dans le while(1)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La function va simplement afficher le mot “COOL” de gauche à droite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L’algorithme est le suivant:</a:t>
            </a:r>
          </a:p>
          <a:p>
            <a:pPr marL="685800" lvl="1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Clear screen (appel de la fonction pour arrêter le test de l’afficheur)</a:t>
            </a:r>
          </a:p>
          <a:p>
            <a:pPr marL="685800" lvl="1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Afficher la lettre L</a:t>
            </a:r>
          </a:p>
          <a:p>
            <a:pPr marL="685800" lvl="1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Délai de MyDelay=500</a:t>
            </a:r>
          </a:p>
          <a:p>
            <a:pPr marL="685800" lvl="1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Afficher les lettres O et la L</a:t>
            </a:r>
          </a:p>
          <a:p>
            <a:pPr marL="685800" lvl="1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Délai</a:t>
            </a:r>
          </a:p>
          <a:p>
            <a:pPr marL="685800" lvl="1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Afficher les lettres O,O et L</a:t>
            </a:r>
          </a:p>
          <a:p>
            <a:pPr marL="685800" lvl="1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Délai</a:t>
            </a:r>
          </a:p>
          <a:p>
            <a:pPr marL="685800" lvl="1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Afficher les lettres C,O,O et L</a:t>
            </a:r>
          </a:p>
          <a:p>
            <a:pPr marL="685800" lvl="1" indent="-228600">
              <a:buFont typeface="Wingdings" panose="05000000000000000000" pitchFamily="2" charset="2"/>
              <a:buChar char="q"/>
            </a:pPr>
            <a:endParaRPr lang="fr-FR" sz="1200" dirty="0">
              <a:solidFill>
                <a:srgbClr val="03234B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Ecrivez la fonction </a:t>
            </a:r>
            <a:r>
              <a:rPr lang="fr-FR" sz="1200" b="1" dirty="0">
                <a:solidFill>
                  <a:srgbClr val="03234B"/>
                </a:solidFill>
              </a:rPr>
              <a:t>void ClosingSequence(uint32_t MyDelay) </a:t>
            </a:r>
            <a:r>
              <a:rPr lang="fr-FR" sz="1200" dirty="0">
                <a:solidFill>
                  <a:srgbClr val="03234B"/>
                </a:solidFill>
              </a:rPr>
              <a:t>qui sera appelée dans le while(1)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Cette function fera simplement l’inverse de la function OpeningSequence</a:t>
            </a:r>
          </a:p>
          <a:p>
            <a:endParaRPr lang="fr-FR" sz="1200" dirty="0">
              <a:solidFill>
                <a:srgbClr val="03234B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Ecrivez la fonction </a:t>
            </a:r>
            <a:r>
              <a:rPr lang="fr-FR" sz="1200" b="1" dirty="0">
                <a:solidFill>
                  <a:srgbClr val="03234B"/>
                </a:solidFill>
              </a:rPr>
              <a:t>void BreatheSequence(uint32_t MyDelay) </a:t>
            </a:r>
            <a:r>
              <a:rPr lang="fr-FR" sz="1200" dirty="0">
                <a:solidFill>
                  <a:srgbClr val="03234B"/>
                </a:solidFill>
              </a:rPr>
              <a:t>qui sera appelée dans le while(1) et qui permet de jouer avec la luminosité de l’affichage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200" dirty="0">
                <a:solidFill>
                  <a:srgbClr val="03234B"/>
                </a:solidFill>
              </a:rPr>
              <a:t>On appellera OpeningSequence, puis BreatheSequence et enfin ClosingSequence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08E0B2-360A-4250-AEE2-F72D821BD8C4}"/>
              </a:ext>
            </a:extLst>
          </p:cNvPr>
          <p:cNvSpPr/>
          <p:nvPr/>
        </p:nvSpPr>
        <p:spPr>
          <a:xfrm>
            <a:off x="6191212" y="5187315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93951F-CED9-4F8D-AC77-DF20E29D7364}"/>
              </a:ext>
            </a:extLst>
          </p:cNvPr>
          <p:cNvSpPr/>
          <p:nvPr/>
        </p:nvSpPr>
        <p:spPr>
          <a:xfrm>
            <a:off x="6760368" y="5187315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EBB5CB-B09D-453B-B210-DB8AFE110B43}"/>
              </a:ext>
            </a:extLst>
          </p:cNvPr>
          <p:cNvSpPr/>
          <p:nvPr/>
        </p:nvSpPr>
        <p:spPr>
          <a:xfrm>
            <a:off x="7331148" y="5187315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C33ECB-32D1-4371-83CB-68B247975F3A}"/>
              </a:ext>
            </a:extLst>
          </p:cNvPr>
          <p:cNvSpPr/>
          <p:nvPr/>
        </p:nvSpPr>
        <p:spPr>
          <a:xfrm>
            <a:off x="7898680" y="5187315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0918B5-F108-4F5F-BC54-77991FA610DD}"/>
              </a:ext>
            </a:extLst>
          </p:cNvPr>
          <p:cNvSpPr/>
          <p:nvPr/>
        </p:nvSpPr>
        <p:spPr>
          <a:xfrm>
            <a:off x="6191212" y="2474132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BB71ED-3014-41F5-BDA5-CCE722FE5970}"/>
              </a:ext>
            </a:extLst>
          </p:cNvPr>
          <p:cNvSpPr/>
          <p:nvPr/>
        </p:nvSpPr>
        <p:spPr>
          <a:xfrm>
            <a:off x="6760368" y="2474132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 sz="4800" b="1" dirty="0">
              <a:solidFill>
                <a:srgbClr val="00B0F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Eras Demi ITC" panose="020B08050305040208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678CE2-6F4B-489E-BCBA-0FC29B9481B5}"/>
              </a:ext>
            </a:extLst>
          </p:cNvPr>
          <p:cNvSpPr/>
          <p:nvPr/>
        </p:nvSpPr>
        <p:spPr>
          <a:xfrm>
            <a:off x="7331148" y="2474132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 sz="4800" b="1" dirty="0">
              <a:solidFill>
                <a:srgbClr val="00B0F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Eras Demi ITC" panose="020B08050305040208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1091CD-D415-4B5C-ACC8-724F5E8C234C}"/>
              </a:ext>
            </a:extLst>
          </p:cNvPr>
          <p:cNvSpPr/>
          <p:nvPr/>
        </p:nvSpPr>
        <p:spPr>
          <a:xfrm>
            <a:off x="7898680" y="2474132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 sz="4800" b="1" dirty="0">
              <a:solidFill>
                <a:srgbClr val="00B0F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Eras Demi ITC" panose="020B08050305040208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E27E2D-CFF5-4E4A-8B22-3BE1125E0B37}"/>
              </a:ext>
            </a:extLst>
          </p:cNvPr>
          <p:cNvSpPr/>
          <p:nvPr/>
        </p:nvSpPr>
        <p:spPr>
          <a:xfrm>
            <a:off x="6191212" y="3364768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6AB27F-B242-4D3E-8145-12ED63F4487B}"/>
              </a:ext>
            </a:extLst>
          </p:cNvPr>
          <p:cNvSpPr/>
          <p:nvPr/>
        </p:nvSpPr>
        <p:spPr>
          <a:xfrm>
            <a:off x="6760368" y="3364768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A28EE-7AEB-4F2E-BF16-8E5A92C5F0B3}"/>
              </a:ext>
            </a:extLst>
          </p:cNvPr>
          <p:cNvSpPr/>
          <p:nvPr/>
        </p:nvSpPr>
        <p:spPr>
          <a:xfrm>
            <a:off x="7331148" y="3364768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 sz="4800" b="1" dirty="0">
              <a:solidFill>
                <a:srgbClr val="00B0F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Eras Demi ITC" panose="020B08050305040208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112806-E29B-4CA5-8423-51F6C8F225CE}"/>
              </a:ext>
            </a:extLst>
          </p:cNvPr>
          <p:cNvSpPr/>
          <p:nvPr/>
        </p:nvSpPr>
        <p:spPr>
          <a:xfrm>
            <a:off x="7898680" y="3364768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 sz="4800" b="1" dirty="0">
              <a:solidFill>
                <a:srgbClr val="00B0F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Eras Demi ITC" panose="020B08050305040208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EE8E90-079F-49A5-90C8-7B24D297C151}"/>
              </a:ext>
            </a:extLst>
          </p:cNvPr>
          <p:cNvSpPr/>
          <p:nvPr/>
        </p:nvSpPr>
        <p:spPr>
          <a:xfrm>
            <a:off x="6191212" y="4262121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75DA35-ECA1-4AB2-9ACB-AD7D42970600}"/>
              </a:ext>
            </a:extLst>
          </p:cNvPr>
          <p:cNvSpPr/>
          <p:nvPr/>
        </p:nvSpPr>
        <p:spPr>
          <a:xfrm>
            <a:off x="6760368" y="4262121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5C48D5-8B5D-4237-BD09-3209CBF126C9}"/>
              </a:ext>
            </a:extLst>
          </p:cNvPr>
          <p:cNvSpPr/>
          <p:nvPr/>
        </p:nvSpPr>
        <p:spPr>
          <a:xfrm>
            <a:off x="7331148" y="4262121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11B599-58E9-4FBE-B002-C5ADE9D28AFA}"/>
              </a:ext>
            </a:extLst>
          </p:cNvPr>
          <p:cNvSpPr/>
          <p:nvPr/>
        </p:nvSpPr>
        <p:spPr>
          <a:xfrm>
            <a:off x="7898680" y="4262121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 sz="4800" b="1" dirty="0">
              <a:solidFill>
                <a:srgbClr val="00B0F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Eras Demi ITC" panose="020B08050305040208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F0664C-924F-4D5A-AC64-478D7A17672B}"/>
              </a:ext>
            </a:extLst>
          </p:cNvPr>
          <p:cNvSpPr/>
          <p:nvPr/>
        </p:nvSpPr>
        <p:spPr>
          <a:xfrm>
            <a:off x="6191212" y="1596550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 sz="4800" b="1" dirty="0">
              <a:solidFill>
                <a:srgbClr val="00B0F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Eras Demi ITC" panose="020B08050305040208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9B48B6-9A9E-4003-BAEB-9709568A15FA}"/>
              </a:ext>
            </a:extLst>
          </p:cNvPr>
          <p:cNvSpPr/>
          <p:nvPr/>
        </p:nvSpPr>
        <p:spPr>
          <a:xfrm>
            <a:off x="6760368" y="1596550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 sz="4800" b="1" dirty="0">
              <a:solidFill>
                <a:srgbClr val="00B0F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Eras Demi ITC" panose="020B08050305040208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99A993-0815-476E-ACA1-4AD678EBF1A9}"/>
              </a:ext>
            </a:extLst>
          </p:cNvPr>
          <p:cNvSpPr/>
          <p:nvPr/>
        </p:nvSpPr>
        <p:spPr>
          <a:xfrm>
            <a:off x="7331148" y="1596550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 sz="4800" b="1" dirty="0">
              <a:solidFill>
                <a:srgbClr val="00B0F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Eras Demi ITC" panose="020B08050305040208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FD59B1-15A4-4396-8900-9EF6616F5B74}"/>
              </a:ext>
            </a:extLst>
          </p:cNvPr>
          <p:cNvSpPr/>
          <p:nvPr/>
        </p:nvSpPr>
        <p:spPr>
          <a:xfrm>
            <a:off x="7898680" y="1596550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 sz="4800" b="1" dirty="0">
              <a:solidFill>
                <a:srgbClr val="00B0F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Eras Demi ITC" panose="020B08050305040208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06713E-0C6C-4E9A-924D-2114F11B320A}"/>
              </a:ext>
            </a:extLst>
          </p:cNvPr>
          <p:cNvSpPr/>
          <p:nvPr/>
        </p:nvSpPr>
        <p:spPr>
          <a:xfrm>
            <a:off x="6191212" y="1184927"/>
            <a:ext cx="2276624" cy="36933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>
                <a:solidFill>
                  <a:srgbClr val="03234B"/>
                </a:solidFill>
              </a:rPr>
              <a:t>OpeningSequence</a:t>
            </a:r>
            <a:endParaRPr lang="en-US" dirty="0">
              <a:solidFill>
                <a:srgbClr val="03234B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6C3E07-9AFB-43E9-AF06-A9E87DAE0037}"/>
              </a:ext>
            </a:extLst>
          </p:cNvPr>
          <p:cNvSpPr/>
          <p:nvPr/>
        </p:nvSpPr>
        <p:spPr>
          <a:xfrm>
            <a:off x="6191212" y="5880231"/>
            <a:ext cx="2276624" cy="36933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>
                <a:solidFill>
                  <a:srgbClr val="03234B"/>
                </a:solidFill>
              </a:rPr>
              <a:t>ClosingSequence</a:t>
            </a:r>
            <a:endParaRPr lang="en-US" dirty="0">
              <a:solidFill>
                <a:srgbClr val="03234B"/>
              </a:solidFill>
            </a:endParaRP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2E59AA0-A802-4264-A17E-7A53E77B99B6}"/>
              </a:ext>
            </a:extLst>
          </p:cNvPr>
          <p:cNvCxnSpPr>
            <a:cxnSpLocks/>
            <a:stCxn id="28" idx="3"/>
            <a:endCxn id="29" idx="3"/>
          </p:cNvCxnSpPr>
          <p:nvPr/>
        </p:nvCxnSpPr>
        <p:spPr>
          <a:xfrm>
            <a:off x="8467836" y="1369593"/>
            <a:ext cx="12700" cy="4695304"/>
          </a:xfrm>
          <a:prstGeom prst="bentConnector3">
            <a:avLst>
              <a:gd name="adj1" fmla="val 180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E0FBC74-8934-4EAD-A732-DEA494DC724D}"/>
              </a:ext>
            </a:extLst>
          </p:cNvPr>
          <p:cNvCxnSpPr>
            <a:cxnSpLocks/>
            <a:stCxn id="29" idx="1"/>
            <a:endCxn id="28" idx="1"/>
          </p:cNvCxnSpPr>
          <p:nvPr/>
        </p:nvCxnSpPr>
        <p:spPr>
          <a:xfrm rot="10800000">
            <a:off x="6191212" y="1369593"/>
            <a:ext cx="12700" cy="4695304"/>
          </a:xfrm>
          <a:prstGeom prst="bentConnector3">
            <a:avLst>
              <a:gd name="adj1" fmla="val 180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E488BFB-FD35-486F-81B1-830D69F8C57F}"/>
              </a:ext>
            </a:extLst>
          </p:cNvPr>
          <p:cNvSpPr/>
          <p:nvPr/>
        </p:nvSpPr>
        <p:spPr>
          <a:xfrm>
            <a:off x="9736212" y="1562293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779E26-1CDB-4618-8C6A-D4ED8318E789}"/>
              </a:ext>
            </a:extLst>
          </p:cNvPr>
          <p:cNvSpPr/>
          <p:nvPr/>
        </p:nvSpPr>
        <p:spPr>
          <a:xfrm>
            <a:off x="10305368" y="1562293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66D4D95-6BD9-4127-9E9F-A36E9CAAD61C}"/>
              </a:ext>
            </a:extLst>
          </p:cNvPr>
          <p:cNvSpPr/>
          <p:nvPr/>
        </p:nvSpPr>
        <p:spPr>
          <a:xfrm>
            <a:off x="10876148" y="1562293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CEB0EFC-B172-498E-A619-10A23D42DF71}"/>
              </a:ext>
            </a:extLst>
          </p:cNvPr>
          <p:cNvSpPr/>
          <p:nvPr/>
        </p:nvSpPr>
        <p:spPr>
          <a:xfrm>
            <a:off x="11443680" y="1562293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9220CD-2E58-489B-9465-074934CCCD6D}"/>
              </a:ext>
            </a:extLst>
          </p:cNvPr>
          <p:cNvSpPr/>
          <p:nvPr/>
        </p:nvSpPr>
        <p:spPr>
          <a:xfrm>
            <a:off x="9740223" y="1187651"/>
            <a:ext cx="2276624" cy="36933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>
                <a:solidFill>
                  <a:srgbClr val="03234B"/>
                </a:solidFill>
              </a:rPr>
              <a:t>BreatheSequence</a:t>
            </a:r>
            <a:endParaRPr lang="en-US" dirty="0">
              <a:solidFill>
                <a:srgbClr val="03234B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748F85-E51F-4BDB-BEEC-AFCC058627C5}"/>
              </a:ext>
            </a:extLst>
          </p:cNvPr>
          <p:cNvSpPr/>
          <p:nvPr/>
        </p:nvSpPr>
        <p:spPr>
          <a:xfrm>
            <a:off x="9736212" y="2474132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>
                    <a:alpha val="49000"/>
                  </a:srgb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C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9509A39-8468-4F5A-A3BA-E6BBCB57D68B}"/>
              </a:ext>
            </a:extLst>
          </p:cNvPr>
          <p:cNvSpPr/>
          <p:nvPr/>
        </p:nvSpPr>
        <p:spPr>
          <a:xfrm>
            <a:off x="10305368" y="2474132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>
                    <a:alpha val="49000"/>
                  </a:srgb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74C701-9088-49C4-B1D2-D9A030B4BE1C}"/>
              </a:ext>
            </a:extLst>
          </p:cNvPr>
          <p:cNvSpPr/>
          <p:nvPr/>
        </p:nvSpPr>
        <p:spPr>
          <a:xfrm>
            <a:off x="10876148" y="2474132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>
                    <a:alpha val="49000"/>
                  </a:srgb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CCE642-C808-4430-977E-97593EEEDF71}"/>
              </a:ext>
            </a:extLst>
          </p:cNvPr>
          <p:cNvSpPr/>
          <p:nvPr/>
        </p:nvSpPr>
        <p:spPr>
          <a:xfrm>
            <a:off x="11443680" y="2474132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>
                    <a:alpha val="49000"/>
                  </a:srgb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C2ECC3B-F335-4ABC-B809-D969B9647CBB}"/>
              </a:ext>
            </a:extLst>
          </p:cNvPr>
          <p:cNvSpPr/>
          <p:nvPr/>
        </p:nvSpPr>
        <p:spPr>
          <a:xfrm>
            <a:off x="9736212" y="3360737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>
                    <a:alpha val="15000"/>
                  </a:srgb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43EFA11-4FB7-4A59-B68B-B065C1B0CAD1}"/>
              </a:ext>
            </a:extLst>
          </p:cNvPr>
          <p:cNvSpPr/>
          <p:nvPr/>
        </p:nvSpPr>
        <p:spPr>
          <a:xfrm>
            <a:off x="10305368" y="3360737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>
                    <a:alpha val="15000"/>
                  </a:srgb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39E30FD-6508-4BBF-B04C-6B1FDA0BA55B}"/>
              </a:ext>
            </a:extLst>
          </p:cNvPr>
          <p:cNvSpPr/>
          <p:nvPr/>
        </p:nvSpPr>
        <p:spPr>
          <a:xfrm>
            <a:off x="10876148" y="3360737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>
                    <a:alpha val="15000"/>
                  </a:srgb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9FA8606-B948-4DBE-875A-3213C84EE4DD}"/>
              </a:ext>
            </a:extLst>
          </p:cNvPr>
          <p:cNvSpPr/>
          <p:nvPr/>
        </p:nvSpPr>
        <p:spPr>
          <a:xfrm>
            <a:off x="11443680" y="3360737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>
                    <a:alpha val="15000"/>
                  </a:srgb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978742E-10C3-43F0-AC1E-AE8EC574254B}"/>
              </a:ext>
            </a:extLst>
          </p:cNvPr>
          <p:cNvSpPr/>
          <p:nvPr/>
        </p:nvSpPr>
        <p:spPr>
          <a:xfrm>
            <a:off x="9736212" y="5187315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C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65CD4B-C17A-445A-A8DF-4602C3B01E1D}"/>
              </a:ext>
            </a:extLst>
          </p:cNvPr>
          <p:cNvSpPr/>
          <p:nvPr/>
        </p:nvSpPr>
        <p:spPr>
          <a:xfrm>
            <a:off x="10305368" y="5187315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81E97A5-6937-4753-A814-8C434B45FF65}"/>
              </a:ext>
            </a:extLst>
          </p:cNvPr>
          <p:cNvSpPr/>
          <p:nvPr/>
        </p:nvSpPr>
        <p:spPr>
          <a:xfrm>
            <a:off x="10876148" y="5187315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276AE50-DA83-4718-B23F-86C169D58D13}"/>
              </a:ext>
            </a:extLst>
          </p:cNvPr>
          <p:cNvSpPr/>
          <p:nvPr/>
        </p:nvSpPr>
        <p:spPr>
          <a:xfrm>
            <a:off x="11443680" y="5187315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L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DE3FA5A-78A0-4A5B-B448-F37036787C60}"/>
              </a:ext>
            </a:extLst>
          </p:cNvPr>
          <p:cNvSpPr/>
          <p:nvPr/>
        </p:nvSpPr>
        <p:spPr>
          <a:xfrm>
            <a:off x="9736212" y="4259246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>
                    <a:alpha val="49000"/>
                  </a:srgb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C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942C5F8-0761-4394-AF41-C02E8E094B18}"/>
              </a:ext>
            </a:extLst>
          </p:cNvPr>
          <p:cNvSpPr/>
          <p:nvPr/>
        </p:nvSpPr>
        <p:spPr>
          <a:xfrm>
            <a:off x="10305368" y="4259246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>
                    <a:alpha val="49000"/>
                  </a:srgb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BDB301B-091A-4B56-9749-7B1725BDBA5C}"/>
              </a:ext>
            </a:extLst>
          </p:cNvPr>
          <p:cNvSpPr/>
          <p:nvPr/>
        </p:nvSpPr>
        <p:spPr>
          <a:xfrm>
            <a:off x="10876148" y="4259246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>
                    <a:alpha val="49000"/>
                  </a:srgb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O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5689662-DD23-4E0D-8FDC-2BDF10DDBEF4}"/>
              </a:ext>
            </a:extLst>
          </p:cNvPr>
          <p:cNvSpPr/>
          <p:nvPr/>
        </p:nvSpPr>
        <p:spPr>
          <a:xfrm>
            <a:off x="11443680" y="4259246"/>
            <a:ext cx="569156" cy="713016"/>
          </a:xfrm>
          <a:prstGeom prst="rect">
            <a:avLst/>
          </a:prstGeom>
          <a:solidFill>
            <a:srgbClr val="03234B"/>
          </a:solidFill>
          <a:ln w="38100">
            <a:solidFill>
              <a:srgbClr val="7474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4800" b="1" dirty="0">
                <a:solidFill>
                  <a:srgbClr val="3CB4E6">
                    <a:alpha val="49000"/>
                  </a:srgb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Eras Demi ITC" panose="020B0805030504020804" pitchFamily="34" charset="0"/>
              </a:rPr>
              <a:t>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9847F8-B1A6-ADDF-D8DC-1DECA9D3D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87" y="1288609"/>
            <a:ext cx="3038899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748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E94DF-3CC9-231F-3369-8E1178D997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92544" y="6525343"/>
            <a:ext cx="1199456" cy="332657"/>
          </a:xfrm>
        </p:spPr>
        <p:txBody>
          <a:bodyPr>
            <a:normAutofit/>
          </a:bodyPr>
          <a:lstStyle/>
          <a:p>
            <a:fld id="{0579006F-4184-524E-A90C-3FC2A416496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958B24-CF75-4DDD-B98F-D2BB19D375D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806" y="6656661"/>
            <a:ext cx="1530690" cy="201339"/>
          </a:xfrm>
        </p:spPr>
        <p:txBody>
          <a:bodyPr>
            <a:normAutofit fontScale="85000" lnSpcReduction="20000"/>
          </a:bodyPr>
          <a:lstStyle/>
          <a:p>
            <a:fld id="{A236C716-DEEC-44F8-9CD7-1B8233E8BB2C}" type="datetime1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36DF66-503C-4E41-9E13-A346C7AB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831" y="2859931"/>
            <a:ext cx="3048339" cy="1138139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Exercice 3</a:t>
            </a:r>
          </a:p>
        </p:txBody>
      </p:sp>
    </p:spTree>
    <p:extLst>
      <p:ext uri="{BB962C8B-B14F-4D97-AF65-F5344CB8AC3E}">
        <p14:creationId xmlns:p14="http://schemas.microsoft.com/office/powerpoint/2010/main" val="3780622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Exercice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1CAE6-60B7-4BE7-9257-63A2629BE0A7}"/>
              </a:ext>
            </a:extLst>
          </p:cNvPr>
          <p:cNvSpPr txBox="1"/>
          <p:nvPr/>
        </p:nvSpPr>
        <p:spPr>
          <a:xfrm>
            <a:off x="124609" y="904498"/>
            <a:ext cx="11443413" cy="30469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1600" b="1" u="sng" dirty="0">
                <a:solidFill>
                  <a:srgbClr val="03234B"/>
                </a:solidFill>
              </a:rPr>
              <a:t>Ecrivez une fonction qui permet d’</a:t>
            </a:r>
            <a:r>
              <a:rPr lang="fr-FR" sz="1600" b="1" u="sng" dirty="0" err="1">
                <a:solidFill>
                  <a:srgbClr val="03234B"/>
                </a:solidFill>
              </a:rPr>
              <a:t>ecrire</a:t>
            </a:r>
            <a:r>
              <a:rPr lang="fr-FR" sz="1600" b="1" u="sng" dirty="0">
                <a:solidFill>
                  <a:srgbClr val="03234B"/>
                </a:solidFill>
              </a:rPr>
              <a:t> des mots sur l’afficheur 7 segments: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600" dirty="0">
                <a:solidFill>
                  <a:srgbClr val="03234B"/>
                </a:solidFill>
              </a:rPr>
              <a:t>Le BP1 permet de parcourir les lettres dans le sens alphabétique de A à U puis de 0 à 9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600" dirty="0">
                <a:solidFill>
                  <a:srgbClr val="03234B"/>
                </a:solidFill>
              </a:rPr>
              <a:t>Le BP2 permet de parcourir les lettres dans le sens inverse de 9 à 0 puis </a:t>
            </a:r>
            <a:r>
              <a:rPr lang="fr-FR" sz="1600">
                <a:solidFill>
                  <a:srgbClr val="03234B"/>
                </a:solidFill>
              </a:rPr>
              <a:t>de U </a:t>
            </a:r>
            <a:r>
              <a:rPr lang="fr-FR" sz="1600" dirty="0">
                <a:solidFill>
                  <a:srgbClr val="03234B"/>
                </a:solidFill>
              </a:rPr>
              <a:t>à A 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600" dirty="0">
                <a:solidFill>
                  <a:srgbClr val="03234B"/>
                </a:solidFill>
              </a:rPr>
              <a:t>Le BP3 Validera la lettre en cours et passera sur l’afficheur suivant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600" dirty="0">
                <a:solidFill>
                  <a:srgbClr val="03234B"/>
                </a:solidFill>
              </a:rPr>
              <a:t>Le BP4 Effacera le mot sur l’afficheur et l’on pourra entrer à nouveau un autre mot</a:t>
            </a:r>
          </a:p>
          <a:p>
            <a:endParaRPr lang="fr-FR" sz="1600" dirty="0">
              <a:solidFill>
                <a:srgbClr val="03234B"/>
              </a:solidFill>
            </a:endParaRPr>
          </a:p>
          <a:p>
            <a:r>
              <a:rPr lang="fr-FR" sz="1600" dirty="0">
                <a:solidFill>
                  <a:srgbClr val="03234B"/>
                </a:solidFill>
              </a:rPr>
              <a:t>On écrira de gauche à droite.</a:t>
            </a:r>
          </a:p>
          <a:p>
            <a:r>
              <a:rPr lang="fr-FR" sz="1600" b="1" dirty="0">
                <a:solidFill>
                  <a:srgbClr val="03234B"/>
                </a:solidFill>
              </a:rPr>
              <a:t>Attention</a:t>
            </a:r>
            <a:r>
              <a:rPr lang="fr-FR" sz="1600" dirty="0">
                <a:solidFill>
                  <a:srgbClr val="03234B"/>
                </a:solidFill>
              </a:rPr>
              <a:t>, certaines lettres ne sont pas faisables sur un afficheur 7 segments </a:t>
            </a:r>
            <a:r>
              <a:rPr lang="fr-FR" sz="1600" dirty="0">
                <a:solidFill>
                  <a:srgbClr val="03234B"/>
                </a:solidFill>
                <a:sym typeface="Wingdings" panose="05000000000000000000" pitchFamily="2" charset="2"/>
              </a:rPr>
              <a:t></a:t>
            </a:r>
          </a:p>
          <a:p>
            <a:endParaRPr lang="fr-FR" sz="1600" dirty="0">
              <a:solidFill>
                <a:srgbClr val="03234B"/>
              </a:solidFill>
              <a:sym typeface="Wingdings" panose="05000000000000000000" pitchFamily="2" charset="2"/>
            </a:endParaRPr>
          </a:p>
          <a:p>
            <a:r>
              <a:rPr lang="fr-FR" sz="1600" dirty="0">
                <a:solidFill>
                  <a:srgbClr val="03234B"/>
                </a:solidFill>
                <a:sym typeface="Wingdings" panose="05000000000000000000" pitchFamily="2" charset="2"/>
              </a:rPr>
              <a:t>On pourra valider avec les mots suivants: bAbI (Babie), bOSS (Boss), Send (Send), quIt (quit), SenS (sens)</a:t>
            </a:r>
          </a:p>
          <a:p>
            <a:endParaRPr lang="fr-FR" sz="1600" dirty="0">
              <a:solidFill>
                <a:srgbClr val="03234B"/>
              </a:solidFill>
              <a:sym typeface="Wingdings" panose="05000000000000000000" pitchFamily="2" charset="2"/>
            </a:endParaRPr>
          </a:p>
          <a:p>
            <a:r>
              <a:rPr lang="fr-FR" sz="1600" dirty="0">
                <a:solidFill>
                  <a:srgbClr val="03234B"/>
                </a:solidFill>
                <a:sym typeface="Wingdings" panose="05000000000000000000" pitchFamily="2" charset="2"/>
              </a:rPr>
              <a:t>Etc… à vous de trouver des mots de 4 lettres </a:t>
            </a:r>
          </a:p>
        </p:txBody>
      </p:sp>
    </p:spTree>
    <p:extLst>
      <p:ext uri="{BB962C8B-B14F-4D97-AF65-F5344CB8AC3E}">
        <p14:creationId xmlns:p14="http://schemas.microsoft.com/office/powerpoint/2010/main" val="39232672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7e29489c09c3c63187c2677341ee6319b0e3d0"/>
</p:tagLst>
</file>

<file path=ppt/theme/theme1.xml><?xml version="1.0" encoding="utf-8"?>
<a:theme xmlns:a="http://schemas.openxmlformats.org/drawingml/2006/main" name="ST PowerPoint Template 16x9">
  <a:themeElements>
    <a:clrScheme name="STMicroelectronics 2021">
      <a:dk1>
        <a:srgbClr val="03234B"/>
      </a:dk1>
      <a:lt1>
        <a:srgbClr val="FFFFFF"/>
      </a:lt1>
      <a:dk2>
        <a:srgbClr val="464650"/>
      </a:dk2>
      <a:lt2>
        <a:srgbClr val="E8E8E9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8C0078"/>
      </a:accent6>
      <a:hlink>
        <a:srgbClr val="3CB4E6"/>
      </a:hlink>
      <a:folHlink>
        <a:srgbClr val="3CB4E6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_[16-9].potx" id="{CD5ACC94-6E44-41CD-AD84-5EC23CEA07C9}" vid="{AE223C04-3F7D-4337-AA9C-E9D20F57FFE9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b5b0a18-0ac8-40ff-9dda-cbf02757ab37">
      <Terms xmlns="http://schemas.microsoft.com/office/infopath/2007/PartnerControls"/>
    </lcf76f155ced4ddcb4097134ff3c332f>
    <TaxCatchAll xmlns="0cb2f437-beb1-4687-8ff2-788330b5ca7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62CCF50953A34F8DA5C30A590C3005" ma:contentTypeVersion="11" ma:contentTypeDescription="Crée un document." ma:contentTypeScope="" ma:versionID="e7d8b9f836649573da8f0cf44141a357">
  <xsd:schema xmlns:xsd="http://www.w3.org/2001/XMLSchema" xmlns:xs="http://www.w3.org/2001/XMLSchema" xmlns:p="http://schemas.microsoft.com/office/2006/metadata/properties" xmlns:ns2="1b5b0a18-0ac8-40ff-9dda-cbf02757ab37" xmlns:ns3="0cb2f437-beb1-4687-8ff2-788330b5ca72" targetNamespace="http://schemas.microsoft.com/office/2006/metadata/properties" ma:root="true" ma:fieldsID="2a292ad2c614c2f769c1958b5880bc7d" ns2:_="" ns3:_="">
    <xsd:import namespace="1b5b0a18-0ac8-40ff-9dda-cbf02757ab37"/>
    <xsd:import namespace="0cb2f437-beb1-4687-8ff2-788330b5c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5b0a18-0ac8-40ff-9dda-cbf02757ab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10bafe7f-9857-4f22-abd8-d347ad85f0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2f437-beb1-4687-8ff2-788330b5ca7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6637468-d8fd-43cf-95be-15fffd0247d3}" ma:internalName="TaxCatchAll" ma:showField="CatchAllData" ma:web="0cb2f437-beb1-4687-8ff2-788330b5ca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3C9DBC-2F9A-4C2A-9095-02901C1212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ADB4B4-4CD2-4DDB-8FB5-163083A918CC}">
  <ds:schemaRefs>
    <ds:schemaRef ds:uri="http://schemas.microsoft.com/office/2006/metadata/properties"/>
    <ds:schemaRef ds:uri="http://schemas.microsoft.com/office/infopath/2007/PartnerControls"/>
    <ds:schemaRef ds:uri="089cdac0-8684-4bdc-8c80-fe5fe0837837"/>
  </ds:schemaRefs>
</ds:datastoreItem>
</file>

<file path=customXml/itemProps3.xml><?xml version="1.0" encoding="utf-8"?>
<ds:datastoreItem xmlns:ds="http://schemas.openxmlformats.org/officeDocument/2006/customXml" ds:itemID="{415A1A79-ED81-4184-949E-67DD7085E3BC}"/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42325</TotalTime>
  <Words>1040</Words>
  <Application>Microsoft Office PowerPoint</Application>
  <PresentationFormat>Grand écran</PresentationFormat>
  <Paragraphs>236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 Math</vt:lpstr>
      <vt:lpstr>Eras Demi ITC</vt:lpstr>
      <vt:lpstr>Wingdings</vt:lpstr>
      <vt:lpstr>ST PowerPoint Template 16x9</vt:lpstr>
      <vt:lpstr>TP06 – SPI et afficheur 7 segments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Exercice 1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Exercice 2</vt:lpstr>
      <vt:lpstr>Présentation PowerPoint</vt:lpstr>
      <vt:lpstr>Exercice 3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Jean Louis Scotto di Quaquero</dc:creator>
  <cp:keywords/>
  <dc:description/>
  <cp:lastModifiedBy>julien terrier</cp:lastModifiedBy>
  <cp:revision>799</cp:revision>
  <dcterms:created xsi:type="dcterms:W3CDTF">2019-08-27T13:56:49Z</dcterms:created>
  <dcterms:modified xsi:type="dcterms:W3CDTF">2025-04-03T08:22:11Z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0x0101007862CCF50953A34F8DA5C30A590C3005</vt:lpwstr>
  </property>
</Properties>
</file>