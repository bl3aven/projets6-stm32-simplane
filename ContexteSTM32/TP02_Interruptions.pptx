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253_2A151BBB.xml" ContentType="application/vnd.ms-powerpoint.comments+xml"/>
  <Override PartName="/ppt/notesSlides/notesSlide3.xml" ContentType="application/vnd.openxmlformats-officedocument.presentationml.notesSlide+xml"/>
  <Override PartName="/ppt/comments/modernComment_250_321AF2AB.xml" ContentType="application/vnd.ms-powerpoint.comments+xml"/>
  <Override PartName="/ppt/notesSlides/notesSlide4.xml" ContentType="application/vnd.openxmlformats-officedocument.presentationml.notesSlide+xml"/>
  <Override PartName="/ppt/comments/modernComment_245_46911466.xml" ContentType="application/vnd.ms-powerpoint.comments+xml"/>
  <Override PartName="/ppt/notesSlides/notesSlide5.xml" ContentType="application/vnd.openxmlformats-officedocument.presentationml.notesSlide+xml"/>
  <Override PartName="/ppt/comments/modernComment_246_69FEC709.xml" ContentType="application/vnd.ms-powerpoint.comments+xml"/>
  <Override PartName="/ppt/notesSlides/notesSlide6.xml" ContentType="application/vnd.openxmlformats-officedocument.presentationml.notesSlide+xml"/>
  <Override PartName="/ppt/comments/modernComment_24E_718A9A18.xml" ContentType="application/vnd.ms-powerpoint.comments+xml"/>
  <Override PartName="/ppt/notesSlides/notesSlide7.xml" ContentType="application/vnd.openxmlformats-officedocument.presentationml.notesSlide+xml"/>
  <Override PartName="/ppt/comments/modernComment_248_270F5B96.xml" ContentType="application/vnd.ms-powerpoint.comments+xml"/>
  <Override PartName="/ppt/notesSlides/notesSlide8.xml" ContentType="application/vnd.openxmlformats-officedocument.presentationml.notesSlide+xml"/>
  <Override PartName="/ppt/comments/modernComment_249_A9CB57BE.xml" ContentType="application/vnd.ms-powerpoint.comments+xml"/>
  <Override PartName="/ppt/notesSlides/notesSlide9.xml" ContentType="application/vnd.openxmlformats-officedocument.presentationml.notesSlide+xml"/>
  <Override PartName="/ppt/comments/modernComment_24A_EE0FE4D3.xml" ContentType="application/vnd.ms-powerpoint.comments+xml"/>
  <Override PartName="/ppt/notesSlides/notesSlide10.xml" ContentType="application/vnd.openxmlformats-officedocument.presentationml.notesSlide+xml"/>
  <Override PartName="/ppt/comments/modernComment_24B_15CF3998.xml" ContentType="application/vnd.ms-powerpoint.comments+xml"/>
  <Override PartName="/ppt/notesSlides/notesSlide11.xml" ContentType="application/vnd.openxmlformats-officedocument.presentationml.notesSlide+xml"/>
  <Override PartName="/ppt/comments/modernComment_24C_ADE78BBB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FC_41880D6.xml" ContentType="application/vnd.ms-powerpoint.comments+xml"/>
  <Override PartName="/ppt/notesSlides/notesSlide15.xml" ContentType="application/vnd.openxmlformats-officedocument.presentationml.notesSlide+xml"/>
  <Override PartName="/ppt/comments/modernComment_1FD_D259BB15.xml" ContentType="application/vnd.ms-powerpoint.comments+xml"/>
  <Override PartName="/ppt/notesSlides/notesSlide16.xml" ContentType="application/vnd.openxmlformats-officedocument.presentationml.notesSlide+xml"/>
  <Override PartName="/ppt/comments/modernComment_1FE_C66A78FB.xml" ContentType="application/vnd.ms-powerpoint.comments+xml"/>
  <Override PartName="/ppt/notesSlides/notesSlide17.xml" ContentType="application/vnd.openxmlformats-officedocument.presentationml.notesSlide+xml"/>
  <Override PartName="/ppt/comments/modernComment_1FF_D4399AAD.xml" ContentType="application/vnd.ms-powerpoint.comments+xml"/>
  <Override PartName="/ppt/notesSlides/notesSlide18.xml" ContentType="application/vnd.openxmlformats-officedocument.presentationml.notesSlide+xml"/>
  <Override PartName="/ppt/comments/modernComment_1F1_70312E3B.xml" ContentType="application/vnd.ms-powerpoint.comments+xml"/>
  <Override PartName="/ppt/notesSlides/notesSlide19.xml" ContentType="application/vnd.openxmlformats-officedocument.presentationml.notesSlide+xml"/>
  <Override PartName="/ppt/comments/modernComment_200_FA30EC59.xml" ContentType="application/vnd.ms-powerpoint.comments+xml"/>
  <Override PartName="/ppt/notesSlides/notesSlide20.xml" ContentType="application/vnd.openxmlformats-officedocument.presentationml.notesSlide+xml"/>
  <Override PartName="/ppt/comments/modernComment_243_5E3DA3DA.xml" ContentType="application/vnd.ms-powerpoint.comments+xml"/>
  <Override PartName="/ppt/notesSlides/notesSlide21.xml" ContentType="application/vnd.openxmlformats-officedocument.presentationml.notesSlide+xml"/>
  <Override PartName="/ppt/comments/modernComment_24F_3519EF1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4"/>
  </p:sldMasterIdLst>
  <p:notesMasterIdLst>
    <p:notesMasterId r:id="rId26"/>
  </p:notesMasterIdLst>
  <p:handoutMasterIdLst>
    <p:handoutMasterId r:id="rId27"/>
  </p:handoutMasterIdLst>
  <p:sldIdLst>
    <p:sldId id="594" r:id="rId5"/>
    <p:sldId id="595" r:id="rId6"/>
    <p:sldId id="592" r:id="rId7"/>
    <p:sldId id="581" r:id="rId8"/>
    <p:sldId id="582" r:id="rId9"/>
    <p:sldId id="590" r:id="rId10"/>
    <p:sldId id="584" r:id="rId11"/>
    <p:sldId id="585" r:id="rId12"/>
    <p:sldId id="586" r:id="rId13"/>
    <p:sldId id="587" r:id="rId14"/>
    <p:sldId id="588" r:id="rId15"/>
    <p:sldId id="596" r:id="rId16"/>
    <p:sldId id="597" r:id="rId17"/>
    <p:sldId id="508" r:id="rId18"/>
    <p:sldId id="509" r:id="rId19"/>
    <p:sldId id="510" r:id="rId20"/>
    <p:sldId id="511" r:id="rId21"/>
    <p:sldId id="497" r:id="rId22"/>
    <p:sldId id="512" r:id="rId23"/>
    <p:sldId id="579" r:id="rId24"/>
    <p:sldId id="591" r:id="rId25"/>
  </p:sldIdLst>
  <p:sldSz cx="12192000" cy="6858000"/>
  <p:notesSz cx="6858000" cy="9144000"/>
  <p:custDataLst>
    <p:tags r:id="rId28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893CF6-DB1A-4DF7-A6D9-074A1E8936B9}">
          <p14:sldIdLst>
            <p14:sldId id="594"/>
            <p14:sldId id="595"/>
            <p14:sldId id="592"/>
            <p14:sldId id="581"/>
            <p14:sldId id="582"/>
            <p14:sldId id="590"/>
            <p14:sldId id="584"/>
            <p14:sldId id="585"/>
            <p14:sldId id="586"/>
            <p14:sldId id="587"/>
            <p14:sldId id="588"/>
            <p14:sldId id="596"/>
            <p14:sldId id="597"/>
            <p14:sldId id="508"/>
            <p14:sldId id="509"/>
            <p14:sldId id="510"/>
            <p14:sldId id="511"/>
            <p14:sldId id="497"/>
            <p14:sldId id="512"/>
            <p14:sldId id="579"/>
            <p14:sldId id="59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5CD6D8-3140-9AED-417C-67238DA3D55A}" name="Julien TERRIER" initials="JT" userId="S::julien.terrier@st.com::e38a7381-6e71-427d-838c-0275fc209b8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en terrier" initials="jt" lastIdx="1" clrIdx="0">
    <p:extLst>
      <p:ext uri="{19B8F6BF-5375-455C-9EA6-DF929625EA0E}">
        <p15:presenceInfo xmlns:p15="http://schemas.microsoft.com/office/powerpoint/2012/main" userId="f10afbbb77aed1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CC00"/>
    <a:srgbClr val="00704E"/>
    <a:srgbClr val="E3DE00"/>
    <a:srgbClr val="151BFF"/>
    <a:srgbClr val="00529B"/>
    <a:srgbClr val="20D654"/>
    <a:srgbClr val="28F20C"/>
    <a:srgbClr val="20DF15"/>
    <a:srgbClr val="E30613"/>
    <a:srgbClr val="F081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F91B6-EBB2-48E0-8BA7-F0D75AF13957}" v="257" dt="2024-09-03T14:21:52.0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90063" autoAdjust="0"/>
  </p:normalViewPr>
  <p:slideViewPr>
    <p:cSldViewPr>
      <p:cViewPr varScale="1">
        <p:scale>
          <a:sx n="104" d="100"/>
          <a:sy n="104" d="100"/>
        </p:scale>
        <p:origin x="168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Louis SCOTTO-DI-QUAQUERO" userId="5b7c4864-d3b3-4c12-a33e-5ea7a2094109" providerId="ADAL" clId="{B502D81B-A6BD-4511-8C98-011980455E31}"/>
    <pc:docChg chg="undo custSel addSld delSld modSld modMainMaster modSection">
      <pc:chgData name="Jean-Louis SCOTTO-DI-QUAQUERO" userId="5b7c4864-d3b3-4c12-a33e-5ea7a2094109" providerId="ADAL" clId="{B502D81B-A6BD-4511-8C98-011980455E31}" dt="2020-11-19T07:46:55.756" v="1080" actId="790"/>
      <pc:docMkLst>
        <pc:docMk/>
      </pc:docMkLst>
      <pc:sldChg chg="modSp">
        <pc:chgData name="Jean-Louis SCOTTO-DI-QUAQUERO" userId="5b7c4864-d3b3-4c12-a33e-5ea7a2094109" providerId="ADAL" clId="{B502D81B-A6BD-4511-8C98-011980455E31}" dt="2020-11-19T07:31:48.629" v="79" actId="1076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B502D81B-A6BD-4511-8C98-011980455E31}" dt="2020-11-19T07:31:13.194" v="65" actId="1076"/>
          <ac:spMkLst>
            <pc:docMk/>
            <pc:sldMk cId="1232820293" sldId="461"/>
            <ac:spMk id="5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31:48.629" v="79" actId="1076"/>
          <ac:spMkLst>
            <pc:docMk/>
            <pc:sldMk cId="1232820293" sldId="461"/>
            <ac:spMk id="9" creationId="{66B75A39-2557-4215-8253-B3BFA97C535A}"/>
          </ac:spMkLst>
        </pc:spChg>
        <pc:picChg chg="mod">
          <ac:chgData name="Jean-Louis SCOTTO-DI-QUAQUERO" userId="5b7c4864-d3b3-4c12-a33e-5ea7a2094109" providerId="ADAL" clId="{B502D81B-A6BD-4511-8C98-011980455E31}" dt="2020-11-19T07:31:46.489" v="78" actId="1076"/>
          <ac:picMkLst>
            <pc:docMk/>
            <pc:sldMk cId="1232820293" sldId="461"/>
            <ac:picMk id="8" creationId="{00000000-0000-0000-0000-000000000000}"/>
          </ac:picMkLst>
        </pc:picChg>
      </pc:sldChg>
      <pc:sldChg chg="modSp del">
        <pc:chgData name="Jean-Louis SCOTTO-DI-QUAQUERO" userId="5b7c4864-d3b3-4c12-a33e-5ea7a2094109" providerId="ADAL" clId="{B502D81B-A6BD-4511-8C98-011980455E31}" dt="2020-11-19T07:35:07.140" v="137" actId="2696"/>
        <pc:sldMkLst>
          <pc:docMk/>
          <pc:sldMk cId="3257217052" sldId="462"/>
        </pc:sldMkLst>
        <pc:spChg chg="mod">
          <ac:chgData name="Jean-Louis SCOTTO-DI-QUAQUERO" userId="5b7c4864-d3b3-4c12-a33e-5ea7a2094109" providerId="ADAL" clId="{B502D81B-A6BD-4511-8C98-011980455E31}" dt="2020-11-19T07:32:28.414" v="83" actId="207"/>
          <ac:spMkLst>
            <pc:docMk/>
            <pc:sldMk cId="3257217052" sldId="462"/>
            <ac:spMk id="5" creationId="{EEA479C6-82E1-4421-8253-74935FEF36BD}"/>
          </ac:spMkLst>
        </pc:spChg>
      </pc:sldChg>
      <pc:sldChg chg="addSp delSp modSp del">
        <pc:chgData name="Jean-Louis SCOTTO-DI-QUAQUERO" userId="5b7c4864-d3b3-4c12-a33e-5ea7a2094109" providerId="ADAL" clId="{B502D81B-A6BD-4511-8C98-011980455E31}" dt="2020-11-19T07:38:10.466" v="157" actId="2696"/>
        <pc:sldMkLst>
          <pc:docMk/>
          <pc:sldMk cId="3915493480" sldId="491"/>
        </pc:sldMkLst>
        <pc:spChg chg="add del mod">
          <ac:chgData name="Jean-Louis SCOTTO-DI-QUAQUERO" userId="5b7c4864-d3b3-4c12-a33e-5ea7a2094109" providerId="ADAL" clId="{B502D81B-A6BD-4511-8C98-011980455E31}" dt="2020-11-19T07:38:01.450" v="154" actId="478"/>
          <ac:spMkLst>
            <pc:docMk/>
            <pc:sldMk cId="3915493480" sldId="491"/>
            <ac:spMk id="5" creationId="{4E3CE0C1-D838-4FAA-BFBA-95DE4F15BAD0}"/>
          </ac:spMkLst>
        </pc:spChg>
        <pc:spChg chg="add del mod">
          <ac:chgData name="Jean-Louis SCOTTO-DI-QUAQUERO" userId="5b7c4864-d3b3-4c12-a33e-5ea7a2094109" providerId="ADAL" clId="{B502D81B-A6BD-4511-8C98-011980455E31}" dt="2020-11-19T07:37:55.371" v="152" actId="478"/>
          <ac:spMkLst>
            <pc:docMk/>
            <pc:sldMk cId="3915493480" sldId="491"/>
            <ac:spMk id="6" creationId="{4BE3279D-B1ED-4547-AC42-E3D0D4EFAD13}"/>
          </ac:spMkLst>
        </pc:spChg>
        <pc:spChg chg="add del mod">
          <ac:chgData name="Jean-Louis SCOTTO-DI-QUAQUERO" userId="5b7c4864-d3b3-4c12-a33e-5ea7a2094109" providerId="ADAL" clId="{B502D81B-A6BD-4511-8C98-011980455E31}" dt="2020-11-19T07:37:52.810" v="151" actId="478"/>
          <ac:spMkLst>
            <pc:docMk/>
            <pc:sldMk cId="3915493480" sldId="491"/>
            <ac:spMk id="8" creationId="{8BE04849-1A0C-44A7-9B29-404F7A2388CF}"/>
          </ac:spMkLst>
        </pc:spChg>
      </pc:sldChg>
      <pc:sldChg chg="modSp">
        <pc:chgData name="Jean-Louis SCOTTO-DI-QUAQUERO" userId="5b7c4864-d3b3-4c12-a33e-5ea7a2094109" providerId="ADAL" clId="{B502D81B-A6BD-4511-8C98-011980455E31}" dt="2020-11-19T07:33:13.115" v="95" actId="20577"/>
        <pc:sldMkLst>
          <pc:docMk/>
          <pc:sldMk cId="959782804" sldId="492"/>
        </pc:sldMkLst>
        <pc:spChg chg="mod">
          <ac:chgData name="Jean-Louis SCOTTO-DI-QUAQUERO" userId="5b7c4864-d3b3-4c12-a33e-5ea7a2094109" providerId="ADAL" clId="{B502D81B-A6BD-4511-8C98-011980455E31}" dt="2020-11-19T07:33:13.115" v="95" actId="20577"/>
          <ac:spMkLst>
            <pc:docMk/>
            <pc:sldMk cId="959782804" sldId="492"/>
            <ac:spMk id="5" creationId="{C4EFB57A-2772-4B13-947F-F384FD87F3A2}"/>
          </ac:spMkLst>
        </pc:spChg>
      </pc:sldChg>
      <pc:sldChg chg="add del">
        <pc:chgData name="Jean-Louis SCOTTO-DI-QUAQUERO" userId="5b7c4864-d3b3-4c12-a33e-5ea7a2094109" providerId="ADAL" clId="{B502D81B-A6BD-4511-8C98-011980455E31}" dt="2020-11-19T07:31:59.612" v="80" actId="2696"/>
        <pc:sldMkLst>
          <pc:docMk/>
          <pc:sldMk cId="3420663044" sldId="559"/>
        </pc:sldMkLst>
      </pc:sldChg>
      <pc:sldChg chg="addSp modSp add">
        <pc:chgData name="Jean-Louis SCOTTO-DI-QUAQUERO" userId="5b7c4864-d3b3-4c12-a33e-5ea7a2094109" providerId="ADAL" clId="{B502D81B-A6BD-4511-8C98-011980455E31}" dt="2020-11-19T07:37:03.894" v="141" actId="20577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B502D81B-A6BD-4511-8C98-011980455E31}" dt="2020-11-19T07:33:56.240" v="109" actId="20577"/>
          <ac:spMkLst>
            <pc:docMk/>
            <pc:sldMk cId="4113719392" sldId="559"/>
            <ac:spMk id="4" creationId="{5E110484-7C01-4617-903A-503AD67ED395}"/>
          </ac:spMkLst>
        </pc:spChg>
        <pc:spChg chg="mod">
          <ac:chgData name="Jean-Louis SCOTTO-DI-QUAQUERO" userId="5b7c4864-d3b3-4c12-a33e-5ea7a2094109" providerId="ADAL" clId="{B502D81B-A6BD-4511-8C98-011980455E31}" dt="2020-11-19T07:37:03.894" v="141" actId="20577"/>
          <ac:spMkLst>
            <pc:docMk/>
            <pc:sldMk cId="4113719392" sldId="559"/>
            <ac:spMk id="5" creationId="{4A0BAB5A-BB55-46E0-9F57-B6937674FD25}"/>
          </ac:spMkLst>
        </pc:spChg>
        <pc:picChg chg="add">
          <ac:chgData name="Jean-Louis SCOTTO-DI-QUAQUERO" userId="5b7c4864-d3b3-4c12-a33e-5ea7a2094109" providerId="ADAL" clId="{B502D81B-A6BD-4511-8C98-011980455E31}" dt="2020-11-19T07:34:02.829" v="111"/>
          <ac:picMkLst>
            <pc:docMk/>
            <pc:sldMk cId="4113719392" sldId="559"/>
            <ac:picMk id="6" creationId="{B9DF16C9-BA6A-46BB-AF98-C4D2B83185C5}"/>
          </ac:picMkLst>
        </pc:picChg>
        <pc:picChg chg="add">
          <ac:chgData name="Jean-Louis SCOTTO-DI-QUAQUERO" userId="5b7c4864-d3b3-4c12-a33e-5ea7a2094109" providerId="ADAL" clId="{B502D81B-A6BD-4511-8C98-011980455E31}" dt="2020-11-19T07:34:02.829" v="111"/>
          <ac:picMkLst>
            <pc:docMk/>
            <pc:sldMk cId="4113719392" sldId="559"/>
            <ac:picMk id="7" creationId="{54147ADD-7875-44BA-AC4F-8175FEBA5CF4}"/>
          </ac:picMkLst>
        </pc:picChg>
      </pc:sldChg>
      <pc:sldChg chg="addSp delSp modSp add">
        <pc:chgData name="Jean-Louis SCOTTO-DI-QUAQUERO" userId="5b7c4864-d3b3-4c12-a33e-5ea7a2094109" providerId="ADAL" clId="{B502D81B-A6BD-4511-8C98-011980455E31}" dt="2020-11-19T07:46:55.756" v="1080" actId="790"/>
        <pc:sldMkLst>
          <pc:docMk/>
          <pc:sldMk cId="622109117" sldId="560"/>
        </pc:sldMkLst>
        <pc:spChg chg="mod">
          <ac:chgData name="Jean-Louis SCOTTO-DI-QUAQUERO" userId="5b7c4864-d3b3-4c12-a33e-5ea7a2094109" providerId="ADAL" clId="{B502D81B-A6BD-4511-8C98-011980455E31}" dt="2020-11-19T07:38:20.039" v="174" actId="20577"/>
          <ac:spMkLst>
            <pc:docMk/>
            <pc:sldMk cId="622109117" sldId="560"/>
            <ac:spMk id="4" creationId="{6AE02550-06AD-49D5-A1D8-8EDD6C263472}"/>
          </ac:spMkLst>
        </pc:spChg>
        <pc:spChg chg="mod">
          <ac:chgData name="Jean-Louis SCOTTO-DI-QUAQUERO" userId="5b7c4864-d3b3-4c12-a33e-5ea7a2094109" providerId="ADAL" clId="{B502D81B-A6BD-4511-8C98-011980455E31}" dt="2020-11-19T07:45:21.499" v="958" actId="6549"/>
          <ac:spMkLst>
            <pc:docMk/>
            <pc:sldMk cId="622109117" sldId="560"/>
            <ac:spMk id="5" creationId="{22EF6DB6-A9E0-4050-A6E5-DBC63A70B189}"/>
          </ac:spMkLst>
        </pc:spChg>
        <pc:spChg chg="add mod">
          <ac:chgData name="Jean-Louis SCOTTO-DI-QUAQUERO" userId="5b7c4864-d3b3-4c12-a33e-5ea7a2094109" providerId="ADAL" clId="{B502D81B-A6BD-4511-8C98-011980455E31}" dt="2020-11-19T07:46:55.756" v="1080" actId="790"/>
          <ac:spMkLst>
            <pc:docMk/>
            <pc:sldMk cId="622109117" sldId="560"/>
            <ac:spMk id="6" creationId="{CD687D65-B8B5-4368-BCA2-2B80E6490C47}"/>
          </ac:spMkLst>
        </pc:spChg>
        <pc:spChg chg="add del mod">
          <ac:chgData name="Jean-Louis SCOTTO-DI-QUAQUERO" userId="5b7c4864-d3b3-4c12-a33e-5ea7a2094109" providerId="ADAL" clId="{B502D81B-A6BD-4511-8C98-011980455E31}" dt="2020-11-19T07:45:56.194" v="965" actId="478"/>
          <ac:spMkLst>
            <pc:docMk/>
            <pc:sldMk cId="622109117" sldId="560"/>
            <ac:spMk id="7" creationId="{9DF60372-3A13-4BA1-A56B-6A01696AA11B}"/>
          </ac:spMkLst>
        </pc:spChg>
      </pc:sldChg>
      <pc:sldMasterChg chg="modSp modSldLayout">
        <pc:chgData name="Jean-Louis SCOTTO-DI-QUAQUERO" userId="5b7c4864-d3b3-4c12-a33e-5ea7a2094109" providerId="ADAL" clId="{B502D81B-A6BD-4511-8C98-011980455E31}" dt="2020-11-19T07:30:26.943" v="62" actId="14100"/>
        <pc:sldMasterMkLst>
          <pc:docMk/>
          <pc:sldMasterMk cId="2778691957" sldId="2147483648"/>
        </pc:sldMasterMkLst>
        <pc:spChg chg="mod">
          <ac:chgData name="Jean-Louis SCOTTO-DI-QUAQUERO" userId="5b7c4864-d3b3-4c12-a33e-5ea7a2094109" providerId="ADAL" clId="{B502D81B-A6BD-4511-8C98-011980455E31}" dt="2020-11-19T07:26:31.084" v="35" actId="207"/>
          <ac:spMkLst>
            <pc:docMk/>
            <pc:sldMasterMk cId="2778691957" sldId="2147483648"/>
            <ac:spMk id="2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26:22.856" v="34" actId="207"/>
          <ac:spMkLst>
            <pc:docMk/>
            <pc:sldMasterMk cId="2778691957" sldId="2147483648"/>
            <ac:spMk id="10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25:01.194" v="32" actId="14100"/>
          <ac:spMkLst>
            <pc:docMk/>
            <pc:sldMasterMk cId="2778691957" sldId="2147483648"/>
            <ac:spMk id="11" creationId="{21A99670-3C7F-4452-88C8-5B9767E5A0A2}"/>
          </ac:spMkLst>
        </pc:spChg>
        <pc:picChg chg="mod">
          <ac:chgData name="Jean-Louis SCOTTO-DI-QUAQUERO" userId="5b7c4864-d3b3-4c12-a33e-5ea7a2094109" providerId="ADAL" clId="{B502D81B-A6BD-4511-8C98-011980455E31}" dt="2020-11-19T07:29:31.746" v="50" actId="14100"/>
          <ac:picMkLst>
            <pc:docMk/>
            <pc:sldMasterMk cId="2778691957" sldId="2147483648"/>
            <ac:picMk id="12" creationId="{4EE049B8-76EA-4D46-A6BA-7E3A868D75FE}"/>
          </ac:picMkLst>
        </pc:picChg>
        <pc:sldLayoutChg chg="modSp">
          <pc:chgData name="Jean-Louis SCOTTO-DI-QUAQUERO" userId="5b7c4864-d3b3-4c12-a33e-5ea7a2094109" providerId="ADAL" clId="{B502D81B-A6BD-4511-8C98-011980455E31}" dt="2020-11-19T07:30:26.943" v="62" actId="14100"/>
          <pc:sldLayoutMkLst>
            <pc:docMk/>
            <pc:sldMasterMk cId="2778691957" sldId="2147483648"/>
            <pc:sldLayoutMk cId="2427066217" sldId="2147483677"/>
          </pc:sldLayoutMkLst>
          <pc:spChg chg="mod">
            <ac:chgData name="Jean-Louis SCOTTO-DI-QUAQUERO" userId="5b7c4864-d3b3-4c12-a33e-5ea7a2094109" providerId="ADAL" clId="{B502D81B-A6BD-4511-8C98-011980455E31}" dt="2020-11-19T07:27:05.738" v="41" actId="207"/>
            <ac:spMkLst>
              <pc:docMk/>
              <pc:sldMasterMk cId="2778691957" sldId="2147483648"/>
              <pc:sldLayoutMk cId="2427066217" sldId="2147483677"/>
              <ac:spMk id="8" creationId="{DEDE1B7C-156C-450E-9E03-E965737874B4}"/>
            </ac:spMkLst>
          </pc:spChg>
          <pc:spChg chg="mod">
            <ac:chgData name="Jean-Louis SCOTTO-DI-QUAQUERO" userId="5b7c4864-d3b3-4c12-a33e-5ea7a2094109" providerId="ADAL" clId="{B502D81B-A6BD-4511-8C98-011980455E31}" dt="2020-11-19T07:30:26.943" v="62" actId="14100"/>
            <ac:spMkLst>
              <pc:docMk/>
              <pc:sldMasterMk cId="2778691957" sldId="2147483648"/>
              <pc:sldLayoutMk cId="2427066217" sldId="2147483677"/>
              <ac:spMk id="10" creationId="{C0D0EAA7-4717-4677-93E4-5956B73F0AF1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39.804" v="42" actId="166"/>
          <pc:sldLayoutMkLst>
            <pc:docMk/>
            <pc:sldMasterMk cId="2778691957" sldId="2147483648"/>
            <pc:sldLayoutMk cId="2092381167" sldId="2147483688"/>
          </pc:sldLayoutMkLst>
          <pc:spChg chg="ord">
            <ac:chgData name="Jean-Louis SCOTTO-DI-QUAQUERO" userId="5b7c4864-d3b3-4c12-a33e-5ea7a2094109" providerId="ADAL" clId="{B502D81B-A6BD-4511-8C98-011980455E31}" dt="2020-11-19T07:27:39.804" v="42" actId="166"/>
            <ac:spMkLst>
              <pc:docMk/>
              <pc:sldMasterMk cId="2778691957" sldId="2147483648"/>
              <pc:sldLayoutMk cId="2092381167" sldId="2147483688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45.294" v="43" actId="166"/>
          <pc:sldLayoutMkLst>
            <pc:docMk/>
            <pc:sldMasterMk cId="2778691957" sldId="2147483648"/>
            <pc:sldLayoutMk cId="667150664" sldId="2147483689"/>
          </pc:sldLayoutMkLst>
          <pc:spChg chg="ord">
            <ac:chgData name="Jean-Louis SCOTTO-DI-QUAQUERO" userId="5b7c4864-d3b3-4c12-a33e-5ea7a2094109" providerId="ADAL" clId="{B502D81B-A6BD-4511-8C98-011980455E31}" dt="2020-11-19T07:27:45.294" v="43" actId="166"/>
            <ac:spMkLst>
              <pc:docMk/>
              <pc:sldMasterMk cId="2778691957" sldId="2147483648"/>
              <pc:sldLayoutMk cId="667150664" sldId="2147483689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53.800" v="44" actId="166"/>
          <pc:sldLayoutMkLst>
            <pc:docMk/>
            <pc:sldMasterMk cId="2778691957" sldId="2147483648"/>
            <pc:sldLayoutMk cId="490193605" sldId="2147483690"/>
          </pc:sldLayoutMkLst>
          <pc:spChg chg="ord">
            <ac:chgData name="Jean-Louis SCOTTO-DI-QUAQUERO" userId="5b7c4864-d3b3-4c12-a33e-5ea7a2094109" providerId="ADAL" clId="{B502D81B-A6BD-4511-8C98-011980455E31}" dt="2020-11-19T07:27:53.800" v="44" actId="166"/>
            <ac:spMkLst>
              <pc:docMk/>
              <pc:sldMasterMk cId="2778691957" sldId="2147483648"/>
              <pc:sldLayoutMk cId="490193605" sldId="2147483690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58.332" v="45" actId="166"/>
          <pc:sldLayoutMkLst>
            <pc:docMk/>
            <pc:sldMasterMk cId="2778691957" sldId="2147483648"/>
            <pc:sldLayoutMk cId="413560804" sldId="2147483691"/>
          </pc:sldLayoutMkLst>
          <pc:spChg chg="ord">
            <ac:chgData name="Jean-Louis SCOTTO-DI-QUAQUERO" userId="5b7c4864-d3b3-4c12-a33e-5ea7a2094109" providerId="ADAL" clId="{B502D81B-A6BD-4511-8C98-011980455E31}" dt="2020-11-19T07:27:58.332" v="45" actId="166"/>
            <ac:spMkLst>
              <pc:docMk/>
              <pc:sldMasterMk cId="2778691957" sldId="2147483648"/>
              <pc:sldLayoutMk cId="413560804" sldId="2147483691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8:03.825" v="46" actId="166"/>
          <pc:sldLayoutMkLst>
            <pc:docMk/>
            <pc:sldMasterMk cId="2778691957" sldId="2147483648"/>
            <pc:sldLayoutMk cId="4274009489" sldId="2147483692"/>
          </pc:sldLayoutMkLst>
          <pc:spChg chg="ord">
            <ac:chgData name="Jean-Louis SCOTTO-DI-QUAQUERO" userId="5b7c4864-d3b3-4c12-a33e-5ea7a2094109" providerId="ADAL" clId="{B502D81B-A6BD-4511-8C98-011980455E31}" dt="2020-11-19T07:28:03.825" v="46" actId="166"/>
            <ac:spMkLst>
              <pc:docMk/>
              <pc:sldMasterMk cId="2778691957" sldId="2147483648"/>
              <pc:sldLayoutMk cId="4274009489" sldId="2147483692"/>
              <ac:spMk id="6" creationId="{00000000-0000-0000-0000-000000000000}"/>
            </ac:spMkLst>
          </pc:spChg>
        </pc:sldLayoutChg>
      </pc:sldMasterChg>
      <pc:sldMasterChg chg="addSp modSp">
        <pc:chgData name="Jean-Louis SCOTTO-DI-QUAQUERO" userId="5b7c4864-d3b3-4c12-a33e-5ea7a2094109" providerId="ADAL" clId="{B502D81B-A6BD-4511-8C98-011980455E31}" dt="2020-11-19T07:30:50.503" v="63"/>
        <pc:sldMasterMkLst>
          <pc:docMk/>
          <pc:sldMasterMk cId="3441157078" sldId="2147483711"/>
        </pc:sldMasterMkLst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2" creationId="{29B8EF41-771D-4DB5-9DC1-5227F73AF43E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3" creationId="{343E1955-ADF1-4F39-9A40-BED9E409E373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4" creationId="{937155F3-D3AB-4683-9440-8031637B1308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5" creationId="{635345E8-3DD1-49D4-A2CC-1438C72FFD6E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6" creationId="{EDB4C9D1-E752-4F55-98F9-BC7119DB8539}"/>
          </ac:spMkLst>
        </pc:spChg>
      </pc:sldMasterChg>
    </pc:docChg>
  </pc:docChgLst>
  <pc:docChgLst>
    <pc:chgData name="julien terrier" userId="f10afbbb77aed1e2" providerId="LiveId" clId="{65BE28AE-2DA8-4760-AF3C-4A5A21EB0017}"/>
    <pc:docChg chg="undo custSel addSld modSld modSection">
      <pc:chgData name="julien terrier" userId="f10afbbb77aed1e2" providerId="LiveId" clId="{65BE28AE-2DA8-4760-AF3C-4A5A21EB0017}" dt="2024-02-26T09:54:45.539" v="426" actId="729"/>
      <pc:docMkLst>
        <pc:docMk/>
      </pc:docMkLst>
      <pc:sldChg chg="mod modShow">
        <pc:chgData name="julien terrier" userId="f10afbbb77aed1e2" providerId="LiveId" clId="{65BE28AE-2DA8-4760-AF3C-4A5A21EB0017}" dt="2024-01-29T08:55:34.652" v="422" actId="729"/>
        <pc:sldMkLst>
          <pc:docMk/>
          <pc:sldMk cId="1882271291" sldId="497"/>
        </pc:sldMkLst>
      </pc:sldChg>
      <pc:sldChg chg="delCm modNotesTx">
        <pc:chgData name="julien terrier" userId="f10afbbb77aed1e2" providerId="LiveId" clId="{65BE28AE-2DA8-4760-AF3C-4A5A21EB0017}" dt="2024-01-29T09:04:52.483" v="425"/>
        <pc:sldMkLst>
          <pc:docMk/>
          <pc:sldMk cId="3560544941" sldId="511"/>
        </pc:sldMkLst>
      </pc:sldChg>
      <pc:sldChg chg="mod modShow">
        <pc:chgData name="julien terrier" userId="f10afbbb77aed1e2" providerId="LiveId" clId="{65BE28AE-2DA8-4760-AF3C-4A5A21EB0017}" dt="2024-02-26T09:54:45.539" v="426" actId="729"/>
        <pc:sldMkLst>
          <pc:docMk/>
          <pc:sldMk cId="2848675774" sldId="585"/>
        </pc:sldMkLst>
      </pc:sldChg>
      <pc:sldChg chg="addSp delSp modSp mod">
        <pc:chgData name="julien terrier" userId="f10afbbb77aed1e2" providerId="LiveId" clId="{65BE28AE-2DA8-4760-AF3C-4A5A21EB0017}" dt="2024-01-29T08:53:54.983" v="414" actId="12788"/>
        <pc:sldMkLst>
          <pc:docMk/>
          <pc:sldMk cId="3994019027" sldId="586"/>
        </pc:sldMkLst>
        <pc:spChg chg="mod">
          <ac:chgData name="julien terrier" userId="f10afbbb77aed1e2" providerId="LiveId" clId="{65BE28AE-2DA8-4760-AF3C-4A5A21EB0017}" dt="2024-01-29T08:53:45.037" v="411" actId="20577"/>
          <ac:spMkLst>
            <pc:docMk/>
            <pc:sldMk cId="3994019027" sldId="586"/>
            <ac:spMk id="5" creationId="{8C157250-826D-4134-AD93-7DCB3FC8C7C6}"/>
          </ac:spMkLst>
        </pc:spChg>
        <pc:picChg chg="add del">
          <ac:chgData name="julien terrier" userId="f10afbbb77aed1e2" providerId="LiveId" clId="{65BE28AE-2DA8-4760-AF3C-4A5A21EB0017}" dt="2024-01-29T08:52:35.945" v="404" actId="22"/>
          <ac:picMkLst>
            <pc:docMk/>
            <pc:sldMk cId="3994019027" sldId="586"/>
            <ac:picMk id="7" creationId="{C8A04124-63EB-0DE7-0209-BBBA1EC5FB9B}"/>
          </ac:picMkLst>
        </pc:picChg>
        <pc:picChg chg="add mod">
          <ac:chgData name="julien terrier" userId="f10afbbb77aed1e2" providerId="LiveId" clId="{65BE28AE-2DA8-4760-AF3C-4A5A21EB0017}" dt="2024-01-29T08:53:54.983" v="414" actId="12788"/>
          <ac:picMkLst>
            <pc:docMk/>
            <pc:sldMk cId="3994019027" sldId="586"/>
            <ac:picMk id="9" creationId="{2A5E541B-BFE4-341F-B32D-066BBCE6CF7C}"/>
          </ac:picMkLst>
        </pc:picChg>
      </pc:sldChg>
      <pc:sldChg chg="modSp mod">
        <pc:chgData name="julien terrier" userId="f10afbbb77aed1e2" providerId="LiveId" clId="{65BE28AE-2DA8-4760-AF3C-4A5A21EB0017}" dt="2024-01-29T08:54:26.219" v="421" actId="14100"/>
        <pc:sldMkLst>
          <pc:docMk/>
          <pc:sldMk cId="365902232" sldId="587"/>
        </pc:sldMkLst>
        <pc:spChg chg="mod">
          <ac:chgData name="julien terrier" userId="f10afbbb77aed1e2" providerId="LiveId" clId="{65BE28AE-2DA8-4760-AF3C-4A5A21EB0017}" dt="2024-01-29T08:54:26.219" v="421" actId="14100"/>
          <ac:spMkLst>
            <pc:docMk/>
            <pc:sldMk cId="365902232" sldId="587"/>
            <ac:spMk id="5" creationId="{8C157250-826D-4134-AD93-7DCB3FC8C7C6}"/>
          </ac:spMkLst>
        </pc:spChg>
      </pc:sldChg>
      <pc:sldChg chg="modSp mod">
        <pc:chgData name="julien terrier" userId="f10afbbb77aed1e2" providerId="LiveId" clId="{65BE28AE-2DA8-4760-AF3C-4A5A21EB0017}" dt="2024-01-29T08:38:18.797" v="345" actId="20577"/>
        <pc:sldMkLst>
          <pc:docMk/>
          <pc:sldMk cId="1904908824" sldId="590"/>
        </pc:sldMkLst>
        <pc:spChg chg="mod">
          <ac:chgData name="julien terrier" userId="f10afbbb77aed1e2" providerId="LiveId" clId="{65BE28AE-2DA8-4760-AF3C-4A5A21EB0017}" dt="2024-01-29T08:38:18.797" v="345" actId="20577"/>
          <ac:spMkLst>
            <pc:docMk/>
            <pc:sldMk cId="1904908824" sldId="590"/>
            <ac:spMk id="5" creationId="{FF92A2B0-B840-41A4-81FD-C726CAF14469}"/>
          </ac:spMkLst>
        </pc:spChg>
      </pc:sldChg>
      <pc:sldChg chg="addSp delSp modSp new mod modNotesTx">
        <pc:chgData name="julien terrier" userId="f10afbbb77aed1e2" providerId="LiveId" clId="{65BE28AE-2DA8-4760-AF3C-4A5A21EB0017}" dt="2024-01-29T08:46:14.715" v="402" actId="20577"/>
        <pc:sldMkLst>
          <pc:docMk/>
          <pc:sldMk cId="840626859" sldId="592"/>
        </pc:sldMkLst>
        <pc:spChg chg="mod">
          <ac:chgData name="julien terrier" userId="f10afbbb77aed1e2" providerId="LiveId" clId="{65BE28AE-2DA8-4760-AF3C-4A5A21EB0017}" dt="2024-01-29T08:30:41.611" v="243" actId="20577"/>
          <ac:spMkLst>
            <pc:docMk/>
            <pc:sldMk cId="840626859" sldId="592"/>
            <ac:spMk id="4" creationId="{3F93B68B-FA65-FE73-12C1-8DCE49863EBB}"/>
          </ac:spMkLst>
        </pc:spChg>
        <pc:spChg chg="del">
          <ac:chgData name="julien terrier" userId="f10afbbb77aed1e2" providerId="LiveId" clId="{65BE28AE-2DA8-4760-AF3C-4A5A21EB0017}" dt="2024-01-29T08:10:41.936" v="1" actId="478"/>
          <ac:spMkLst>
            <pc:docMk/>
            <pc:sldMk cId="840626859" sldId="592"/>
            <ac:spMk id="5" creationId="{A33DBAA3-7CB4-50C0-285F-643B9FB9B8C9}"/>
          </ac:spMkLst>
        </pc:spChg>
        <pc:spChg chg="add mod">
          <ac:chgData name="julien terrier" userId="f10afbbb77aed1e2" providerId="LiveId" clId="{65BE28AE-2DA8-4760-AF3C-4A5A21EB0017}" dt="2024-01-29T08:35:49.112" v="310" actId="20577"/>
          <ac:spMkLst>
            <pc:docMk/>
            <pc:sldMk cId="840626859" sldId="592"/>
            <ac:spMk id="9" creationId="{E47E6731-2A4F-8894-65AF-B9D3AE741E55}"/>
          </ac:spMkLst>
        </pc:spChg>
        <pc:spChg chg="add mod">
          <ac:chgData name="julien terrier" userId="f10afbbb77aed1e2" providerId="LiveId" clId="{65BE28AE-2DA8-4760-AF3C-4A5A21EB0017}" dt="2024-01-29T08:30:12.318" v="197" actId="113"/>
          <ac:spMkLst>
            <pc:docMk/>
            <pc:sldMk cId="840626859" sldId="592"/>
            <ac:spMk id="11" creationId="{3B6DDBC6-8C64-868E-00CB-10A5D9032D9C}"/>
          </ac:spMkLst>
        </pc:spChg>
        <pc:picChg chg="add mod modCrop">
          <ac:chgData name="julien terrier" userId="f10afbbb77aed1e2" providerId="LiveId" clId="{65BE28AE-2DA8-4760-AF3C-4A5A21EB0017}" dt="2024-01-29T08:34:34.321" v="304" actId="732"/>
          <ac:picMkLst>
            <pc:docMk/>
            <pc:sldMk cId="840626859" sldId="592"/>
            <ac:picMk id="7" creationId="{BBBABD4A-C11E-2B16-1D8F-7419045BF8A4}"/>
          </ac:picMkLst>
        </pc:picChg>
      </pc:sldChg>
    </pc:docChg>
  </pc:docChgLst>
  <pc:docChgLst>
    <pc:chgData name="Jean-Louis SCOTTO-DI-QUAQUERO" userId="5b7c4864-d3b3-4c12-a33e-5ea7a2094109" providerId="ADAL" clId="{3947077F-451C-4BAC-8856-FE89FC07B8A8}"/>
    <pc:docChg chg="undo custSel delSld modSld modSection">
      <pc:chgData name="Jean-Louis SCOTTO-DI-QUAQUERO" userId="5b7c4864-d3b3-4c12-a33e-5ea7a2094109" providerId="ADAL" clId="{3947077F-451C-4BAC-8856-FE89FC07B8A8}" dt="2023-01-04T16:06:15.639" v="64" actId="47"/>
      <pc:docMkLst>
        <pc:docMk/>
      </pc:docMkLst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3320234982" sldId="333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2681599172" sldId="334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4177442620" sldId="335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1833176489" sldId="336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1276127810" sldId="339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788354266" sldId="347"/>
        </pc:sldMkLst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3483972827" sldId="348"/>
        </pc:sldMkLst>
      </pc:sldChg>
      <pc:sldChg chg="modSp mod">
        <pc:chgData name="Jean-Louis SCOTTO-DI-QUAQUERO" userId="5b7c4864-d3b3-4c12-a33e-5ea7a2094109" providerId="ADAL" clId="{3947077F-451C-4BAC-8856-FE89FC07B8A8}" dt="2023-01-04T15:55:57.477" v="38" actId="20577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3947077F-451C-4BAC-8856-FE89FC07B8A8}" dt="2023-01-04T15:55:57.477" v="38" actId="20577"/>
          <ac:spMkLst>
            <pc:docMk/>
            <pc:sldMk cId="1232820293" sldId="461"/>
            <ac:spMk id="9" creationId="{66B75A39-2557-4215-8253-B3BFA97C535A}"/>
          </ac:spMkLst>
        </pc:spChg>
      </pc:sldChg>
      <pc:sldChg chg="modSp mod">
        <pc:chgData name="Jean-Louis SCOTTO-DI-QUAQUERO" userId="5b7c4864-d3b3-4c12-a33e-5ea7a2094109" providerId="ADAL" clId="{3947077F-451C-4BAC-8856-FE89FC07B8A8}" dt="2023-01-04T16:05:13.260" v="63" actId="20577"/>
        <pc:sldMkLst>
          <pc:docMk/>
          <pc:sldMk cId="1581097946" sldId="579"/>
        </pc:sldMkLst>
        <pc:spChg chg="mod">
          <ac:chgData name="Jean-Louis SCOTTO-DI-QUAQUERO" userId="5b7c4864-d3b3-4c12-a33e-5ea7a2094109" providerId="ADAL" clId="{3947077F-451C-4BAC-8856-FE89FC07B8A8}" dt="2023-01-04T16:05:13.260" v="63" actId="20577"/>
          <ac:spMkLst>
            <pc:docMk/>
            <pc:sldMk cId="1581097946" sldId="579"/>
            <ac:spMk id="5" creationId="{A2AB1583-36D6-43AD-9C5B-80D82DFBDFA8}"/>
          </ac:spMkLst>
        </pc:spChg>
      </pc:sldChg>
      <pc:sldChg chg="del">
        <pc:chgData name="Jean-Louis SCOTTO-DI-QUAQUERO" userId="5b7c4864-d3b3-4c12-a33e-5ea7a2094109" providerId="ADAL" clId="{3947077F-451C-4BAC-8856-FE89FC07B8A8}" dt="2023-01-04T16:06:15.639" v="64" actId="47"/>
        <pc:sldMkLst>
          <pc:docMk/>
          <pc:sldMk cId="1492619757" sldId="580"/>
        </pc:sldMkLst>
      </pc:sldChg>
      <pc:sldChg chg="modSp mod">
        <pc:chgData name="Jean-Louis SCOTTO-DI-QUAQUERO" userId="5b7c4864-d3b3-4c12-a33e-5ea7a2094109" providerId="ADAL" clId="{3947077F-451C-4BAC-8856-FE89FC07B8A8}" dt="2023-01-04T15:59:28.778" v="56" actId="20577"/>
        <pc:sldMkLst>
          <pc:docMk/>
          <pc:sldMk cId="391205874" sldId="583"/>
        </pc:sldMkLst>
        <pc:spChg chg="mod">
          <ac:chgData name="Jean-Louis SCOTTO-DI-QUAQUERO" userId="5b7c4864-d3b3-4c12-a33e-5ea7a2094109" providerId="ADAL" clId="{3947077F-451C-4BAC-8856-FE89FC07B8A8}" dt="2023-01-04T15:59:28.778" v="56" actId="20577"/>
          <ac:spMkLst>
            <pc:docMk/>
            <pc:sldMk cId="391205874" sldId="583"/>
            <ac:spMk id="4" creationId="{AFF78888-65BD-4CDB-B2FC-9B7669F8B834}"/>
          </ac:spMkLst>
        </pc:spChg>
      </pc:sldChg>
    </pc:docChg>
  </pc:docChgLst>
  <pc:docChgLst>
    <pc:chgData name="Jean-Louis SCOTTO-DI-QUAQUERO" userId="5b7c4864-d3b3-4c12-a33e-5ea7a2094109" providerId="ADAL" clId="{22D5903A-4F66-432F-99F6-F40130E16CED}"/>
    <pc:docChg chg="undo redo custSel addSld delSld modSld sldOrd modMainMaster modSection">
      <pc:chgData name="Jean-Louis SCOTTO-DI-QUAQUERO" userId="5b7c4864-d3b3-4c12-a33e-5ea7a2094109" providerId="ADAL" clId="{22D5903A-4F66-432F-99F6-F40130E16CED}" dt="2020-11-24T14:10:47.859" v="12504" actId="20577"/>
      <pc:docMkLst>
        <pc:docMk/>
      </pc:docMkLst>
      <pc:sldChg chg="modSp">
        <pc:chgData name="Jean-Louis SCOTTO-DI-QUAQUERO" userId="5b7c4864-d3b3-4c12-a33e-5ea7a2094109" providerId="ADAL" clId="{22D5903A-4F66-432F-99F6-F40130E16CED}" dt="2020-11-19T17:23:53.720" v="11176" actId="20577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22D5903A-4F66-432F-99F6-F40130E16CED}" dt="2020-11-19T17:23:53.720" v="11176" actId="20577"/>
          <ac:spMkLst>
            <pc:docMk/>
            <pc:sldMk cId="1232820293" sldId="461"/>
            <ac:spMk id="5" creationId="{00000000-0000-0000-0000-000000000000}"/>
          </ac:spMkLst>
        </pc:spChg>
      </pc:sldChg>
      <pc:sldChg chg="modSp del">
        <pc:chgData name="Jean-Louis SCOTTO-DI-QUAQUERO" userId="5b7c4864-d3b3-4c12-a33e-5ea7a2094109" providerId="ADAL" clId="{22D5903A-4F66-432F-99F6-F40130E16CED}" dt="2020-11-19T08:26:02.653" v="1212" actId="2696"/>
        <pc:sldMkLst>
          <pc:docMk/>
          <pc:sldMk cId="2946823431" sldId="463"/>
        </pc:sldMkLst>
        <pc:spChg chg="mod">
          <ac:chgData name="Jean-Louis SCOTTO-DI-QUAQUERO" userId="5b7c4864-d3b3-4c12-a33e-5ea7a2094109" providerId="ADAL" clId="{22D5903A-4F66-432F-99F6-F40130E16CED}" dt="2020-11-19T08:16:20.720" v="1116" actId="404"/>
          <ac:spMkLst>
            <pc:docMk/>
            <pc:sldMk cId="2946823431" sldId="463"/>
            <ac:spMk id="6" creationId="{B3BA4AE4-256E-4F71-BAA8-DB46F88E448B}"/>
          </ac:spMkLst>
        </pc:spChg>
      </pc:sldChg>
      <pc:sldChg chg="modSp del">
        <pc:chgData name="Jean-Louis SCOTTO-DI-QUAQUERO" userId="5b7c4864-d3b3-4c12-a33e-5ea7a2094109" providerId="ADAL" clId="{22D5903A-4F66-432F-99F6-F40130E16CED}" dt="2020-11-19T11:09:09.171" v="5266" actId="2696"/>
        <pc:sldMkLst>
          <pc:docMk/>
          <pc:sldMk cId="208480874" sldId="464"/>
        </pc:sldMkLst>
        <pc:picChg chg="mod">
          <ac:chgData name="Jean-Louis SCOTTO-DI-QUAQUERO" userId="5b7c4864-d3b3-4c12-a33e-5ea7a2094109" providerId="ADAL" clId="{22D5903A-4F66-432F-99F6-F40130E16CED}" dt="2020-11-19T11:08:18.121" v="5234" actId="1076"/>
          <ac:picMkLst>
            <pc:docMk/>
            <pc:sldMk cId="208480874" sldId="464"/>
            <ac:picMk id="6" creationId="{54448A47-E3A6-48AC-A568-D20297A7727E}"/>
          </ac:picMkLst>
        </pc:picChg>
      </pc:sldChg>
      <pc:sldChg chg="addSp modSp">
        <pc:chgData name="Jean-Louis SCOTTO-DI-QUAQUERO" userId="5b7c4864-d3b3-4c12-a33e-5ea7a2094109" providerId="ADAL" clId="{22D5903A-4F66-432F-99F6-F40130E16CED}" dt="2020-11-23T15:53:30.918" v="12106" actId="114"/>
        <pc:sldMkLst>
          <pc:docMk/>
          <pc:sldMk cId="1764272056" sldId="467"/>
        </pc:sldMkLst>
        <pc:spChg chg="add mod">
          <ac:chgData name="Jean-Louis SCOTTO-DI-QUAQUERO" userId="5b7c4864-d3b3-4c12-a33e-5ea7a2094109" providerId="ADAL" clId="{22D5903A-4F66-432F-99F6-F40130E16CED}" dt="2020-11-23T15:53:30.918" v="12106" actId="114"/>
          <ac:spMkLst>
            <pc:docMk/>
            <pc:sldMk cId="1764272056" sldId="467"/>
            <ac:spMk id="5" creationId="{C5C47C77-2F0D-41B6-A7C5-DA8110C79C19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23T15:59:56.664" v="12386" actId="478"/>
        <pc:sldMkLst>
          <pc:docMk/>
          <pc:sldMk cId="1827155440" sldId="468"/>
        </pc:sldMkLst>
        <pc:spChg chg="mod">
          <ac:chgData name="Jean-Louis SCOTTO-DI-QUAQUERO" userId="5b7c4864-d3b3-4c12-a33e-5ea7a2094109" providerId="ADAL" clId="{22D5903A-4F66-432F-99F6-F40130E16CED}" dt="2020-11-23T15:59:53.970" v="12385" actId="20577"/>
          <ac:spMkLst>
            <pc:docMk/>
            <pc:sldMk cId="1827155440" sldId="468"/>
            <ac:spMk id="4" creationId="{65043154-9D41-48B7-93EB-9CCCDCDA4070}"/>
          </ac:spMkLst>
        </pc:spChg>
        <pc:spChg chg="add mod">
          <ac:chgData name="Jean-Louis SCOTTO-DI-QUAQUERO" userId="5b7c4864-d3b3-4c12-a33e-5ea7a2094109" providerId="ADAL" clId="{22D5903A-4F66-432F-99F6-F40130E16CED}" dt="2020-11-23T15:59:34.001" v="12367" actId="1076"/>
          <ac:spMkLst>
            <pc:docMk/>
            <pc:sldMk cId="1827155440" sldId="468"/>
            <ac:spMk id="5" creationId="{9E8790B4-BA6A-48A8-AED8-ABB89EEFA590}"/>
          </ac:spMkLst>
        </pc:spChg>
        <pc:spChg chg="del mod">
          <ac:chgData name="Jean-Louis SCOTTO-DI-QUAQUERO" userId="5b7c4864-d3b3-4c12-a33e-5ea7a2094109" providerId="ADAL" clId="{22D5903A-4F66-432F-99F6-F40130E16CED}" dt="2020-11-23T15:59:56.664" v="12386" actId="478"/>
          <ac:spMkLst>
            <pc:docMk/>
            <pc:sldMk cId="1827155440" sldId="468"/>
            <ac:spMk id="10" creationId="{6DA7BE9B-2614-462E-B051-7FDB9FED6295}"/>
          </ac:spMkLst>
        </pc:spChg>
        <pc:spChg chg="mod">
          <ac:chgData name="Jean-Louis SCOTTO-DI-QUAQUERO" userId="5b7c4864-d3b3-4c12-a33e-5ea7a2094109" providerId="ADAL" clId="{22D5903A-4F66-432F-99F6-F40130E16CED}" dt="2020-11-23T15:59:19.156" v="12362" actId="1076"/>
          <ac:spMkLst>
            <pc:docMk/>
            <pc:sldMk cId="1827155440" sldId="468"/>
            <ac:spMk id="11" creationId="{A0A45211-1C30-496F-9C5E-179A275560A2}"/>
          </ac:spMkLst>
        </pc:spChg>
        <pc:picChg chg="mod ord">
          <ac:chgData name="Jean-Louis SCOTTO-DI-QUAQUERO" userId="5b7c4864-d3b3-4c12-a33e-5ea7a2094109" providerId="ADAL" clId="{22D5903A-4F66-432F-99F6-F40130E16CED}" dt="2020-11-23T15:54:13.315" v="12109" actId="14100"/>
          <ac:picMkLst>
            <pc:docMk/>
            <pc:sldMk cId="1827155440" sldId="468"/>
            <ac:picMk id="6" creationId="{525652CA-BCAE-40F2-B95E-B706A335395C}"/>
          </ac:picMkLst>
        </pc:picChg>
        <pc:picChg chg="mod">
          <ac:chgData name="Jean-Louis SCOTTO-DI-QUAQUERO" userId="5b7c4864-d3b3-4c12-a33e-5ea7a2094109" providerId="ADAL" clId="{22D5903A-4F66-432F-99F6-F40130E16CED}" dt="2020-11-23T15:59:19.156" v="12362" actId="1076"/>
          <ac:picMkLst>
            <pc:docMk/>
            <pc:sldMk cId="1827155440" sldId="468"/>
            <ac:picMk id="7" creationId="{B99CFEA3-EE84-45DC-B35C-AC7150B974E5}"/>
          </ac:picMkLst>
        </pc:picChg>
        <pc:picChg chg="add mod">
          <ac:chgData name="Jean-Louis SCOTTO-DI-QUAQUERO" userId="5b7c4864-d3b3-4c12-a33e-5ea7a2094109" providerId="ADAL" clId="{22D5903A-4F66-432F-99F6-F40130E16CED}" dt="2020-11-23T15:59:29.162" v="12365" actId="1076"/>
          <ac:picMkLst>
            <pc:docMk/>
            <pc:sldMk cId="1827155440" sldId="468"/>
            <ac:picMk id="13" creationId="{30D89E2D-7D83-4AF1-9DAB-CFE95F28A4A0}"/>
          </ac:picMkLst>
        </pc:picChg>
        <pc:picChg chg="add mod">
          <ac:chgData name="Jean-Louis SCOTTO-DI-QUAQUERO" userId="5b7c4864-d3b3-4c12-a33e-5ea7a2094109" providerId="ADAL" clId="{22D5903A-4F66-432F-99F6-F40130E16CED}" dt="2020-11-23T15:59:34.001" v="12367" actId="1076"/>
          <ac:picMkLst>
            <pc:docMk/>
            <pc:sldMk cId="1827155440" sldId="468"/>
            <ac:picMk id="1026" creationId="{A905261F-51B8-4F16-A0DD-B1D6F6D42937}"/>
          </ac:picMkLst>
        </pc:picChg>
        <pc:cxnChg chg="mod">
          <ac:chgData name="Jean-Louis SCOTTO-DI-QUAQUERO" userId="5b7c4864-d3b3-4c12-a33e-5ea7a2094109" providerId="ADAL" clId="{22D5903A-4F66-432F-99F6-F40130E16CED}" dt="2020-11-23T15:59:26.135" v="12364" actId="14100"/>
          <ac:cxnSpMkLst>
            <pc:docMk/>
            <pc:sldMk cId="1827155440" sldId="468"/>
            <ac:cxnSpMk id="8" creationId="{46A79BAC-DED8-4E26-A237-4DCF502354FD}"/>
          </ac:cxnSpMkLst>
        </pc:cxnChg>
        <pc:cxnChg chg="mod">
          <ac:chgData name="Jean-Louis SCOTTO-DI-QUAQUERO" userId="5b7c4864-d3b3-4c12-a33e-5ea7a2094109" providerId="ADAL" clId="{22D5903A-4F66-432F-99F6-F40130E16CED}" dt="2020-11-23T15:59:21.931" v="12363" actId="14100"/>
          <ac:cxnSpMkLst>
            <pc:docMk/>
            <pc:sldMk cId="1827155440" sldId="468"/>
            <ac:cxnSpMk id="9" creationId="{01309785-03F8-4484-BE70-687150595C59}"/>
          </ac:cxnSpMkLst>
        </pc:cxnChg>
      </pc:sldChg>
      <pc:sldChg chg="modSp">
        <pc:chgData name="Jean-Louis SCOTTO-DI-QUAQUERO" userId="5b7c4864-d3b3-4c12-a33e-5ea7a2094109" providerId="ADAL" clId="{22D5903A-4F66-432F-99F6-F40130E16CED}" dt="2020-11-19T16:46:25.087" v="10887" actId="6549"/>
        <pc:sldMkLst>
          <pc:docMk/>
          <pc:sldMk cId="3436890610" sldId="469"/>
        </pc:sldMkLst>
        <pc:spChg chg="mod">
          <ac:chgData name="Jean-Louis SCOTTO-DI-QUAQUERO" userId="5b7c4864-d3b3-4c12-a33e-5ea7a2094109" providerId="ADAL" clId="{22D5903A-4F66-432F-99F6-F40130E16CED}" dt="2020-11-19T16:46:25.087" v="10887" actId="6549"/>
          <ac:spMkLst>
            <pc:docMk/>
            <pc:sldMk cId="3436890610" sldId="469"/>
            <ac:spMk id="6" creationId="{D79B20A4-7918-44BD-ACB8-40F88E2FDEA1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50:46.535" v="10993" actId="20577"/>
        <pc:sldMkLst>
          <pc:docMk/>
          <pc:sldMk cId="2294064126" sldId="471"/>
        </pc:sldMkLst>
        <pc:spChg chg="add mod">
          <ac:chgData name="Jean-Louis SCOTTO-DI-QUAQUERO" userId="5b7c4864-d3b3-4c12-a33e-5ea7a2094109" providerId="ADAL" clId="{22D5903A-4F66-432F-99F6-F40130E16CED}" dt="2020-11-19T16:50:46.535" v="10993" actId="20577"/>
          <ac:spMkLst>
            <pc:docMk/>
            <pc:sldMk cId="2294064126" sldId="471"/>
            <ac:spMk id="5" creationId="{3AA1DF0E-BBD1-4E13-84ED-4948F8F5FD86}"/>
          </ac:spMkLst>
        </pc:spChg>
        <pc:graphicFrameChg chg="mod modGraphic">
          <ac:chgData name="Jean-Louis SCOTTO-DI-QUAQUERO" userId="5b7c4864-d3b3-4c12-a33e-5ea7a2094109" providerId="ADAL" clId="{22D5903A-4F66-432F-99F6-F40130E16CED}" dt="2020-11-19T16:49:41.393" v="10922" actId="1076"/>
          <ac:graphicFrameMkLst>
            <pc:docMk/>
            <pc:sldMk cId="2294064126" sldId="471"/>
            <ac:graphicFrameMk id="6" creationId="{7E7EAAD2-ECD0-4C2A-8659-98532E8A7423}"/>
          </ac:graphicFrameMkLst>
        </pc:graphicFrameChg>
      </pc:sldChg>
      <pc:sldChg chg="modSp">
        <pc:chgData name="Jean-Louis SCOTTO-DI-QUAQUERO" userId="5b7c4864-d3b3-4c12-a33e-5ea7a2094109" providerId="ADAL" clId="{22D5903A-4F66-432F-99F6-F40130E16CED}" dt="2020-11-19T16:55:27.270" v="10994" actId="14100"/>
        <pc:sldMkLst>
          <pc:docMk/>
          <pc:sldMk cId="3758076490" sldId="472"/>
        </pc:sldMkLst>
        <pc:spChg chg="mod">
          <ac:chgData name="Jean-Louis SCOTTO-DI-QUAQUERO" userId="5b7c4864-d3b3-4c12-a33e-5ea7a2094109" providerId="ADAL" clId="{22D5903A-4F66-432F-99F6-F40130E16CED}" dt="2020-11-19T16:55:27.270" v="10994" actId="14100"/>
          <ac:spMkLst>
            <pc:docMk/>
            <pc:sldMk cId="3758076490" sldId="472"/>
            <ac:spMk id="7" creationId="{34A8CD0D-B03E-4199-BA06-3144E15335B4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19T17:05:02.134" v="11081" actId="20577"/>
        <pc:sldMkLst>
          <pc:docMk/>
          <pc:sldMk cId="868591742" sldId="474"/>
        </pc:sldMkLst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5" creationId="{D81B0FB6-0CD6-4F15-A9FF-800E3BF8186D}"/>
          </ac:spMkLst>
        </pc:spChg>
        <pc:spChg chg="del">
          <ac:chgData name="Jean-Louis SCOTTO-DI-QUAQUERO" userId="5b7c4864-d3b3-4c12-a33e-5ea7a2094109" providerId="ADAL" clId="{22D5903A-4F66-432F-99F6-F40130E16CED}" dt="2020-11-19T17:00:24.452" v="11056" actId="478"/>
          <ac:spMkLst>
            <pc:docMk/>
            <pc:sldMk cId="868591742" sldId="474"/>
            <ac:spMk id="10" creationId="{B737467E-8536-4F01-B9DB-88CFBF8D2318}"/>
          </ac:spMkLst>
        </pc:spChg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13" creationId="{F30F24F7-06DD-4885-BBC6-2CD0565058EF}"/>
          </ac:spMkLst>
        </pc:spChg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14" creationId="{FD8859CA-3A0B-4DD6-92B8-76F3DA8107F5}"/>
          </ac:spMkLst>
        </pc:spChg>
        <pc:spChg chg="mod">
          <ac:chgData name="Jean-Louis SCOTTO-DI-QUAQUERO" userId="5b7c4864-d3b3-4c12-a33e-5ea7a2094109" providerId="ADAL" clId="{22D5903A-4F66-432F-99F6-F40130E16CED}" dt="2020-11-19T17:05:02.134" v="11081" actId="20577"/>
          <ac:spMkLst>
            <pc:docMk/>
            <pc:sldMk cId="868591742" sldId="474"/>
            <ac:spMk id="32" creationId="{A1332D66-0F51-419F-88DE-97D78E165B5A}"/>
          </ac:spMkLst>
        </pc:spChg>
        <pc:grpChg chg="add del mod">
          <ac:chgData name="Jean-Louis SCOTTO-DI-QUAQUERO" userId="5b7c4864-d3b3-4c12-a33e-5ea7a2094109" providerId="ADAL" clId="{22D5903A-4F66-432F-99F6-F40130E16CED}" dt="2020-11-19T17:04:54.834" v="11074" actId="478"/>
          <ac:grpSpMkLst>
            <pc:docMk/>
            <pc:sldMk cId="868591742" sldId="474"/>
            <ac:grpSpMk id="28" creationId="{99953B2A-D078-4589-9421-7F967DB1E039}"/>
          </ac:grpSpMkLst>
        </pc:grpChg>
        <pc:grpChg chg="add">
          <ac:chgData name="Jean-Louis SCOTTO-DI-QUAQUERO" userId="5b7c4864-d3b3-4c12-a33e-5ea7a2094109" providerId="ADAL" clId="{22D5903A-4F66-432F-99F6-F40130E16CED}" dt="2020-11-19T17:04:52.004" v="11073"/>
          <ac:grpSpMkLst>
            <pc:docMk/>
            <pc:sldMk cId="868591742" sldId="474"/>
            <ac:grpSpMk id="29" creationId="{A42EBC4D-A06C-4CE1-AA65-EAE9EF92551C}"/>
          </ac:grpSpMkLst>
        </pc:grpChg>
        <pc:picChg chg="add">
          <ac:chgData name="Jean-Louis SCOTTO-DI-QUAQUERO" userId="5b7c4864-d3b3-4c12-a33e-5ea7a2094109" providerId="ADAL" clId="{22D5903A-4F66-432F-99F6-F40130E16CED}" dt="2020-11-19T17:04:52.004" v="11073"/>
          <ac:picMkLst>
            <pc:docMk/>
            <pc:sldMk cId="868591742" sldId="474"/>
            <ac:picMk id="35" creationId="{E3F81D49-BE08-4BC0-9E98-115D37744DC9}"/>
          </ac:picMkLst>
        </pc:picChg>
        <pc:cxnChg chg="add mod">
          <ac:chgData name="Jean-Louis SCOTTO-DI-QUAQUERO" userId="5b7c4864-d3b3-4c12-a33e-5ea7a2094109" providerId="ADAL" clId="{22D5903A-4F66-432F-99F6-F40130E16CED}" dt="2020-11-19T17:00:11.278" v="11054" actId="164"/>
          <ac:cxnSpMkLst>
            <pc:docMk/>
            <pc:sldMk cId="868591742" sldId="474"/>
            <ac:cxnSpMk id="16" creationId="{5CDD289F-15A8-49A9-A621-1603061B289D}"/>
          </ac:cxnSpMkLst>
        </pc:cxnChg>
        <pc:cxnChg chg="add mod">
          <ac:chgData name="Jean-Louis SCOTTO-DI-QUAQUERO" userId="5b7c4864-d3b3-4c12-a33e-5ea7a2094109" providerId="ADAL" clId="{22D5903A-4F66-432F-99F6-F40130E16CED}" dt="2020-11-19T17:00:11.278" v="11054" actId="164"/>
          <ac:cxnSpMkLst>
            <pc:docMk/>
            <pc:sldMk cId="868591742" sldId="474"/>
            <ac:cxnSpMk id="22" creationId="{EC691FAE-28F7-4566-A219-DAFAA0550B4A}"/>
          </ac:cxnSpMkLst>
        </pc:cxnChg>
      </pc:sldChg>
      <pc:sldChg chg="addSp delSp modSp">
        <pc:chgData name="Jean-Louis SCOTTO-DI-QUAQUERO" userId="5b7c4864-d3b3-4c12-a33e-5ea7a2094109" providerId="ADAL" clId="{22D5903A-4F66-432F-99F6-F40130E16CED}" dt="2020-11-19T17:04:45.286" v="11072" actId="1076"/>
        <pc:sldMkLst>
          <pc:docMk/>
          <pc:sldMk cId="2364681587" sldId="477"/>
        </pc:sldMkLst>
        <pc:spChg chg="add del">
          <ac:chgData name="Jean-Louis SCOTTO-DI-QUAQUERO" userId="5b7c4864-d3b3-4c12-a33e-5ea7a2094109" providerId="ADAL" clId="{22D5903A-4F66-432F-99F6-F40130E16CED}" dt="2020-11-19T17:02:52.667" v="11066"/>
          <ac:spMkLst>
            <pc:docMk/>
            <pc:sldMk cId="2364681587" sldId="477"/>
            <ac:spMk id="5" creationId="{9D7C2A1A-7B24-41F0-ACE0-E6BA50808FAB}"/>
          </ac:spMkLst>
        </pc:spChg>
        <pc:spChg chg="del">
          <ac:chgData name="Jean-Louis SCOTTO-DI-QUAQUERO" userId="5b7c4864-d3b3-4c12-a33e-5ea7a2094109" providerId="ADAL" clId="{22D5903A-4F66-432F-99F6-F40130E16CED}" dt="2020-11-19T17:00:58.464" v="11058" actId="478"/>
          <ac:spMkLst>
            <pc:docMk/>
            <pc:sldMk cId="2364681587" sldId="477"/>
            <ac:spMk id="10" creationId="{EAC7399B-07BD-44A2-928C-9A38FD5AE89C}"/>
          </ac:spMkLst>
        </pc:spChg>
        <pc:spChg chg="mod">
          <ac:chgData name="Jean-Louis SCOTTO-DI-QUAQUERO" userId="5b7c4864-d3b3-4c12-a33e-5ea7a2094109" providerId="ADAL" clId="{22D5903A-4F66-432F-99F6-F40130E16CED}" dt="2020-11-19T17:01:08.488" v="11064" actId="20577"/>
          <ac:spMkLst>
            <pc:docMk/>
            <pc:sldMk cId="2364681587" sldId="477"/>
            <ac:spMk id="16" creationId="{1F3CDDC3-B627-4524-A99F-41FCCA53FA17}"/>
          </ac:spMkLst>
        </pc:spChg>
        <pc:grpChg chg="add mod">
          <ac:chgData name="Jean-Louis SCOTTO-DI-QUAQUERO" userId="5b7c4864-d3b3-4c12-a33e-5ea7a2094109" providerId="ADAL" clId="{22D5903A-4F66-432F-99F6-F40130E16CED}" dt="2020-11-19T17:04:45.286" v="11072" actId="1076"/>
          <ac:grpSpMkLst>
            <pc:docMk/>
            <pc:sldMk cId="2364681587" sldId="477"/>
            <ac:grpSpMk id="13" creationId="{E0561A31-9FF4-4632-91D0-2C06E735217A}"/>
          </ac:grpSpMkLst>
        </pc:grpChg>
        <pc:picChg chg="add mod">
          <ac:chgData name="Jean-Louis SCOTTO-DI-QUAQUERO" userId="5b7c4864-d3b3-4c12-a33e-5ea7a2094109" providerId="ADAL" clId="{22D5903A-4F66-432F-99F6-F40130E16CED}" dt="2020-11-19T17:04:41.725" v="11071" actId="1076"/>
          <ac:picMkLst>
            <pc:docMk/>
            <pc:sldMk cId="2364681587" sldId="477"/>
            <ac:picMk id="19" creationId="{338278AD-BC4B-4B73-8F64-642E0F6A068E}"/>
          </ac:picMkLst>
        </pc:picChg>
      </pc:sldChg>
      <pc:sldChg chg="modSp">
        <pc:chgData name="Jean-Louis SCOTTO-DI-QUAQUERO" userId="5b7c4864-d3b3-4c12-a33e-5ea7a2094109" providerId="ADAL" clId="{22D5903A-4F66-432F-99F6-F40130E16CED}" dt="2020-11-23T16:06:39.397" v="12490" actId="20577"/>
        <pc:sldMkLst>
          <pc:docMk/>
          <pc:sldMk cId="2918888441" sldId="479"/>
        </pc:sldMkLst>
        <pc:spChg chg="mod">
          <ac:chgData name="Jean-Louis SCOTTO-DI-QUAQUERO" userId="5b7c4864-d3b3-4c12-a33e-5ea7a2094109" providerId="ADAL" clId="{22D5903A-4F66-432F-99F6-F40130E16CED}" dt="2020-11-23T16:06:39.397" v="12490" actId="20577"/>
          <ac:spMkLst>
            <pc:docMk/>
            <pc:sldMk cId="2918888441" sldId="479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7:10:56.843" v="11082" actId="2696"/>
        <pc:sldMkLst>
          <pc:docMk/>
          <pc:sldMk cId="2310492701" sldId="480"/>
        </pc:sldMkLst>
      </pc:sldChg>
      <pc:sldChg chg="modSp add">
        <pc:chgData name="Jean-Louis SCOTTO-DI-QUAQUERO" userId="5b7c4864-d3b3-4c12-a33e-5ea7a2094109" providerId="ADAL" clId="{22D5903A-4F66-432F-99F6-F40130E16CED}" dt="2020-11-19T17:11:19" v="11084" actId="1076"/>
        <pc:sldMkLst>
          <pc:docMk/>
          <pc:sldMk cId="3602046563" sldId="480"/>
        </pc:sldMkLst>
        <pc:spChg chg="mod">
          <ac:chgData name="Jean-Louis SCOTTO-DI-QUAQUERO" userId="5b7c4864-d3b3-4c12-a33e-5ea7a2094109" providerId="ADAL" clId="{22D5903A-4F66-432F-99F6-F40130E16CED}" dt="2020-11-19T17:11:19" v="11084" actId="1076"/>
          <ac:spMkLst>
            <pc:docMk/>
            <pc:sldMk cId="3602046563" sldId="480"/>
            <ac:spMk id="16" creationId="{FB25F78E-1B50-448D-A459-F32101A588A6}"/>
          </ac:spMkLst>
        </pc:sp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10" creationId="{BF0AFF34-7E96-4BAD-8162-692CEDE605B9}"/>
          </ac:cxnSpMkLst>
        </pc:cxn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17" creationId="{A7616A68-0E63-498B-8122-02D28FACB37F}"/>
          </ac:cxnSpMkLst>
        </pc:cxn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22" creationId="{ACF187D3-AE56-4B0E-BDA3-069A5ED64F91}"/>
          </ac:cxnSpMkLst>
        </pc:cxnChg>
      </pc:sldChg>
      <pc:sldChg chg="modSp">
        <pc:chgData name="Jean-Louis SCOTTO-DI-QUAQUERO" userId="5b7c4864-d3b3-4c12-a33e-5ea7a2094109" providerId="ADAL" clId="{22D5903A-4F66-432F-99F6-F40130E16CED}" dt="2020-11-23T16:06:04.580" v="12470" actId="20577"/>
        <pc:sldMkLst>
          <pc:docMk/>
          <pc:sldMk cId="1389499144" sldId="481"/>
        </pc:sldMkLst>
        <pc:spChg chg="mod">
          <ac:chgData name="Jean-Louis SCOTTO-DI-QUAQUERO" userId="5b7c4864-d3b3-4c12-a33e-5ea7a2094109" providerId="ADAL" clId="{22D5903A-4F66-432F-99F6-F40130E16CED}" dt="2020-11-23T16:06:04.580" v="12470" actId="20577"/>
          <ac:spMkLst>
            <pc:docMk/>
            <pc:sldMk cId="1389499144" sldId="481"/>
            <ac:spMk id="5" creationId="{5F90ABEB-060F-4D51-835C-156E9B23B050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7:46:36.465" v="11497" actId="1076"/>
        <pc:sldMkLst>
          <pc:docMk/>
          <pc:sldMk cId="219931156" sldId="482"/>
        </pc:sldMkLst>
        <pc:spChg chg="mod">
          <ac:chgData name="Jean-Louis SCOTTO-DI-QUAQUERO" userId="5b7c4864-d3b3-4c12-a33e-5ea7a2094109" providerId="ADAL" clId="{22D5903A-4F66-432F-99F6-F40130E16CED}" dt="2020-11-19T17:13:40.396" v="11146" actId="6549"/>
          <ac:spMkLst>
            <pc:docMk/>
            <pc:sldMk cId="219931156" sldId="482"/>
            <ac:spMk id="8" creationId="{0B7F1B37-92AE-42EB-8B49-FD33EB3B2416}"/>
          </ac:spMkLst>
        </pc:spChg>
        <pc:picChg chg="add mod">
          <ac:chgData name="Jean-Louis SCOTTO-DI-QUAQUERO" userId="5b7c4864-d3b3-4c12-a33e-5ea7a2094109" providerId="ADAL" clId="{22D5903A-4F66-432F-99F6-F40130E16CED}" dt="2020-11-19T17:46:36.465" v="11497" actId="1076"/>
          <ac:picMkLst>
            <pc:docMk/>
            <pc:sldMk cId="219931156" sldId="482"/>
            <ac:picMk id="5" creationId="{4AE0886F-C5FA-46EF-BB2D-71986EB8608A}"/>
          </ac:picMkLst>
        </pc:picChg>
      </pc:sldChg>
      <pc:sldChg chg="modSp add del">
        <pc:chgData name="Jean-Louis SCOTTO-DI-QUAQUERO" userId="5b7c4864-d3b3-4c12-a33e-5ea7a2094109" providerId="ADAL" clId="{22D5903A-4F66-432F-99F6-F40130E16CED}" dt="2020-11-23T15:09:57.870" v="11564" actId="2696"/>
        <pc:sldMkLst>
          <pc:docMk/>
          <pc:sldMk cId="2398962553" sldId="483"/>
        </pc:sldMkLst>
        <pc:spChg chg="mod">
          <ac:chgData name="Jean-Louis SCOTTO-DI-QUAQUERO" userId="5b7c4864-d3b3-4c12-a33e-5ea7a2094109" providerId="ADAL" clId="{22D5903A-4F66-432F-99F6-F40130E16CED}" dt="2020-11-23T15:09:52.861" v="11562"/>
          <ac:spMkLst>
            <pc:docMk/>
            <pc:sldMk cId="2398962553" sldId="483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23T15:09:38.621" v="11560" actId="2696"/>
        <pc:sldMkLst>
          <pc:docMk/>
          <pc:sldMk cId="3360130222" sldId="483"/>
        </pc:sldMkLst>
      </pc:sldChg>
      <pc:sldChg chg="addSp modSp">
        <pc:chgData name="Jean-Louis SCOTTO-DI-QUAQUERO" userId="5b7c4864-d3b3-4c12-a33e-5ea7a2094109" providerId="ADAL" clId="{22D5903A-4F66-432F-99F6-F40130E16CED}" dt="2020-11-19T17:16:22.500" v="11148" actId="1076"/>
        <pc:sldMkLst>
          <pc:docMk/>
          <pc:sldMk cId="3756539530" sldId="484"/>
        </pc:sldMkLst>
        <pc:picChg chg="add mod">
          <ac:chgData name="Jean-Louis SCOTTO-DI-QUAQUERO" userId="5b7c4864-d3b3-4c12-a33e-5ea7a2094109" providerId="ADAL" clId="{22D5903A-4F66-432F-99F6-F40130E16CED}" dt="2020-11-19T17:16:22.500" v="11148" actId="1076"/>
          <ac:picMkLst>
            <pc:docMk/>
            <pc:sldMk cId="3756539530" sldId="484"/>
            <ac:picMk id="6" creationId="{7A836523-D42D-4D77-8032-6DB5B1C03F10}"/>
          </ac:picMkLst>
        </pc:picChg>
      </pc:sldChg>
      <pc:sldChg chg="modSp add">
        <pc:chgData name="Jean-Louis SCOTTO-DI-QUAQUERO" userId="5b7c4864-d3b3-4c12-a33e-5ea7a2094109" providerId="ADAL" clId="{22D5903A-4F66-432F-99F6-F40130E16CED}" dt="2020-11-23T16:02:39.644" v="12449" actId="20577"/>
        <pc:sldMkLst>
          <pc:docMk/>
          <pc:sldMk cId="802199368" sldId="486"/>
        </pc:sldMkLst>
        <pc:spChg chg="mod">
          <ac:chgData name="Jean-Louis SCOTTO-DI-QUAQUERO" userId="5b7c4864-d3b3-4c12-a33e-5ea7a2094109" providerId="ADAL" clId="{22D5903A-4F66-432F-99F6-F40130E16CED}" dt="2020-11-23T16:02:39.644" v="12449" actId="20577"/>
          <ac:spMkLst>
            <pc:docMk/>
            <pc:sldMk cId="802199368" sldId="486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55:59.123" v="10996" actId="2696"/>
        <pc:sldMkLst>
          <pc:docMk/>
          <pc:sldMk cId="2219001540" sldId="486"/>
        </pc:sldMkLst>
      </pc:sldChg>
      <pc:sldChg chg="modSp add">
        <pc:chgData name="Jean-Louis SCOTTO-DI-QUAQUERO" userId="5b7c4864-d3b3-4c12-a33e-5ea7a2094109" providerId="ADAL" clId="{22D5903A-4F66-432F-99F6-F40130E16CED}" dt="2020-11-23T16:03:24.678" v="12450" actId="20577"/>
        <pc:sldMkLst>
          <pc:docMk/>
          <pc:sldMk cId="642298236" sldId="487"/>
        </pc:sldMkLst>
        <pc:spChg chg="mod">
          <ac:chgData name="Jean-Louis SCOTTO-DI-QUAQUERO" userId="5b7c4864-d3b3-4c12-a33e-5ea7a2094109" providerId="ADAL" clId="{22D5903A-4F66-432F-99F6-F40130E16CED}" dt="2020-11-23T16:03:24.678" v="12450" actId="20577"/>
          <ac:spMkLst>
            <pc:docMk/>
            <pc:sldMk cId="642298236" sldId="487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55:59.111" v="10995" actId="2696"/>
        <pc:sldMkLst>
          <pc:docMk/>
          <pc:sldMk cId="668879808" sldId="487"/>
        </pc:sldMkLst>
      </pc:sldChg>
      <pc:sldChg chg="del">
        <pc:chgData name="Jean-Louis SCOTTO-DI-QUAQUERO" userId="5b7c4864-d3b3-4c12-a33e-5ea7a2094109" providerId="ADAL" clId="{22D5903A-4F66-432F-99F6-F40130E16CED}" dt="2020-11-19T17:12:26.761" v="11092" actId="2696"/>
        <pc:sldMkLst>
          <pc:docMk/>
          <pc:sldMk cId="2558487478" sldId="488"/>
        </pc:sldMkLst>
      </pc:sldChg>
      <pc:sldChg chg="del">
        <pc:chgData name="Jean-Louis SCOTTO-DI-QUAQUERO" userId="5b7c4864-d3b3-4c12-a33e-5ea7a2094109" providerId="ADAL" clId="{22D5903A-4F66-432F-99F6-F40130E16CED}" dt="2020-11-19T17:12:48.831" v="11095" actId="2696"/>
        <pc:sldMkLst>
          <pc:docMk/>
          <pc:sldMk cId="2855194432" sldId="489"/>
        </pc:sldMkLst>
      </pc:sldChg>
      <pc:sldChg chg="modSp del">
        <pc:chgData name="Jean-Louis SCOTTO-DI-QUAQUERO" userId="5b7c4864-d3b3-4c12-a33e-5ea7a2094109" providerId="ADAL" clId="{22D5903A-4F66-432F-99F6-F40130E16CED}" dt="2020-11-19T08:08:59.581" v="516" actId="2696"/>
        <pc:sldMkLst>
          <pc:docMk/>
          <pc:sldMk cId="959782804" sldId="492"/>
        </pc:sldMkLst>
        <pc:spChg chg="mod">
          <ac:chgData name="Jean-Louis SCOTTO-DI-QUAQUERO" userId="5b7c4864-d3b3-4c12-a33e-5ea7a2094109" providerId="ADAL" clId="{22D5903A-4F66-432F-99F6-F40130E16CED}" dt="2020-11-19T08:08:32.225" v="488" actId="20577"/>
          <ac:spMkLst>
            <pc:docMk/>
            <pc:sldMk cId="959782804" sldId="492"/>
            <ac:spMk id="4" creationId="{BA4D2543-4EE8-4285-A2EC-6CF55D43C44D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17:21.486" v="10423" actId="20577"/>
        <pc:sldMkLst>
          <pc:docMk/>
          <pc:sldMk cId="142312782" sldId="493"/>
        </pc:sldMkLst>
        <pc:spChg chg="mod">
          <ac:chgData name="Jean-Louis SCOTTO-DI-QUAQUERO" userId="5b7c4864-d3b3-4c12-a33e-5ea7a2094109" providerId="ADAL" clId="{22D5903A-4F66-432F-99F6-F40130E16CED}" dt="2020-11-19T16:17:21.486" v="10423" actId="20577"/>
          <ac:spMkLst>
            <pc:docMk/>
            <pc:sldMk cId="142312782" sldId="493"/>
            <ac:spMk id="2" creationId="{A5C38B03-BF0A-4CBC-9572-A808490F95D8}"/>
          </ac:spMkLst>
        </pc:spChg>
        <pc:picChg chg="add mod">
          <ac:chgData name="Jean-Louis SCOTTO-DI-QUAQUERO" userId="5b7c4864-d3b3-4c12-a33e-5ea7a2094109" providerId="ADAL" clId="{22D5903A-4F66-432F-99F6-F40130E16CED}" dt="2020-11-19T16:17:10.006" v="10421" actId="1076"/>
          <ac:picMkLst>
            <pc:docMk/>
            <pc:sldMk cId="142312782" sldId="493"/>
            <ac:picMk id="3" creationId="{96BF4BE8-753D-4DA6-A5A0-D649686B96C2}"/>
          </ac:picMkLst>
        </pc:picChg>
        <pc:picChg chg="add mod">
          <ac:chgData name="Jean-Louis SCOTTO-DI-QUAQUERO" userId="5b7c4864-d3b3-4c12-a33e-5ea7a2094109" providerId="ADAL" clId="{22D5903A-4F66-432F-99F6-F40130E16CED}" dt="2020-11-19T16:17:10.006" v="10421" actId="1076"/>
          <ac:picMkLst>
            <pc:docMk/>
            <pc:sldMk cId="142312782" sldId="493"/>
            <ac:picMk id="4" creationId="{6CC9BA1F-64FE-4DBE-8828-1608DBDD0812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19T13:51:16.161" v="8179" actId="1035"/>
        <pc:sldMkLst>
          <pc:docMk/>
          <pc:sldMk cId="1344065961" sldId="495"/>
        </pc:sldMkLst>
        <pc:spChg chg="mod">
          <ac:chgData name="Jean-Louis SCOTTO-DI-QUAQUERO" userId="5b7c4864-d3b3-4c12-a33e-5ea7a2094109" providerId="ADAL" clId="{22D5903A-4F66-432F-99F6-F40130E16CED}" dt="2020-11-19T13:51:11.471" v="8171" actId="403"/>
          <ac:spMkLst>
            <pc:docMk/>
            <pc:sldMk cId="1344065961" sldId="495"/>
            <ac:spMk id="4" creationId="{EBAA1C8A-D011-45AA-8973-1388E45C43A1}"/>
          </ac:spMkLst>
        </pc:spChg>
        <pc:picChg chg="add mod">
          <ac:chgData name="Jean-Louis SCOTTO-DI-QUAQUERO" userId="5b7c4864-d3b3-4c12-a33e-5ea7a2094109" providerId="ADAL" clId="{22D5903A-4F66-432F-99F6-F40130E16CED}" dt="2020-11-19T13:51:16.161" v="8179" actId="1035"/>
          <ac:picMkLst>
            <pc:docMk/>
            <pc:sldMk cId="1344065961" sldId="495"/>
            <ac:picMk id="6" creationId="{FE6A38DD-6854-4163-88B4-8A6925F6F1F1}"/>
          </ac:picMkLst>
        </pc:picChg>
        <pc:picChg chg="del">
          <ac:chgData name="Jean-Louis SCOTTO-DI-QUAQUERO" userId="5b7c4864-d3b3-4c12-a33e-5ea7a2094109" providerId="ADAL" clId="{22D5903A-4F66-432F-99F6-F40130E16CED}" dt="2020-11-19T13:47:57.088" v="8085" actId="478"/>
          <ac:picMkLst>
            <pc:docMk/>
            <pc:sldMk cId="1344065961" sldId="495"/>
            <ac:picMk id="7" creationId="{ED46FDBA-60CC-4206-AA83-A9CE99571E83}"/>
          </ac:picMkLst>
        </pc:picChg>
      </pc:sldChg>
      <pc:sldChg chg="modSp">
        <pc:chgData name="Jean-Louis SCOTTO-DI-QUAQUERO" userId="5b7c4864-d3b3-4c12-a33e-5ea7a2094109" providerId="ADAL" clId="{22D5903A-4F66-432F-99F6-F40130E16CED}" dt="2020-11-19T16:33:20.897" v="10679" actId="1035"/>
        <pc:sldMkLst>
          <pc:docMk/>
          <pc:sldMk cId="476574179" sldId="497"/>
        </pc:sldMkLst>
        <pc:spChg chg="mod">
          <ac:chgData name="Jean-Louis SCOTTO-DI-QUAQUERO" userId="5b7c4864-d3b3-4c12-a33e-5ea7a2094109" providerId="ADAL" clId="{22D5903A-4F66-432F-99F6-F40130E16CED}" dt="2020-11-19T14:14:33.809" v="9210" actId="20577"/>
          <ac:spMkLst>
            <pc:docMk/>
            <pc:sldMk cId="476574179" sldId="497"/>
            <ac:spMk id="4" creationId="{8162FC23-5A13-46DF-8A03-C2B7ABFE81A3}"/>
          </ac:spMkLst>
        </pc:spChg>
        <pc:picChg chg="mod modCrop">
          <ac:chgData name="Jean-Louis SCOTTO-DI-QUAQUERO" userId="5b7c4864-d3b3-4c12-a33e-5ea7a2094109" providerId="ADAL" clId="{22D5903A-4F66-432F-99F6-F40130E16CED}" dt="2020-11-19T16:33:20.897" v="10679" actId="1035"/>
          <ac:picMkLst>
            <pc:docMk/>
            <pc:sldMk cId="476574179" sldId="497"/>
            <ac:picMk id="6" creationId="{5BCC3C27-6832-4087-9EB9-7A17C3DF46E5}"/>
          </ac:picMkLst>
        </pc:picChg>
      </pc:sldChg>
      <pc:sldChg chg="addSp modSp">
        <pc:chgData name="Jean-Louis SCOTTO-DI-QUAQUERO" userId="5b7c4864-d3b3-4c12-a33e-5ea7a2094109" providerId="ADAL" clId="{22D5903A-4F66-432F-99F6-F40130E16CED}" dt="2020-11-23T15:45:22.493" v="12032" actId="1076"/>
        <pc:sldMkLst>
          <pc:docMk/>
          <pc:sldMk cId="1858452635" sldId="498"/>
        </pc:sldMkLst>
        <pc:spChg chg="mod">
          <ac:chgData name="Jean-Louis SCOTTO-DI-QUAQUERO" userId="5b7c4864-d3b3-4c12-a33e-5ea7a2094109" providerId="ADAL" clId="{22D5903A-4F66-432F-99F6-F40130E16CED}" dt="2020-11-19T13:58:23.901" v="8346" actId="20577"/>
          <ac:spMkLst>
            <pc:docMk/>
            <pc:sldMk cId="1858452635" sldId="498"/>
            <ac:spMk id="2" creationId="{D7CFDE68-AC5A-432F-8207-DC8259164039}"/>
          </ac:spMkLst>
        </pc:spChg>
        <pc:picChg chg="add mod">
          <ac:chgData name="Jean-Louis SCOTTO-DI-QUAQUERO" userId="5b7c4864-d3b3-4c12-a33e-5ea7a2094109" providerId="ADAL" clId="{22D5903A-4F66-432F-99F6-F40130E16CED}" dt="2020-11-23T15:45:22.493" v="12032" actId="1076"/>
          <ac:picMkLst>
            <pc:docMk/>
            <pc:sldMk cId="1858452635" sldId="498"/>
            <ac:picMk id="4" creationId="{29E44CB2-ABE0-4E22-B58E-D5BBD1B031F9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4:58:28.502" v="10356" actId="2696"/>
        <pc:sldMkLst>
          <pc:docMk/>
          <pc:sldMk cId="1615529989" sldId="500"/>
        </pc:sldMkLst>
      </pc:sldChg>
      <pc:sldChg chg="addSp delSp modSp ord">
        <pc:chgData name="Jean-Louis SCOTTO-DI-QUAQUERO" userId="5b7c4864-d3b3-4c12-a33e-5ea7a2094109" providerId="ADAL" clId="{22D5903A-4F66-432F-99F6-F40130E16CED}" dt="2020-11-19T10:00:55.307" v="3849" actId="14100"/>
        <pc:sldMkLst>
          <pc:docMk/>
          <pc:sldMk cId="1322698494" sldId="501"/>
        </pc:sldMkLst>
        <pc:spChg chg="mod">
          <ac:chgData name="Jean-Louis SCOTTO-DI-QUAQUERO" userId="5b7c4864-d3b3-4c12-a33e-5ea7a2094109" providerId="ADAL" clId="{22D5903A-4F66-432F-99F6-F40130E16CED}" dt="2020-11-19T09:01:37.372" v="2200" actId="20577"/>
          <ac:spMkLst>
            <pc:docMk/>
            <pc:sldMk cId="1322698494" sldId="501"/>
            <ac:spMk id="4" creationId="{80391BCA-48E5-47D4-97F2-C292C88817F0}"/>
          </ac:spMkLst>
        </pc:spChg>
        <pc:spChg chg="add del mod">
          <ac:chgData name="Jean-Louis SCOTTO-DI-QUAQUERO" userId="5b7c4864-d3b3-4c12-a33e-5ea7a2094109" providerId="ADAL" clId="{22D5903A-4F66-432F-99F6-F40130E16CED}" dt="2020-11-19T09:01:59.905" v="2205" actId="478"/>
          <ac:spMkLst>
            <pc:docMk/>
            <pc:sldMk cId="1322698494" sldId="501"/>
            <ac:spMk id="5" creationId="{6343D377-D866-4BAD-A709-763FACADE442}"/>
          </ac:spMkLst>
        </pc:spChg>
        <pc:spChg chg="add del mod">
          <ac:chgData name="Jean-Louis SCOTTO-DI-QUAQUERO" userId="5b7c4864-d3b3-4c12-a33e-5ea7a2094109" providerId="ADAL" clId="{22D5903A-4F66-432F-99F6-F40130E16CED}" dt="2020-11-19T09:01:53.841" v="2204" actId="478"/>
          <ac:spMkLst>
            <pc:docMk/>
            <pc:sldMk cId="1322698494" sldId="501"/>
            <ac:spMk id="8" creationId="{4DEE4069-722E-4BFD-AD82-0CD805EA5A23}"/>
          </ac:spMkLst>
        </pc:spChg>
        <pc:spChg chg="add del mod">
          <ac:chgData name="Jean-Louis SCOTTO-DI-QUAQUERO" userId="5b7c4864-d3b3-4c12-a33e-5ea7a2094109" providerId="ADAL" clId="{22D5903A-4F66-432F-99F6-F40130E16CED}" dt="2020-11-19T09:11:38.256" v="2463" actId="478"/>
          <ac:spMkLst>
            <pc:docMk/>
            <pc:sldMk cId="1322698494" sldId="501"/>
            <ac:spMk id="10" creationId="{CA1D4C07-F55B-49AA-9674-FCE4C9C94FC9}"/>
          </ac:spMkLst>
        </pc:spChg>
        <pc:spChg chg="add mod topLvl">
          <ac:chgData name="Jean-Louis SCOTTO-DI-QUAQUERO" userId="5b7c4864-d3b3-4c12-a33e-5ea7a2094109" providerId="ADAL" clId="{22D5903A-4F66-432F-99F6-F40130E16CED}" dt="2020-11-19T09:56:48.321" v="3635" actId="165"/>
          <ac:spMkLst>
            <pc:docMk/>
            <pc:sldMk cId="1322698494" sldId="501"/>
            <ac:spMk id="11" creationId="{A95ABE9C-902F-4C22-9E6C-A6F23332E9DD}"/>
          </ac:spMkLst>
        </pc:spChg>
        <pc:spChg chg="add del mod">
          <ac:chgData name="Jean-Louis SCOTTO-DI-QUAQUERO" userId="5b7c4864-d3b3-4c12-a33e-5ea7a2094109" providerId="ADAL" clId="{22D5903A-4F66-432F-99F6-F40130E16CED}" dt="2020-11-19T09:11:41.576" v="2464" actId="478"/>
          <ac:spMkLst>
            <pc:docMk/>
            <pc:sldMk cId="1322698494" sldId="501"/>
            <ac:spMk id="23" creationId="{3F3F3E7D-C2E8-4BCB-B4FD-ED5325BBACF9}"/>
          </ac:spMkLst>
        </pc:spChg>
        <pc:spChg chg="add mod topLvl">
          <ac:chgData name="Jean-Louis SCOTTO-DI-QUAQUERO" userId="5b7c4864-d3b3-4c12-a33e-5ea7a2094109" providerId="ADAL" clId="{22D5903A-4F66-432F-99F6-F40130E16CED}" dt="2020-11-19T09:56:48.321" v="3635" actId="165"/>
          <ac:spMkLst>
            <pc:docMk/>
            <pc:sldMk cId="1322698494" sldId="501"/>
            <ac:spMk id="24" creationId="{66EBF1EF-ED4E-4D68-9356-FED4E93A8C4D}"/>
          </ac:spMkLst>
        </pc:spChg>
        <pc:spChg chg="add mod">
          <ac:chgData name="Jean-Louis SCOTTO-DI-QUAQUERO" userId="5b7c4864-d3b3-4c12-a33e-5ea7a2094109" providerId="ADAL" clId="{22D5903A-4F66-432F-99F6-F40130E16CED}" dt="2020-11-19T10:00:55.307" v="3849" actId="14100"/>
          <ac:spMkLst>
            <pc:docMk/>
            <pc:sldMk cId="1322698494" sldId="501"/>
            <ac:spMk id="29" creationId="{3945E5D5-1154-488E-AD7A-60C4F242E7BC}"/>
          </ac:spMkLst>
        </pc:spChg>
        <pc:grpChg chg="add mod">
          <ac:chgData name="Jean-Louis SCOTTO-DI-QUAQUERO" userId="5b7c4864-d3b3-4c12-a33e-5ea7a2094109" providerId="ADAL" clId="{22D5903A-4F66-432F-99F6-F40130E16CED}" dt="2020-11-19T09:11:49.757" v="2466" actId="164"/>
          <ac:grpSpMkLst>
            <pc:docMk/>
            <pc:sldMk cId="1322698494" sldId="501"/>
            <ac:grpSpMk id="26" creationId="{C9159D0A-0A4B-4BF9-95EB-4576D9949637}"/>
          </ac:grpSpMkLst>
        </pc:grpChg>
        <pc:grpChg chg="add del mod">
          <ac:chgData name="Jean-Louis SCOTTO-DI-QUAQUERO" userId="5b7c4864-d3b3-4c12-a33e-5ea7a2094109" providerId="ADAL" clId="{22D5903A-4F66-432F-99F6-F40130E16CED}" dt="2020-11-19T09:56:48.321" v="3635" actId="165"/>
          <ac:grpSpMkLst>
            <pc:docMk/>
            <pc:sldMk cId="1322698494" sldId="501"/>
            <ac:grpSpMk id="28" creationId="{350A98AE-05E9-4B4F-ADAD-91294C4D577D}"/>
          </ac:grpSpMkLst>
        </pc:grpChg>
        <pc:picChg chg="mod topLvl">
          <ac:chgData name="Jean-Louis SCOTTO-DI-QUAQUERO" userId="5b7c4864-d3b3-4c12-a33e-5ea7a2094109" providerId="ADAL" clId="{22D5903A-4F66-432F-99F6-F40130E16CED}" dt="2020-11-19T09:58:54.086" v="3760" actId="14100"/>
          <ac:picMkLst>
            <pc:docMk/>
            <pc:sldMk cId="1322698494" sldId="501"/>
            <ac:picMk id="7" creationId="{F061894C-0535-48F0-AB7C-1049BAA9BA63}"/>
          </ac:picMkLst>
        </pc:picChg>
        <pc:picChg chg="add mod">
          <ac:chgData name="Jean-Louis SCOTTO-DI-QUAQUERO" userId="5b7c4864-d3b3-4c12-a33e-5ea7a2094109" providerId="ADAL" clId="{22D5903A-4F66-432F-99F6-F40130E16CED}" dt="2020-11-19T09:56:41.429" v="3634" actId="1076"/>
          <ac:picMkLst>
            <pc:docMk/>
            <pc:sldMk cId="1322698494" sldId="501"/>
            <ac:picMk id="35" creationId="{7FA454CE-247C-4909-A10E-0A377C600AD6}"/>
          </ac:picMkLst>
        </pc:picChg>
        <pc:picChg chg="add mod">
          <ac:chgData name="Jean-Louis SCOTTO-DI-QUAQUERO" userId="5b7c4864-d3b3-4c12-a33e-5ea7a2094109" providerId="ADAL" clId="{22D5903A-4F66-432F-99F6-F40130E16CED}" dt="2020-11-19T09:59:29.461" v="3770" actId="1076"/>
          <ac:picMkLst>
            <pc:docMk/>
            <pc:sldMk cId="1322698494" sldId="501"/>
            <ac:picMk id="40" creationId="{9BF018C3-036C-409A-9E8B-D68742471F65}"/>
          </ac:picMkLst>
        </pc:picChg>
        <pc:picChg chg="add mod topLvl">
          <ac:chgData name="Jean-Louis SCOTTO-DI-QUAQUERO" userId="5b7c4864-d3b3-4c12-a33e-5ea7a2094109" providerId="ADAL" clId="{22D5903A-4F66-432F-99F6-F40130E16CED}" dt="2020-11-19T09:56:54.139" v="3636" actId="1076"/>
          <ac:picMkLst>
            <pc:docMk/>
            <pc:sldMk cId="1322698494" sldId="501"/>
            <ac:picMk id="1026" creationId="{FA38FD8A-AFF9-422A-94DC-669861FE0DCB}"/>
          </ac:picMkLst>
        </pc:picChg>
        <pc:picChg chg="mod topLvl">
          <ac:chgData name="Jean-Louis SCOTTO-DI-QUAQUERO" userId="5b7c4864-d3b3-4c12-a33e-5ea7a2094109" providerId="ADAL" clId="{22D5903A-4F66-432F-99F6-F40130E16CED}" dt="2020-11-19T09:59:11.334" v="3766" actId="1076"/>
          <ac:picMkLst>
            <pc:docMk/>
            <pc:sldMk cId="1322698494" sldId="501"/>
            <ac:picMk id="3076" creationId="{3C5A8505-3735-4226-A44B-D4DB3A5E7AA1}"/>
          </ac:picMkLst>
        </pc:picChg>
        <pc:picChg chg="mod topLvl">
          <ac:chgData name="Jean-Louis SCOTTO-DI-QUAQUERO" userId="5b7c4864-d3b3-4c12-a33e-5ea7a2094109" providerId="ADAL" clId="{22D5903A-4F66-432F-99F6-F40130E16CED}" dt="2020-11-19T09:59:25.807" v="3769" actId="1076"/>
          <ac:picMkLst>
            <pc:docMk/>
            <pc:sldMk cId="1322698494" sldId="501"/>
            <ac:picMk id="3078" creationId="{E39A9356-83AB-43D6-9CF2-1F5CDD2EC281}"/>
          </ac:picMkLst>
        </pc:picChg>
        <pc:picChg chg="mod topLvl">
          <ac:chgData name="Jean-Louis SCOTTO-DI-QUAQUERO" userId="5b7c4864-d3b3-4c12-a33e-5ea7a2094109" providerId="ADAL" clId="{22D5903A-4F66-432F-99F6-F40130E16CED}" dt="2020-11-19T09:59:23.807" v="3768" actId="1076"/>
          <ac:picMkLst>
            <pc:docMk/>
            <pc:sldMk cId="1322698494" sldId="501"/>
            <ac:picMk id="3080" creationId="{EF95CB3E-FA9A-4E93-BD51-DE42B2083338}"/>
          </ac:picMkLst>
        </pc:picChg>
        <pc:picChg chg="mod topLvl">
          <ac:chgData name="Jean-Louis SCOTTO-DI-QUAQUERO" userId="5b7c4864-d3b3-4c12-a33e-5ea7a2094109" providerId="ADAL" clId="{22D5903A-4F66-432F-99F6-F40130E16CED}" dt="2020-11-19T09:59:07.076" v="3765" actId="1076"/>
          <ac:picMkLst>
            <pc:docMk/>
            <pc:sldMk cId="1322698494" sldId="501"/>
            <ac:picMk id="3082" creationId="{66330B3F-A0F3-4BAC-8A3D-46E9C08FA6A5}"/>
          </ac:picMkLst>
        </pc:picChg>
        <pc:picChg chg="mod topLvl">
          <ac:chgData name="Jean-Louis SCOTTO-DI-QUAQUERO" userId="5b7c4864-d3b3-4c12-a33e-5ea7a2094109" providerId="ADAL" clId="{22D5903A-4F66-432F-99F6-F40130E16CED}" dt="2020-11-19T09:59:19.963" v="3767" actId="14100"/>
          <ac:picMkLst>
            <pc:docMk/>
            <pc:sldMk cId="1322698494" sldId="501"/>
            <ac:picMk id="3084" creationId="{F60FFA6F-A5BF-4B95-BE2D-99CC4A346BD9}"/>
          </ac:picMkLst>
        </pc:picChg>
        <pc:cxnChg chg="add mod topLvl">
          <ac:chgData name="Jean-Louis SCOTTO-DI-QUAQUERO" userId="5b7c4864-d3b3-4c12-a33e-5ea7a2094109" providerId="ADAL" clId="{22D5903A-4F66-432F-99F6-F40130E16CED}" dt="2020-11-19T09:56:56.737" v="3637" actId="14100"/>
          <ac:cxnSpMkLst>
            <pc:docMk/>
            <pc:sldMk cId="1322698494" sldId="501"/>
            <ac:cxnSpMk id="13" creationId="{0CC387FE-C970-4F2B-9FE0-C06DB7EA3FF0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6:48.321" v="3635" actId="165"/>
          <ac:cxnSpMkLst>
            <pc:docMk/>
            <pc:sldMk cId="1322698494" sldId="501"/>
            <ac:cxnSpMk id="20" creationId="{037E096F-EAE7-410D-BB9B-2D1E36684589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6:48.321" v="3635" actId="165"/>
          <ac:cxnSpMkLst>
            <pc:docMk/>
            <pc:sldMk cId="1322698494" sldId="501"/>
            <ac:cxnSpMk id="25" creationId="{50C35CCF-7AC0-4951-920F-23BDD4C8F203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7:00.398" v="3639" actId="14100"/>
          <ac:cxnSpMkLst>
            <pc:docMk/>
            <pc:sldMk cId="1322698494" sldId="501"/>
            <ac:cxnSpMk id="27" creationId="{56659453-E0BB-4528-8B4B-8A50AF21AA0C}"/>
          </ac:cxnSpMkLst>
        </pc:cxnChg>
      </pc:sldChg>
      <pc:sldChg chg="addSp delSp modSp">
        <pc:chgData name="Jean-Louis SCOTTO-DI-QUAQUERO" userId="5b7c4864-d3b3-4c12-a33e-5ea7a2094109" providerId="ADAL" clId="{22D5903A-4F66-432F-99F6-F40130E16CED}" dt="2020-11-19T08:59:24.074" v="2175" actId="1076"/>
        <pc:sldMkLst>
          <pc:docMk/>
          <pc:sldMk cId="1025780504" sldId="503"/>
        </pc:sldMkLst>
        <pc:spChg chg="mod">
          <ac:chgData name="Jean-Louis SCOTTO-DI-QUAQUERO" userId="5b7c4864-d3b3-4c12-a33e-5ea7a2094109" providerId="ADAL" clId="{22D5903A-4F66-432F-99F6-F40130E16CED}" dt="2020-11-19T08:29:37.749" v="1280" actId="6549"/>
          <ac:spMkLst>
            <pc:docMk/>
            <pc:sldMk cId="1025780504" sldId="503"/>
            <ac:spMk id="4" creationId="{D0C937E2-2908-43A2-AB34-C5680BDFDA52}"/>
          </ac:spMkLst>
        </pc:spChg>
        <pc:spChg chg="del mod">
          <ac:chgData name="Jean-Louis SCOTTO-DI-QUAQUERO" userId="5b7c4864-d3b3-4c12-a33e-5ea7a2094109" providerId="ADAL" clId="{22D5903A-4F66-432F-99F6-F40130E16CED}" dt="2020-11-19T08:44:08.634" v="2059" actId="478"/>
          <ac:spMkLst>
            <pc:docMk/>
            <pc:sldMk cId="1025780504" sldId="503"/>
            <ac:spMk id="5" creationId="{F0DAFF60-150B-449A-A7FE-25C99E3364E1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7" creationId="{CB8FDC2E-42DD-4928-8F08-D12C3CABFC0C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9" creationId="{BEF95834-D07C-49B1-ABC1-ED980713E004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10" creationId="{1E9738EE-70FB-4D08-86C0-48E4CF8DC420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11" creationId="{8A685B3F-41C3-4F23-A052-F822C3F644F6}"/>
          </ac:spMkLst>
        </pc:spChg>
        <pc:spChg chg="add mod">
          <ac:chgData name="Jean-Louis SCOTTO-DI-QUAQUERO" userId="5b7c4864-d3b3-4c12-a33e-5ea7a2094109" providerId="ADAL" clId="{22D5903A-4F66-432F-99F6-F40130E16CED}" dt="2020-11-19T08:45:56.318" v="2098" actId="571"/>
          <ac:spMkLst>
            <pc:docMk/>
            <pc:sldMk cId="1025780504" sldId="503"/>
            <ac:spMk id="12" creationId="{B51D7E3C-5F56-4DA0-AAFE-2D82CBB0CFAD}"/>
          </ac:spMkLst>
        </pc:spChg>
        <pc:grpChg chg="add mod">
          <ac:chgData name="Jean-Louis SCOTTO-DI-QUAQUERO" userId="5b7c4864-d3b3-4c12-a33e-5ea7a2094109" providerId="ADAL" clId="{22D5903A-4F66-432F-99F6-F40130E16CED}" dt="2020-11-19T08:59:09.178" v="2171" actId="1076"/>
          <ac:grpSpMkLst>
            <pc:docMk/>
            <pc:sldMk cId="1025780504" sldId="503"/>
            <ac:grpSpMk id="15" creationId="{AB45E39A-FE33-4846-B413-3D5C8FC5D202}"/>
          </ac:grpSpMkLst>
        </pc:grpChg>
        <pc:picChg chg="del mod ord">
          <ac:chgData name="Jean-Louis SCOTTO-DI-QUAQUERO" userId="5b7c4864-d3b3-4c12-a33e-5ea7a2094109" providerId="ADAL" clId="{22D5903A-4F66-432F-99F6-F40130E16CED}" dt="2020-11-19T08:44:05.917" v="2058" actId="478"/>
          <ac:picMkLst>
            <pc:docMk/>
            <pc:sldMk cId="1025780504" sldId="503"/>
            <ac:picMk id="6" creationId="{C19BFF95-D46E-4650-AF0A-7EAD36D6571C}"/>
          </ac:picMkLst>
        </pc:picChg>
        <pc:picChg chg="add mod">
          <ac:chgData name="Jean-Louis SCOTTO-DI-QUAQUERO" userId="5b7c4864-d3b3-4c12-a33e-5ea7a2094109" providerId="ADAL" clId="{22D5903A-4F66-432F-99F6-F40130E16CED}" dt="2020-11-19T08:53:08.141" v="2141" actId="164"/>
          <ac:picMkLst>
            <pc:docMk/>
            <pc:sldMk cId="1025780504" sldId="503"/>
            <ac:picMk id="8" creationId="{4D42C243-1BBC-4689-8DFC-5F7DCE3D7AE8}"/>
          </ac:picMkLst>
        </pc:picChg>
        <pc:picChg chg="add mod">
          <ac:chgData name="Jean-Louis SCOTTO-DI-QUAQUERO" userId="5b7c4864-d3b3-4c12-a33e-5ea7a2094109" providerId="ADAL" clId="{22D5903A-4F66-432F-99F6-F40130E16CED}" dt="2020-11-19T08:53:08.141" v="2141" actId="164"/>
          <ac:picMkLst>
            <pc:docMk/>
            <pc:sldMk cId="1025780504" sldId="503"/>
            <ac:picMk id="13" creationId="{E8057222-70D2-4DC9-8E7A-785F6CC0A82F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4" creationId="{6CD2918E-F4D8-440C-B3EA-33C36B403529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6" creationId="{EFD4CB8D-7E55-47EA-8237-5C1B16B7CA3D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7" creationId="{8696BEAE-1AE5-444E-8E03-84BE320E8245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8" creationId="{8559843C-2859-4393-8933-895BAD2E850F}"/>
          </ac:picMkLst>
        </pc:picChg>
        <pc:picChg chg="mod">
          <ac:chgData name="Jean-Louis SCOTTO-DI-QUAQUERO" userId="5b7c4864-d3b3-4c12-a33e-5ea7a2094109" providerId="ADAL" clId="{22D5903A-4F66-432F-99F6-F40130E16CED}" dt="2020-11-19T08:59:24.074" v="2175" actId="1076"/>
          <ac:picMkLst>
            <pc:docMk/>
            <pc:sldMk cId="1025780504" sldId="503"/>
            <ac:picMk id="1026" creationId="{5C067485-4627-4BC6-8F82-77E4B6FB1D1A}"/>
          </ac:picMkLst>
        </pc:picChg>
      </pc:sldChg>
      <pc:sldChg chg="delSp modSp">
        <pc:chgData name="Jean-Louis SCOTTO-DI-QUAQUERO" userId="5b7c4864-d3b3-4c12-a33e-5ea7a2094109" providerId="ADAL" clId="{22D5903A-4F66-432F-99F6-F40130E16CED}" dt="2020-11-19T17:25:35.284" v="11187" actId="478"/>
        <pc:sldMkLst>
          <pc:docMk/>
          <pc:sldMk cId="1383808336" sldId="504"/>
        </pc:sldMkLst>
        <pc:spChg chg="mod">
          <ac:chgData name="Jean-Louis SCOTTO-DI-QUAQUERO" userId="5b7c4864-d3b3-4c12-a33e-5ea7a2094109" providerId="ADAL" clId="{22D5903A-4F66-432F-99F6-F40130E16CED}" dt="2020-11-19T08:19:34.126" v="1208" actId="313"/>
          <ac:spMkLst>
            <pc:docMk/>
            <pc:sldMk cId="1383808336" sldId="504"/>
            <ac:spMk id="4" creationId="{040F4069-BBF7-4330-8688-3745A42D9812}"/>
          </ac:spMkLst>
        </pc:spChg>
        <pc:spChg chg="del">
          <ac:chgData name="Jean-Louis SCOTTO-DI-QUAQUERO" userId="5b7c4864-d3b3-4c12-a33e-5ea7a2094109" providerId="ADAL" clId="{22D5903A-4F66-432F-99F6-F40130E16CED}" dt="2020-11-19T17:25:35.284" v="11187" actId="478"/>
          <ac:spMkLst>
            <pc:docMk/>
            <pc:sldMk cId="1383808336" sldId="504"/>
            <ac:spMk id="5" creationId="{973E4EED-B46D-4C4E-BC6F-79A4CB2524BB}"/>
          </ac:spMkLst>
        </pc:spChg>
        <pc:spChg chg="mod">
          <ac:chgData name="Jean-Louis SCOTTO-DI-QUAQUERO" userId="5b7c4864-d3b3-4c12-a33e-5ea7a2094109" providerId="ADAL" clId="{22D5903A-4F66-432F-99F6-F40130E16CED}" dt="2020-11-19T17:25:30.143" v="11185" actId="1076"/>
          <ac:spMkLst>
            <pc:docMk/>
            <pc:sldMk cId="1383808336" sldId="504"/>
            <ac:spMk id="6" creationId="{AD04AE15-9C90-4ADB-B8C5-B55972C0C06C}"/>
          </ac:spMkLst>
        </pc:spChg>
        <pc:picChg chg="mod">
          <ac:chgData name="Jean-Louis SCOTTO-DI-QUAQUERO" userId="5b7c4864-d3b3-4c12-a33e-5ea7a2094109" providerId="ADAL" clId="{22D5903A-4F66-432F-99F6-F40130E16CED}" dt="2020-11-19T17:25:32.165" v="11186" actId="1035"/>
          <ac:picMkLst>
            <pc:docMk/>
            <pc:sldMk cId="1383808336" sldId="504"/>
            <ac:picMk id="2050" creationId="{436D60F4-E4EE-47CC-A94D-60F85D12998F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7:12:35.653" v="11093" actId="2696"/>
        <pc:sldMkLst>
          <pc:docMk/>
          <pc:sldMk cId="3978144365" sldId="508"/>
        </pc:sldMkLst>
      </pc:sldChg>
      <pc:sldChg chg="del">
        <pc:chgData name="Jean-Louis SCOTTO-DI-QUAQUERO" userId="5b7c4864-d3b3-4c12-a33e-5ea7a2094109" providerId="ADAL" clId="{22D5903A-4F66-432F-99F6-F40130E16CED}" dt="2020-11-19T12:51:01.815" v="5580" actId="2696"/>
        <pc:sldMkLst>
          <pc:docMk/>
          <pc:sldMk cId="2221976797" sldId="509"/>
        </pc:sldMkLst>
      </pc:sldChg>
      <pc:sldChg chg="del">
        <pc:chgData name="Jean-Louis SCOTTO-DI-QUAQUERO" userId="5b7c4864-d3b3-4c12-a33e-5ea7a2094109" providerId="ADAL" clId="{22D5903A-4F66-432F-99F6-F40130E16CED}" dt="2020-11-19T12:51:35.411" v="5593" actId="2696"/>
        <pc:sldMkLst>
          <pc:docMk/>
          <pc:sldMk cId="1387195995" sldId="510"/>
        </pc:sldMkLst>
      </pc:sldChg>
      <pc:sldChg chg="delSp del">
        <pc:chgData name="Jean-Louis SCOTTO-DI-QUAQUERO" userId="5b7c4864-d3b3-4c12-a33e-5ea7a2094109" providerId="ADAL" clId="{22D5903A-4F66-432F-99F6-F40130E16CED}" dt="2020-11-19T12:58:11.117" v="5811" actId="2696"/>
        <pc:sldMkLst>
          <pc:docMk/>
          <pc:sldMk cId="2343089695" sldId="511"/>
        </pc:sldMkLst>
        <pc:picChg chg="del">
          <ac:chgData name="Jean-Louis SCOTTO-DI-QUAQUERO" userId="5b7c4864-d3b3-4c12-a33e-5ea7a2094109" providerId="ADAL" clId="{22D5903A-4F66-432F-99F6-F40130E16CED}" dt="2020-11-19T12:55:55.520" v="5735"/>
          <ac:picMkLst>
            <pc:docMk/>
            <pc:sldMk cId="2343089695" sldId="511"/>
            <ac:picMk id="3080" creationId="{E09C3493-114A-4253-B2D8-779E3235C913}"/>
          </ac:picMkLst>
        </pc:picChg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38646425" sldId="512"/>
        </pc:sldMkLst>
      </pc:sldChg>
      <pc:sldChg chg="modSp del">
        <pc:chgData name="Jean-Louis SCOTTO-DI-QUAQUERO" userId="5b7c4864-d3b3-4c12-a33e-5ea7a2094109" providerId="ADAL" clId="{22D5903A-4F66-432F-99F6-F40130E16CED}" dt="2020-11-19T13:09:06.794" v="6329" actId="2696"/>
        <pc:sldMkLst>
          <pc:docMk/>
          <pc:sldMk cId="3150106455" sldId="512"/>
        </pc:sldMkLst>
        <pc:picChg chg="mod">
          <ac:chgData name="Jean-Louis SCOTTO-DI-QUAQUERO" userId="5b7c4864-d3b3-4c12-a33e-5ea7a2094109" providerId="ADAL" clId="{22D5903A-4F66-432F-99F6-F40130E16CED}" dt="2020-11-19T13:07:51.891" v="6306" actId="1076"/>
          <ac:picMkLst>
            <pc:docMk/>
            <pc:sldMk cId="3150106455" sldId="512"/>
            <ac:picMk id="4" creationId="{EF41E9B4-CCF4-4983-BC40-74CF47C6E421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29:09.857" v="6946" actId="2696"/>
        <pc:sldMkLst>
          <pc:docMk/>
          <pc:sldMk cId="1299916330" sldId="514"/>
        </pc:sldMkLst>
      </pc:sldChg>
      <pc:sldChg chg="modSp del">
        <pc:chgData name="Jean-Louis SCOTTO-DI-QUAQUERO" userId="5b7c4864-d3b3-4c12-a33e-5ea7a2094109" providerId="ADAL" clId="{22D5903A-4F66-432F-99F6-F40130E16CED}" dt="2020-11-19T14:13:54.932" v="9164" actId="2696"/>
        <pc:sldMkLst>
          <pc:docMk/>
          <pc:sldMk cId="1555738889" sldId="515"/>
        </pc:sldMkLst>
        <pc:picChg chg="mod">
          <ac:chgData name="Jean-Louis SCOTTO-DI-QUAQUERO" userId="5b7c4864-d3b3-4c12-a33e-5ea7a2094109" providerId="ADAL" clId="{22D5903A-4F66-432F-99F6-F40130E16CED}" dt="2020-11-19T14:08:22.655" v="9115" actId="1076"/>
          <ac:picMkLst>
            <pc:docMk/>
            <pc:sldMk cId="1555738889" sldId="515"/>
            <ac:picMk id="6" creationId="{FFC7E246-F057-4FF6-8077-7C80BC808E11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19T13:43:57.740" v="8081" actId="20577"/>
        <pc:sldMkLst>
          <pc:docMk/>
          <pc:sldMk cId="185249087" sldId="516"/>
        </pc:sldMkLst>
        <pc:spChg chg="mod">
          <ac:chgData name="Jean-Louis SCOTTO-DI-QUAQUERO" userId="5b7c4864-d3b3-4c12-a33e-5ea7a2094109" providerId="ADAL" clId="{22D5903A-4F66-432F-99F6-F40130E16CED}" dt="2020-11-19T13:30:57.160" v="6976" actId="313"/>
          <ac:spMkLst>
            <pc:docMk/>
            <pc:sldMk cId="185249087" sldId="516"/>
            <ac:spMk id="4" creationId="{7E578A9A-BD3E-44A9-80D7-385EB4C3640E}"/>
          </ac:spMkLst>
        </pc:spChg>
        <pc:spChg chg="del mod">
          <ac:chgData name="Jean-Louis SCOTTO-DI-QUAQUERO" userId="5b7c4864-d3b3-4c12-a33e-5ea7a2094109" providerId="ADAL" clId="{22D5903A-4F66-432F-99F6-F40130E16CED}" dt="2020-11-19T13:31:16.684" v="7009" actId="478"/>
          <ac:spMkLst>
            <pc:docMk/>
            <pc:sldMk cId="185249087" sldId="516"/>
            <ac:spMk id="5" creationId="{E33A3452-785F-4EAD-A29E-853230DD466E}"/>
          </ac:spMkLst>
        </pc:spChg>
        <pc:spChg chg="del mod">
          <ac:chgData name="Jean-Louis SCOTTO-DI-QUAQUERO" userId="5b7c4864-d3b3-4c12-a33e-5ea7a2094109" providerId="ADAL" clId="{22D5903A-4F66-432F-99F6-F40130E16CED}" dt="2020-11-19T13:32:27.510" v="7199" actId="478"/>
          <ac:spMkLst>
            <pc:docMk/>
            <pc:sldMk cId="185249087" sldId="516"/>
            <ac:spMk id="7" creationId="{20C3BDBC-6596-4E92-BD70-D1A6B7539F98}"/>
          </ac:spMkLst>
        </pc:spChg>
        <pc:spChg chg="add mod">
          <ac:chgData name="Jean-Louis SCOTTO-DI-QUAQUERO" userId="5b7c4864-d3b3-4c12-a33e-5ea7a2094109" providerId="ADAL" clId="{22D5903A-4F66-432F-99F6-F40130E16CED}" dt="2020-11-19T13:42:41.231" v="7911" actId="20577"/>
          <ac:spMkLst>
            <pc:docMk/>
            <pc:sldMk cId="185249087" sldId="516"/>
            <ac:spMk id="9" creationId="{B7474AA6-B191-481E-BE47-8C9AC57F33B1}"/>
          </ac:spMkLst>
        </pc:spChg>
        <pc:spChg chg="add mod">
          <ac:chgData name="Jean-Louis SCOTTO-DI-QUAQUERO" userId="5b7c4864-d3b3-4c12-a33e-5ea7a2094109" providerId="ADAL" clId="{22D5903A-4F66-432F-99F6-F40130E16CED}" dt="2020-11-19T13:43:57.740" v="8081" actId="20577"/>
          <ac:spMkLst>
            <pc:docMk/>
            <pc:sldMk cId="185249087" sldId="516"/>
            <ac:spMk id="10" creationId="{30109778-7DE3-4D88-BFFD-F5677987ACDD}"/>
          </ac:spMkLst>
        </pc:spChg>
        <pc:picChg chg="mod ord modCrop">
          <ac:chgData name="Jean-Louis SCOTTO-DI-QUAQUERO" userId="5b7c4864-d3b3-4c12-a33e-5ea7a2094109" providerId="ADAL" clId="{22D5903A-4F66-432F-99F6-F40130E16CED}" dt="2020-11-19T13:42:09.036" v="7863" actId="1076"/>
          <ac:picMkLst>
            <pc:docMk/>
            <pc:sldMk cId="185249087" sldId="516"/>
            <ac:picMk id="6" creationId="{4F9C3247-9FB1-4784-A2E4-40061AA4589F}"/>
          </ac:picMkLst>
        </pc:picChg>
      </pc:sldChg>
      <pc:sldChg chg="modSp ord">
        <pc:chgData name="Jean-Louis SCOTTO-DI-QUAQUERO" userId="5b7c4864-d3b3-4c12-a33e-5ea7a2094109" providerId="ADAL" clId="{22D5903A-4F66-432F-99F6-F40130E16CED}" dt="2020-11-19T13:52:29.995" v="8203" actId="20577"/>
        <pc:sldMkLst>
          <pc:docMk/>
          <pc:sldMk cId="1048736069" sldId="517"/>
        </pc:sldMkLst>
        <pc:spChg chg="mod">
          <ac:chgData name="Jean-Louis SCOTTO-DI-QUAQUERO" userId="5b7c4864-d3b3-4c12-a33e-5ea7a2094109" providerId="ADAL" clId="{22D5903A-4F66-432F-99F6-F40130E16CED}" dt="2020-11-19T13:52:29.995" v="8203" actId="20577"/>
          <ac:spMkLst>
            <pc:docMk/>
            <pc:sldMk cId="1048736069" sldId="517"/>
            <ac:spMk id="4" creationId="{459D0ED1-819C-4A0C-90EA-C321E0132EDE}"/>
          </ac:spMkLst>
        </pc:spChg>
        <pc:spChg chg="mod">
          <ac:chgData name="Jean-Louis SCOTTO-DI-QUAQUERO" userId="5b7c4864-d3b3-4c12-a33e-5ea7a2094109" providerId="ADAL" clId="{22D5903A-4F66-432F-99F6-F40130E16CED}" dt="2020-11-19T13:39:14.096" v="7640" actId="1076"/>
          <ac:spMkLst>
            <pc:docMk/>
            <pc:sldMk cId="1048736069" sldId="517"/>
            <ac:spMk id="5" creationId="{BD5F5566-B1A4-4138-9E37-70A29F58265F}"/>
          </ac:spMkLst>
        </pc:spChg>
        <pc:picChg chg="mod modCrop">
          <ac:chgData name="Jean-Louis SCOTTO-DI-QUAQUERO" userId="5b7c4864-d3b3-4c12-a33e-5ea7a2094109" providerId="ADAL" clId="{22D5903A-4F66-432F-99F6-F40130E16CED}" dt="2020-11-19T13:38:48.221" v="7628" actId="732"/>
          <ac:picMkLst>
            <pc:docMk/>
            <pc:sldMk cId="1048736069" sldId="517"/>
            <ac:picMk id="6" creationId="{71F064DF-ABF8-41C3-9997-85A7EE9CFEBF}"/>
          </ac:picMkLst>
        </pc:picChg>
        <pc:picChg chg="mod">
          <ac:chgData name="Jean-Louis SCOTTO-DI-QUAQUERO" userId="5b7c4864-d3b3-4c12-a33e-5ea7a2094109" providerId="ADAL" clId="{22D5903A-4F66-432F-99F6-F40130E16CED}" dt="2020-11-19T13:38:30.030" v="7627" actId="1076"/>
          <ac:picMkLst>
            <pc:docMk/>
            <pc:sldMk cId="1048736069" sldId="517"/>
            <ac:picMk id="7" creationId="{E64FC9D2-B252-44D4-82CB-37BB46BFBFC4}"/>
          </ac:picMkLst>
        </pc:picChg>
      </pc:sldChg>
      <pc:sldChg chg="modSp ord">
        <pc:chgData name="Jean-Louis SCOTTO-DI-QUAQUERO" userId="5b7c4864-d3b3-4c12-a33e-5ea7a2094109" providerId="ADAL" clId="{22D5903A-4F66-432F-99F6-F40130E16CED}" dt="2020-11-19T13:53:11.793" v="8244" actId="20577"/>
        <pc:sldMkLst>
          <pc:docMk/>
          <pc:sldMk cId="2559486382" sldId="518"/>
        </pc:sldMkLst>
        <pc:spChg chg="mod">
          <ac:chgData name="Jean-Louis SCOTTO-DI-QUAQUERO" userId="5b7c4864-d3b3-4c12-a33e-5ea7a2094109" providerId="ADAL" clId="{22D5903A-4F66-432F-99F6-F40130E16CED}" dt="2020-11-19T13:53:11.793" v="8244" actId="20577"/>
          <ac:spMkLst>
            <pc:docMk/>
            <pc:sldMk cId="2559486382" sldId="518"/>
            <ac:spMk id="4" creationId="{9DAEAD17-F86E-422D-B91D-622ABD22CB5D}"/>
          </ac:spMkLst>
        </pc:spChg>
        <pc:spChg chg="mod">
          <ac:chgData name="Jean-Louis SCOTTO-DI-QUAQUERO" userId="5b7c4864-d3b3-4c12-a33e-5ea7a2094109" providerId="ADAL" clId="{22D5903A-4F66-432F-99F6-F40130E16CED}" dt="2020-11-19T13:49:50.626" v="8097" actId="1076"/>
          <ac:spMkLst>
            <pc:docMk/>
            <pc:sldMk cId="2559486382" sldId="518"/>
            <ac:spMk id="5" creationId="{EB6E145F-DCD7-4545-9BDC-11BB5DDE4E20}"/>
          </ac:spMkLst>
        </pc:spChg>
        <pc:picChg chg="mod">
          <ac:chgData name="Jean-Louis SCOTTO-DI-QUAQUERO" userId="5b7c4864-d3b3-4c12-a33e-5ea7a2094109" providerId="ADAL" clId="{22D5903A-4F66-432F-99F6-F40130E16CED}" dt="2020-11-19T13:49:32.188" v="8089" actId="1076"/>
          <ac:picMkLst>
            <pc:docMk/>
            <pc:sldMk cId="2559486382" sldId="518"/>
            <ac:picMk id="6" creationId="{68476A4F-C913-428D-934D-40CA3C181A2E}"/>
          </ac:picMkLst>
        </pc:picChg>
      </pc:sldChg>
      <pc:sldChg chg="modSp modNotesTx">
        <pc:chgData name="Jean-Louis SCOTTO-DI-QUAQUERO" userId="5b7c4864-d3b3-4c12-a33e-5ea7a2094109" providerId="ADAL" clId="{22D5903A-4F66-432F-99F6-F40130E16CED}" dt="2020-11-19T13:56:12.202" v="8255" actId="20577"/>
        <pc:sldMkLst>
          <pc:docMk/>
          <pc:sldMk cId="1370644091" sldId="519"/>
        </pc:sldMkLst>
        <pc:spChg chg="mod">
          <ac:chgData name="Jean-Louis SCOTTO-DI-QUAQUERO" userId="5b7c4864-d3b3-4c12-a33e-5ea7a2094109" providerId="ADAL" clId="{22D5903A-4F66-432F-99F6-F40130E16CED}" dt="2020-11-19T13:55:17.346" v="8245"/>
          <ac:spMkLst>
            <pc:docMk/>
            <pc:sldMk cId="1370644091" sldId="519"/>
            <ac:spMk id="4" creationId="{7D86DD8F-DBB1-4C37-BA91-D00FA1F12CFF}"/>
          </ac:spMkLst>
        </pc:spChg>
        <pc:spChg chg="mod">
          <ac:chgData name="Jean-Louis SCOTTO-DI-QUAQUERO" userId="5b7c4864-d3b3-4c12-a33e-5ea7a2094109" providerId="ADAL" clId="{22D5903A-4F66-432F-99F6-F40130E16CED}" dt="2020-11-19T13:55:48.610" v="8254" actId="14100"/>
          <ac:spMkLst>
            <pc:docMk/>
            <pc:sldMk cId="1370644091" sldId="519"/>
            <ac:spMk id="5" creationId="{E81E1BA2-CA94-4C81-8400-3DDF759CC020}"/>
          </ac:spMkLst>
        </pc:spChg>
        <pc:picChg chg="mod">
          <ac:chgData name="Jean-Louis SCOTTO-DI-QUAQUERO" userId="5b7c4864-d3b3-4c12-a33e-5ea7a2094109" providerId="ADAL" clId="{22D5903A-4F66-432F-99F6-F40130E16CED}" dt="2020-11-19T13:55:43.023" v="8252" actId="1076"/>
          <ac:picMkLst>
            <pc:docMk/>
            <pc:sldMk cId="1370644091" sldId="519"/>
            <ac:picMk id="6" creationId="{680647D8-7FF0-44C6-A94F-E2729691B179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56:17.294" v="8256" actId="2696"/>
        <pc:sldMkLst>
          <pc:docMk/>
          <pc:sldMk cId="1841835654" sldId="520"/>
        </pc:sldMkLst>
      </pc:sldChg>
      <pc:sldChg chg="addSp delSp modSp">
        <pc:chgData name="Jean-Louis SCOTTO-DI-QUAQUERO" userId="5b7c4864-d3b3-4c12-a33e-5ea7a2094109" providerId="ADAL" clId="{22D5903A-4F66-432F-99F6-F40130E16CED}" dt="2020-11-19T14:06:28.250" v="9101" actId="1076"/>
        <pc:sldMkLst>
          <pc:docMk/>
          <pc:sldMk cId="5807085" sldId="521"/>
        </pc:sldMkLst>
        <pc:spChg chg="del">
          <ac:chgData name="Jean-Louis SCOTTO-DI-QUAQUERO" userId="5b7c4864-d3b3-4c12-a33e-5ea7a2094109" providerId="ADAL" clId="{22D5903A-4F66-432F-99F6-F40130E16CED}" dt="2020-11-19T13:59:20.220" v="8350" actId="478"/>
          <ac:spMkLst>
            <pc:docMk/>
            <pc:sldMk cId="5807085" sldId="521"/>
            <ac:spMk id="5" creationId="{83F95D3B-1DDA-4CE1-8503-A1EACEEF5FE1}"/>
          </ac:spMkLst>
        </pc:spChg>
        <pc:spChg chg="mod">
          <ac:chgData name="Jean-Louis SCOTTO-DI-QUAQUERO" userId="5b7c4864-d3b3-4c12-a33e-5ea7a2094109" providerId="ADAL" clId="{22D5903A-4F66-432F-99F6-F40130E16CED}" dt="2020-11-19T13:59:05.444" v="8349" actId="114"/>
          <ac:spMkLst>
            <pc:docMk/>
            <pc:sldMk cId="5807085" sldId="521"/>
            <ac:spMk id="7" creationId="{3E4FC1D4-2C7D-4EBA-8E32-EA1B2FF90A60}"/>
          </ac:spMkLst>
        </pc:spChg>
        <pc:spChg chg="add mod">
          <ac:chgData name="Jean-Louis SCOTTO-DI-QUAQUERO" userId="5b7c4864-d3b3-4c12-a33e-5ea7a2094109" providerId="ADAL" clId="{22D5903A-4F66-432F-99F6-F40130E16CED}" dt="2020-11-19T14:06:14.055" v="9099" actId="20577"/>
          <ac:spMkLst>
            <pc:docMk/>
            <pc:sldMk cId="5807085" sldId="521"/>
            <ac:spMk id="9" creationId="{DC1FEEBB-FA32-4DEC-A02C-526AD9E164E5}"/>
          </ac:spMkLst>
        </pc:spChg>
        <pc:spChg chg="add del">
          <ac:chgData name="Jean-Louis SCOTTO-DI-QUAQUERO" userId="5b7c4864-d3b3-4c12-a33e-5ea7a2094109" providerId="ADAL" clId="{22D5903A-4F66-432F-99F6-F40130E16CED}" dt="2020-11-19T14:00:44.382" v="8467"/>
          <ac:spMkLst>
            <pc:docMk/>
            <pc:sldMk cId="5807085" sldId="521"/>
            <ac:spMk id="10" creationId="{B534CE08-DD86-49C8-90E4-552827007290}"/>
          </ac:spMkLst>
        </pc:spChg>
        <pc:spChg chg="add del mod">
          <ac:chgData name="Jean-Louis SCOTTO-DI-QUAQUERO" userId="5b7c4864-d3b3-4c12-a33e-5ea7a2094109" providerId="ADAL" clId="{22D5903A-4F66-432F-99F6-F40130E16CED}" dt="2020-11-19T14:06:24.539" v="9100" actId="478"/>
          <ac:spMkLst>
            <pc:docMk/>
            <pc:sldMk cId="5807085" sldId="521"/>
            <ac:spMk id="11" creationId="{EFDA9BC9-D2D9-4A2F-A889-07B0652DEED6}"/>
          </ac:spMkLst>
        </pc:spChg>
        <pc:picChg chg="mod">
          <ac:chgData name="Jean-Louis SCOTTO-DI-QUAQUERO" userId="5b7c4864-d3b3-4c12-a33e-5ea7a2094109" providerId="ADAL" clId="{22D5903A-4F66-432F-99F6-F40130E16CED}" dt="2020-11-19T14:06:28.250" v="9101" actId="1076"/>
          <ac:picMkLst>
            <pc:docMk/>
            <pc:sldMk cId="5807085" sldId="521"/>
            <ac:picMk id="6" creationId="{E916B828-E723-4D16-B822-D8D52D67D9EE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09:06.605" v="6324" actId="2696"/>
        <pc:sldMkLst>
          <pc:docMk/>
          <pc:sldMk cId="2024434137" sldId="522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86328224" sldId="522"/>
        </pc:sldMkLst>
      </pc:sldChg>
      <pc:sldChg chg="del">
        <pc:chgData name="Jean-Louis SCOTTO-DI-QUAQUERO" userId="5b7c4864-d3b3-4c12-a33e-5ea7a2094109" providerId="ADAL" clId="{22D5903A-4F66-432F-99F6-F40130E16CED}" dt="2020-11-19T13:09:06.637" v="6325" actId="2696"/>
        <pc:sldMkLst>
          <pc:docMk/>
          <pc:sldMk cId="1229129162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391648461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18142274" sldId="524"/>
        </pc:sldMkLst>
      </pc:sldChg>
      <pc:sldChg chg="del">
        <pc:chgData name="Jean-Louis SCOTTO-DI-QUAQUERO" userId="5b7c4864-d3b3-4c12-a33e-5ea7a2094109" providerId="ADAL" clId="{22D5903A-4F66-432F-99F6-F40130E16CED}" dt="2020-11-19T13:09:06.675" v="6326" actId="2696"/>
        <pc:sldMkLst>
          <pc:docMk/>
          <pc:sldMk cId="3422420205" sldId="524"/>
        </pc:sldMkLst>
      </pc:sldChg>
      <pc:sldChg chg="modSp del">
        <pc:chgData name="Jean-Louis SCOTTO-DI-QUAQUERO" userId="5b7c4864-d3b3-4c12-a33e-5ea7a2094109" providerId="ADAL" clId="{22D5903A-4F66-432F-99F6-F40130E16CED}" dt="2020-11-19T13:09:06.578" v="6323" actId="2696"/>
        <pc:sldMkLst>
          <pc:docMk/>
          <pc:sldMk cId="2147734783" sldId="525"/>
        </pc:sldMkLst>
        <pc:picChg chg="mod">
          <ac:chgData name="Jean-Louis SCOTTO-DI-QUAQUERO" userId="5b7c4864-d3b3-4c12-a33e-5ea7a2094109" providerId="ADAL" clId="{22D5903A-4F66-432F-99F6-F40130E16CED}" dt="2020-11-19T12:58:41.396" v="5814" actId="1076"/>
          <ac:picMkLst>
            <pc:docMk/>
            <pc:sldMk cId="2147734783" sldId="525"/>
            <ac:picMk id="5122" creationId="{E16007A3-38A5-405D-8923-23A6AFA6483D}"/>
          </ac:picMkLst>
        </pc:picChg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792820403" sldId="525"/>
        </pc:sldMkLst>
      </pc:sldChg>
      <pc:sldChg chg="del">
        <pc:chgData name="Jean-Louis SCOTTO-DI-QUAQUERO" userId="5b7c4864-d3b3-4c12-a33e-5ea7a2094109" providerId="ADAL" clId="{22D5903A-4F66-432F-99F6-F40130E16CED}" dt="2020-11-19T13:09:06.712" v="6327" actId="2696"/>
        <pc:sldMkLst>
          <pc:docMk/>
          <pc:sldMk cId="215075079" sldId="527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569755949" sldId="527"/>
        </pc:sldMkLst>
      </pc:sldChg>
      <pc:sldChg chg="del">
        <pc:chgData name="Jean-Louis SCOTTO-DI-QUAQUERO" userId="5b7c4864-d3b3-4c12-a33e-5ea7a2094109" providerId="ADAL" clId="{22D5903A-4F66-432F-99F6-F40130E16CED}" dt="2020-11-19T13:09:06.758" v="6328" actId="2696"/>
        <pc:sldMkLst>
          <pc:docMk/>
          <pc:sldMk cId="1945090103" sldId="528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095848829" sldId="528"/>
        </pc:sldMkLst>
      </pc:sldChg>
      <pc:sldChg chg="addSp delSp modSp">
        <pc:chgData name="Jean-Louis SCOTTO-DI-QUAQUERO" userId="5b7c4864-d3b3-4c12-a33e-5ea7a2094109" providerId="ADAL" clId="{22D5903A-4F66-432F-99F6-F40130E16CED}" dt="2020-11-19T16:21:21.200" v="10432" actId="167"/>
        <pc:sldMkLst>
          <pc:docMk/>
          <pc:sldMk cId="997832779" sldId="530"/>
        </pc:sldMkLst>
        <pc:spChg chg="mod">
          <ac:chgData name="Jean-Louis SCOTTO-DI-QUAQUERO" userId="5b7c4864-d3b3-4c12-a33e-5ea7a2094109" providerId="ADAL" clId="{22D5903A-4F66-432F-99F6-F40130E16CED}" dt="2020-11-19T14:23:37.695" v="9278" actId="20577"/>
          <ac:spMkLst>
            <pc:docMk/>
            <pc:sldMk cId="997832779" sldId="530"/>
            <ac:spMk id="4" creationId="{6C3EB343-08B0-4C6D-90D3-F42BC3BEB474}"/>
          </ac:spMkLst>
        </pc:spChg>
        <pc:spChg chg="add mod">
          <ac:chgData name="Jean-Louis SCOTTO-DI-QUAQUERO" userId="5b7c4864-d3b3-4c12-a33e-5ea7a2094109" providerId="ADAL" clId="{22D5903A-4F66-432F-99F6-F40130E16CED}" dt="2020-11-19T14:23:11.940" v="9276" actId="1076"/>
          <ac:spMkLst>
            <pc:docMk/>
            <pc:sldMk cId="997832779" sldId="530"/>
            <ac:spMk id="5" creationId="{0C3B4EAF-AEDC-4294-8A83-5B4EE40631ED}"/>
          </ac:spMkLst>
        </pc:spChg>
        <pc:spChg chg="add del mod">
          <ac:chgData name="Jean-Louis SCOTTO-DI-QUAQUERO" userId="5b7c4864-d3b3-4c12-a33e-5ea7a2094109" providerId="ADAL" clId="{22D5903A-4F66-432F-99F6-F40130E16CED}" dt="2020-11-19T14:22:26.315" v="9263" actId="478"/>
          <ac:spMkLst>
            <pc:docMk/>
            <pc:sldMk cId="997832779" sldId="530"/>
            <ac:spMk id="7" creationId="{C3FDD41E-4882-4ECF-8EBF-8611CE2281A2}"/>
          </ac:spMkLst>
        </pc:spChg>
        <pc:spChg chg="add mod topLvl">
          <ac:chgData name="Jean-Louis SCOTTO-DI-QUAQUERO" userId="5b7c4864-d3b3-4c12-a33e-5ea7a2094109" providerId="ADAL" clId="{22D5903A-4F66-432F-99F6-F40130E16CED}" dt="2020-11-19T16:21:19.345" v="10431" actId="165"/>
          <ac:spMkLst>
            <pc:docMk/>
            <pc:sldMk cId="997832779" sldId="530"/>
            <ac:spMk id="8" creationId="{21C4912A-8F90-49CF-A849-C1F3089342A9}"/>
          </ac:spMkLst>
        </pc:spChg>
        <pc:spChg chg="add mod topLvl">
          <ac:chgData name="Jean-Louis SCOTTO-DI-QUAQUERO" userId="5b7c4864-d3b3-4c12-a33e-5ea7a2094109" providerId="ADAL" clId="{22D5903A-4F66-432F-99F6-F40130E16CED}" dt="2020-11-19T16:21:19.345" v="10431" actId="165"/>
          <ac:spMkLst>
            <pc:docMk/>
            <pc:sldMk cId="997832779" sldId="530"/>
            <ac:spMk id="10" creationId="{6ABDCFAA-72BB-4BE5-ACF7-2724BCADBC02}"/>
          </ac:spMkLst>
        </pc:spChg>
        <pc:grpChg chg="add del mod ord">
          <ac:chgData name="Jean-Louis SCOTTO-DI-QUAQUERO" userId="5b7c4864-d3b3-4c12-a33e-5ea7a2094109" providerId="ADAL" clId="{22D5903A-4F66-432F-99F6-F40130E16CED}" dt="2020-11-19T16:21:07.952" v="10428" actId="165"/>
          <ac:grpSpMkLst>
            <pc:docMk/>
            <pc:sldMk cId="997832779" sldId="530"/>
            <ac:grpSpMk id="9" creationId="{49877203-0423-4DBC-9770-CD5382F18F51}"/>
          </ac:grpSpMkLst>
        </pc:grpChg>
        <pc:grpChg chg="add del mod ord">
          <ac:chgData name="Jean-Louis SCOTTO-DI-QUAQUERO" userId="5b7c4864-d3b3-4c12-a33e-5ea7a2094109" providerId="ADAL" clId="{22D5903A-4F66-432F-99F6-F40130E16CED}" dt="2020-11-19T16:21:21.200" v="10432" actId="167"/>
          <ac:grpSpMkLst>
            <pc:docMk/>
            <pc:sldMk cId="997832779" sldId="530"/>
            <ac:grpSpMk id="11" creationId="{9284BDD9-8A0F-4B0C-BA92-388CF87F5C60}"/>
          </ac:grpSpMkLst>
        </pc:grpChg>
        <pc:picChg chg="mod ord topLvl">
          <ac:chgData name="Jean-Louis SCOTTO-DI-QUAQUERO" userId="5b7c4864-d3b3-4c12-a33e-5ea7a2094109" providerId="ADAL" clId="{22D5903A-4F66-432F-99F6-F40130E16CED}" dt="2020-11-19T16:21:19.345" v="10431" actId="165"/>
          <ac:picMkLst>
            <pc:docMk/>
            <pc:sldMk cId="997832779" sldId="530"/>
            <ac:picMk id="6" creationId="{375E5EFB-3344-409B-86F5-FB31D23C0224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24T14:10:40.298" v="12502" actId="20577"/>
        <pc:sldMkLst>
          <pc:docMk/>
          <pc:sldMk cId="711206993" sldId="531"/>
        </pc:sldMkLst>
        <pc:spChg chg="mod">
          <ac:chgData name="Jean-Louis SCOTTO-DI-QUAQUERO" userId="5b7c4864-d3b3-4c12-a33e-5ea7a2094109" providerId="ADAL" clId="{22D5903A-4F66-432F-99F6-F40130E16CED}" dt="2020-11-19T14:35:42.339" v="9715" actId="20577"/>
          <ac:spMkLst>
            <pc:docMk/>
            <pc:sldMk cId="711206993" sldId="531"/>
            <ac:spMk id="4" creationId="{3A676B17-2D70-4004-9C6A-49DA90ADE3E7}"/>
          </ac:spMkLst>
        </pc:spChg>
        <pc:spChg chg="add mod">
          <ac:chgData name="Jean-Louis SCOTTO-DI-QUAQUERO" userId="5b7c4864-d3b3-4c12-a33e-5ea7a2094109" providerId="ADAL" clId="{22D5903A-4F66-432F-99F6-F40130E16CED}" dt="2020-11-23T15:48:58.402" v="12049" actId="15"/>
          <ac:spMkLst>
            <pc:docMk/>
            <pc:sldMk cId="711206993" sldId="531"/>
            <ac:spMk id="5" creationId="{7F2F0045-2536-48D3-A6EC-FAF468C35F07}"/>
          </ac:spMkLst>
        </pc:spChg>
        <pc:spChg chg="add del mod">
          <ac:chgData name="Jean-Louis SCOTTO-DI-QUAQUERO" userId="5b7c4864-d3b3-4c12-a33e-5ea7a2094109" providerId="ADAL" clId="{22D5903A-4F66-432F-99F6-F40130E16CED}" dt="2020-11-19T14:27:43.021" v="9282"/>
          <ac:spMkLst>
            <pc:docMk/>
            <pc:sldMk cId="711206993" sldId="531"/>
            <ac:spMk id="7" creationId="{14E18DAA-A8C6-48A0-ACC6-96197054F095}"/>
          </ac:spMkLst>
        </pc:spChg>
        <pc:spChg chg="add del mod">
          <ac:chgData name="Jean-Louis SCOTTO-DI-QUAQUERO" userId="5b7c4864-d3b3-4c12-a33e-5ea7a2094109" providerId="ADAL" clId="{22D5903A-4F66-432F-99F6-F40130E16CED}" dt="2020-11-19T14:29:48.420" v="9526" actId="478"/>
          <ac:spMkLst>
            <pc:docMk/>
            <pc:sldMk cId="711206993" sldId="531"/>
            <ac:spMk id="9" creationId="{1329DC2C-CB2A-4DA1-9767-7A6A8BD49CDA}"/>
          </ac:spMkLst>
        </pc:spChg>
        <pc:spChg chg="add mod">
          <ac:chgData name="Jean-Louis SCOTTO-DI-QUAQUERO" userId="5b7c4864-d3b3-4c12-a33e-5ea7a2094109" providerId="ADAL" clId="{22D5903A-4F66-432F-99F6-F40130E16CED}" dt="2020-11-23T15:48:43.479" v="12041" actId="1076"/>
          <ac:spMkLst>
            <pc:docMk/>
            <pc:sldMk cId="711206993" sldId="531"/>
            <ac:spMk id="10" creationId="{25958AA7-6D93-41A6-AFC4-5247166EBD0A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1" creationId="{1E3FD352-8A90-4708-932B-4B67F224B043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5" creationId="{24E7759F-212B-44BE-9389-6DED2F9AA12A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6" creationId="{60937E06-0322-4467-ADB8-56182AF2B73D}"/>
          </ac:spMkLst>
        </pc:spChg>
        <pc:grpChg chg="add mod">
          <ac:chgData name="Jean-Louis SCOTTO-DI-QUAQUERO" userId="5b7c4864-d3b3-4c12-a33e-5ea7a2094109" providerId="ADAL" clId="{22D5903A-4F66-432F-99F6-F40130E16CED}" dt="2020-11-19T14:41:00.607" v="9839" actId="164"/>
          <ac:grpSpMkLst>
            <pc:docMk/>
            <pc:sldMk cId="711206993" sldId="531"/>
            <ac:grpSpMk id="30" creationId="{2AFDE89E-2179-4986-95D8-3A8CC79DF11A}"/>
          </ac:grpSpMkLst>
        </pc:grpChg>
        <pc:graphicFrameChg chg="mod modGraphic">
          <ac:chgData name="Jean-Louis SCOTTO-DI-QUAQUERO" userId="5b7c4864-d3b3-4c12-a33e-5ea7a2094109" providerId="ADAL" clId="{22D5903A-4F66-432F-99F6-F40130E16CED}" dt="2020-11-24T14:10:40.298" v="12502" actId="20577"/>
          <ac:graphicFrameMkLst>
            <pc:docMk/>
            <pc:sldMk cId="711206993" sldId="531"/>
            <ac:graphicFrameMk id="8" creationId="{FC94FFB4-132A-4113-B7C3-9EC848F4D38D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4:41:00.607" v="9839" actId="164"/>
          <ac:picMkLst>
            <pc:docMk/>
            <pc:sldMk cId="711206993" sldId="531"/>
            <ac:picMk id="6" creationId="{C5D4C467-1329-4410-BCDA-B51359B84FB0}"/>
          </ac:picMkLst>
        </pc:picChg>
        <pc:picChg chg="add mod modCrop">
          <ac:chgData name="Jean-Louis SCOTTO-DI-QUAQUERO" userId="5b7c4864-d3b3-4c12-a33e-5ea7a2094109" providerId="ADAL" clId="{22D5903A-4F66-432F-99F6-F40130E16CED}" dt="2020-11-23T15:49:06.896" v="12052" actId="1076"/>
          <ac:picMkLst>
            <pc:docMk/>
            <pc:sldMk cId="711206993" sldId="531"/>
            <ac:picMk id="7" creationId="{287181FE-5028-453E-B91E-82E4DCE22DC7}"/>
          </ac:picMkLst>
        </pc:picChg>
        <pc:picChg chg="add del">
          <ac:chgData name="Jean-Louis SCOTTO-DI-QUAQUERO" userId="5b7c4864-d3b3-4c12-a33e-5ea7a2094109" providerId="ADAL" clId="{22D5903A-4F66-432F-99F6-F40130E16CED}" dt="2020-11-23T15:48:14.546" v="12034"/>
          <ac:picMkLst>
            <pc:docMk/>
            <pc:sldMk cId="711206993" sldId="531"/>
            <ac:picMk id="16" creationId="{F50A0790-66E0-45BC-812C-F8F891C91317}"/>
          </ac:picMkLst>
        </pc:picChg>
        <pc:cxnChg chg="add mod">
          <ac:chgData name="Jean-Louis SCOTTO-DI-QUAQUERO" userId="5b7c4864-d3b3-4c12-a33e-5ea7a2094109" providerId="ADAL" clId="{22D5903A-4F66-432F-99F6-F40130E16CED}" dt="2020-11-23T15:48:47.525" v="12042" actId="14100"/>
          <ac:cxnSpMkLst>
            <pc:docMk/>
            <pc:sldMk cId="711206993" sldId="531"/>
            <ac:cxnSpMk id="12" creationId="{22A8A828-4ED6-4FF3-AAFF-793EFF462F69}"/>
          </ac:cxnSpMkLst>
        </pc:cxnChg>
        <pc:cxnChg chg="add mod">
          <ac:chgData name="Jean-Louis SCOTTO-DI-QUAQUERO" userId="5b7c4864-d3b3-4c12-a33e-5ea7a2094109" providerId="ADAL" clId="{22D5903A-4F66-432F-99F6-F40130E16CED}" dt="2020-11-23T15:48:50.726" v="12043" actId="14100"/>
          <ac:cxnSpMkLst>
            <pc:docMk/>
            <pc:sldMk cId="711206993" sldId="531"/>
            <ac:cxnSpMk id="15" creationId="{953EF77B-CB22-47D4-978A-E49D9973C383}"/>
          </ac:cxnSpMkLst>
        </pc:cxnChg>
        <pc:cxnChg chg="add mod">
          <ac:chgData name="Jean-Louis SCOTTO-DI-QUAQUERO" userId="5b7c4864-d3b3-4c12-a33e-5ea7a2094109" providerId="ADAL" clId="{22D5903A-4F66-432F-99F6-F40130E16CED}" dt="2020-11-23T15:48:52.933" v="12044" actId="14100"/>
          <ac:cxnSpMkLst>
            <pc:docMk/>
            <pc:sldMk cId="711206993" sldId="531"/>
            <ac:cxnSpMk id="18" creationId="{7EA33BE1-CE10-46C2-B60B-887C552D92E1}"/>
          </ac:cxnSpMkLst>
        </pc:cxnChg>
      </pc:sldChg>
      <pc:sldChg chg="addSp delSp modSp ord">
        <pc:chgData name="Jean-Louis SCOTTO-DI-QUAQUERO" userId="5b7c4864-d3b3-4c12-a33e-5ea7a2094109" providerId="ADAL" clId="{22D5903A-4F66-432F-99F6-F40130E16CED}" dt="2020-11-19T13:30:50.002" v="6975" actId="1076"/>
        <pc:sldMkLst>
          <pc:docMk/>
          <pc:sldMk cId="3620096711" sldId="532"/>
        </pc:sldMkLst>
        <pc:spChg chg="mod">
          <ac:chgData name="Jean-Louis SCOTTO-DI-QUAQUERO" userId="5b7c4864-d3b3-4c12-a33e-5ea7a2094109" providerId="ADAL" clId="{22D5903A-4F66-432F-99F6-F40130E16CED}" dt="2020-11-19T13:28:12.489" v="6943" actId="20577"/>
          <ac:spMkLst>
            <pc:docMk/>
            <pc:sldMk cId="3620096711" sldId="532"/>
            <ac:spMk id="4" creationId="{20F0605E-8CBF-40DC-9012-B6388DCB3AC4}"/>
          </ac:spMkLst>
        </pc:spChg>
        <pc:spChg chg="del">
          <ac:chgData name="Jean-Louis SCOTTO-DI-QUAQUERO" userId="5b7c4864-d3b3-4c12-a33e-5ea7a2094109" providerId="ADAL" clId="{22D5903A-4F66-432F-99F6-F40130E16CED}" dt="2020-11-19T13:26:43.645" v="6828" actId="478"/>
          <ac:spMkLst>
            <pc:docMk/>
            <pc:sldMk cId="3620096711" sldId="532"/>
            <ac:spMk id="5" creationId="{8D881F2F-F7AE-4DE0-825B-C6246F4EAD3F}"/>
          </ac:spMkLst>
        </pc:spChg>
        <pc:spChg chg="mod">
          <ac:chgData name="Jean-Louis SCOTTO-DI-QUAQUERO" userId="5b7c4864-d3b3-4c12-a33e-5ea7a2094109" providerId="ADAL" clId="{22D5903A-4F66-432F-99F6-F40130E16CED}" dt="2020-11-19T13:30:34.071" v="6971" actId="164"/>
          <ac:spMkLst>
            <pc:docMk/>
            <pc:sldMk cId="3620096711" sldId="532"/>
            <ac:spMk id="7" creationId="{8D1CDFCD-C8B3-4F07-9C96-64245397BCFB}"/>
          </ac:spMkLst>
        </pc:spChg>
        <pc:grpChg chg="add mod">
          <ac:chgData name="Jean-Louis SCOTTO-DI-QUAQUERO" userId="5b7c4864-d3b3-4c12-a33e-5ea7a2094109" providerId="ADAL" clId="{22D5903A-4F66-432F-99F6-F40130E16CED}" dt="2020-11-19T13:30:50.002" v="6975" actId="1076"/>
          <ac:grpSpMkLst>
            <pc:docMk/>
            <pc:sldMk cId="3620096711" sldId="532"/>
            <ac:grpSpMk id="8" creationId="{FDDAE885-BEFE-4BAF-956D-14213F03350D}"/>
          </ac:grpSpMkLst>
        </pc:grpChg>
        <pc:picChg chg="mod ord modCrop">
          <ac:chgData name="Jean-Louis SCOTTO-DI-QUAQUERO" userId="5b7c4864-d3b3-4c12-a33e-5ea7a2094109" providerId="ADAL" clId="{22D5903A-4F66-432F-99F6-F40130E16CED}" dt="2020-11-19T13:30:34.071" v="6971" actId="164"/>
          <ac:picMkLst>
            <pc:docMk/>
            <pc:sldMk cId="3620096711" sldId="532"/>
            <ac:picMk id="6" creationId="{9351FFEB-7097-455D-BC5C-37995F3AB9C7}"/>
          </ac:picMkLst>
        </pc:picChg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305328957" sldId="535"/>
        </pc:sldMkLst>
      </pc:sldChg>
      <pc:sldChg chg="del">
        <pc:chgData name="Jean-Louis SCOTTO-DI-QUAQUERO" userId="5b7c4864-d3b3-4c12-a33e-5ea7a2094109" providerId="ADAL" clId="{22D5903A-4F66-432F-99F6-F40130E16CED}" dt="2020-11-19T17:12:12.084" v="11086" actId="2696"/>
        <pc:sldMkLst>
          <pc:docMk/>
          <pc:sldMk cId="3754566306" sldId="53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55178631" sldId="536"/>
        </pc:sldMkLst>
      </pc:sldChg>
      <pc:sldChg chg="del">
        <pc:chgData name="Jean-Louis SCOTTO-DI-QUAQUERO" userId="5b7c4864-d3b3-4c12-a33e-5ea7a2094109" providerId="ADAL" clId="{22D5903A-4F66-432F-99F6-F40130E16CED}" dt="2020-11-19T17:12:12.120" v="11091" actId="2696"/>
        <pc:sldMkLst>
          <pc:docMk/>
          <pc:sldMk cId="3685045896" sldId="536"/>
        </pc:sldMkLst>
      </pc:sldChg>
      <pc:sldChg chg="del">
        <pc:chgData name="Jean-Louis SCOTTO-DI-QUAQUERO" userId="5b7c4864-d3b3-4c12-a33e-5ea7a2094109" providerId="ADAL" clId="{22D5903A-4F66-432F-99F6-F40130E16CED}" dt="2020-11-19T17:12:12.068" v="11085" actId="2696"/>
        <pc:sldMkLst>
          <pc:docMk/>
          <pc:sldMk cId="342001223" sldId="53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598721817" sldId="537"/>
        </pc:sldMkLst>
      </pc:sldChg>
      <pc:sldChg chg="addSp delSp modSp">
        <pc:chgData name="Jean-Louis SCOTTO-DI-QUAQUERO" userId="5b7c4864-d3b3-4c12-a33e-5ea7a2094109" providerId="ADAL" clId="{22D5903A-4F66-432F-99F6-F40130E16CED}" dt="2020-11-19T13:27:24.556" v="6839" actId="1076"/>
        <pc:sldMkLst>
          <pc:docMk/>
          <pc:sldMk cId="24699137" sldId="538"/>
        </pc:sldMkLst>
        <pc:spChg chg="mod">
          <ac:chgData name="Jean-Louis SCOTTO-DI-QUAQUERO" userId="5b7c4864-d3b3-4c12-a33e-5ea7a2094109" providerId="ADAL" clId="{22D5903A-4F66-432F-99F6-F40130E16CED}" dt="2020-11-19T13:23:58.022" v="6630" actId="20577"/>
          <ac:spMkLst>
            <pc:docMk/>
            <pc:sldMk cId="24699137" sldId="538"/>
            <ac:spMk id="4" creationId="{8A699083-4399-47C6-BBDD-3EB578003E27}"/>
          </ac:spMkLst>
        </pc:spChg>
        <pc:spChg chg="del">
          <ac:chgData name="Jean-Louis SCOTTO-DI-QUAQUERO" userId="5b7c4864-d3b3-4c12-a33e-5ea7a2094109" providerId="ADAL" clId="{22D5903A-4F66-432F-99F6-F40130E16CED}" dt="2020-11-19T13:15:29.259" v="6332" actId="478"/>
          <ac:spMkLst>
            <pc:docMk/>
            <pc:sldMk cId="24699137" sldId="538"/>
            <ac:spMk id="5" creationId="{B26C22EC-5941-42AD-B820-91556149C7F7}"/>
          </ac:spMkLst>
        </pc:spChg>
        <pc:spChg chg="add del mod">
          <ac:chgData name="Jean-Louis SCOTTO-DI-QUAQUERO" userId="5b7c4864-d3b3-4c12-a33e-5ea7a2094109" providerId="ADAL" clId="{22D5903A-4F66-432F-99F6-F40130E16CED}" dt="2020-11-19T13:19:15.896" v="6405"/>
          <ac:spMkLst>
            <pc:docMk/>
            <pc:sldMk cId="24699137" sldId="538"/>
            <ac:spMk id="9" creationId="{278FEF0C-3281-47CB-9720-CA9BB929D122}"/>
          </ac:spMkLst>
        </pc:spChg>
        <pc:spChg chg="add mod">
          <ac:chgData name="Jean-Louis SCOTTO-DI-QUAQUERO" userId="5b7c4864-d3b3-4c12-a33e-5ea7a2094109" providerId="ADAL" clId="{22D5903A-4F66-432F-99F6-F40130E16CED}" dt="2020-11-19T13:25:25.916" v="6825" actId="20577"/>
          <ac:spMkLst>
            <pc:docMk/>
            <pc:sldMk cId="24699137" sldId="538"/>
            <ac:spMk id="10" creationId="{08DC540C-96C9-4124-B780-52D6E106F8E4}"/>
          </ac:spMkLst>
        </pc:spChg>
        <pc:graphicFrameChg chg="del mod">
          <ac:chgData name="Jean-Louis SCOTTO-DI-QUAQUERO" userId="5b7c4864-d3b3-4c12-a33e-5ea7a2094109" providerId="ADAL" clId="{22D5903A-4F66-432F-99F6-F40130E16CED}" dt="2020-11-19T13:27:20.729" v="6837" actId="478"/>
          <ac:graphicFrameMkLst>
            <pc:docMk/>
            <pc:sldMk cId="24699137" sldId="538"/>
            <ac:graphicFrameMk id="7" creationId="{D12429CD-3A52-4977-8F0D-766A1D78B85F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3:27:24.556" v="6839" actId="1076"/>
          <ac:picMkLst>
            <pc:docMk/>
            <pc:sldMk cId="24699137" sldId="538"/>
            <ac:picMk id="6" creationId="{465E1065-A1F3-40F4-A13A-79B49413AD6A}"/>
          </ac:picMkLst>
        </pc:picChg>
        <pc:picChg chg="add mod">
          <ac:chgData name="Jean-Louis SCOTTO-DI-QUAQUERO" userId="5b7c4864-d3b3-4c12-a33e-5ea7a2094109" providerId="ADAL" clId="{22D5903A-4F66-432F-99F6-F40130E16CED}" dt="2020-11-19T13:18:12.424" v="6401" actId="1076"/>
          <ac:picMkLst>
            <pc:docMk/>
            <pc:sldMk cId="24699137" sldId="538"/>
            <ac:picMk id="8" creationId="{9E084773-0CB4-4E36-B3D6-373368108691}"/>
          </ac:picMkLst>
        </pc:picChg>
      </pc:sldChg>
      <pc:sldChg chg="modSp">
        <pc:chgData name="Jean-Louis SCOTTO-DI-QUAQUERO" userId="5b7c4864-d3b3-4c12-a33e-5ea7a2094109" providerId="ADAL" clId="{22D5903A-4F66-432F-99F6-F40130E16CED}" dt="2020-11-19T16:45:43.904" v="10885" actId="20577"/>
        <pc:sldMkLst>
          <pc:docMk/>
          <pc:sldMk cId="379059108" sldId="539"/>
        </pc:sldMkLst>
        <pc:spChg chg="mod">
          <ac:chgData name="Jean-Louis SCOTTO-DI-QUAQUERO" userId="5b7c4864-d3b3-4c12-a33e-5ea7a2094109" providerId="ADAL" clId="{22D5903A-4F66-432F-99F6-F40130E16CED}" dt="2020-11-19T16:45:43.904" v="10885" actId="20577"/>
          <ac:spMkLst>
            <pc:docMk/>
            <pc:sldMk cId="379059108" sldId="539"/>
            <ac:spMk id="2" creationId="{E2694B2C-41AA-4AA4-A949-23F1337EECA5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44:22.839" v="10837" actId="1038"/>
        <pc:sldMkLst>
          <pc:docMk/>
          <pc:sldMk cId="430276311" sldId="540"/>
        </pc:sldMkLst>
        <pc:spChg chg="mod">
          <ac:chgData name="Jean-Louis SCOTTO-DI-QUAQUERO" userId="5b7c4864-d3b3-4c12-a33e-5ea7a2094109" providerId="ADAL" clId="{22D5903A-4F66-432F-99F6-F40130E16CED}" dt="2020-11-19T16:42:59.396" v="10830" actId="20577"/>
          <ac:spMkLst>
            <pc:docMk/>
            <pc:sldMk cId="430276311" sldId="540"/>
            <ac:spMk id="2" creationId="{BBCB4825-40F9-48C0-8EF3-C48691C58245}"/>
          </ac:spMkLst>
        </pc:spChg>
        <pc:spChg chg="add mod">
          <ac:chgData name="Jean-Louis SCOTTO-DI-QUAQUERO" userId="5b7c4864-d3b3-4c12-a33e-5ea7a2094109" providerId="ADAL" clId="{22D5903A-4F66-432F-99F6-F40130E16CED}" dt="2020-11-19T16:42:27.792" v="10812" actId="164"/>
          <ac:spMkLst>
            <pc:docMk/>
            <pc:sldMk cId="430276311" sldId="540"/>
            <ac:spMk id="4" creationId="{13A0BDF5-6545-4045-8534-79C8B663660B}"/>
          </ac:spMkLst>
        </pc:spChg>
        <pc:grpChg chg="add mod">
          <ac:chgData name="Jean-Louis SCOTTO-DI-QUAQUERO" userId="5b7c4864-d3b3-4c12-a33e-5ea7a2094109" providerId="ADAL" clId="{22D5903A-4F66-432F-99F6-F40130E16CED}" dt="2020-11-19T16:44:22.839" v="10837" actId="1038"/>
          <ac:grpSpMkLst>
            <pc:docMk/>
            <pc:sldMk cId="430276311" sldId="540"/>
            <ac:grpSpMk id="5" creationId="{471F9CCB-FFE7-4B35-81DE-419FCB8A90A0}"/>
          </ac:grpSpMkLst>
        </pc:grpChg>
        <pc:picChg chg="add mod modCrop">
          <ac:chgData name="Jean-Louis SCOTTO-DI-QUAQUERO" userId="5b7c4864-d3b3-4c12-a33e-5ea7a2094109" providerId="ADAL" clId="{22D5903A-4F66-432F-99F6-F40130E16CED}" dt="2020-11-19T16:42:27.792" v="10812" actId="164"/>
          <ac:picMkLst>
            <pc:docMk/>
            <pc:sldMk cId="430276311" sldId="540"/>
            <ac:picMk id="3" creationId="{15EA5A35-16FA-421A-BDBB-AC4BB22EEA94}"/>
          </ac:picMkLst>
        </pc:picChg>
      </pc:sldChg>
      <pc:sldChg chg="delSp modSp">
        <pc:chgData name="Jean-Louis SCOTTO-DI-QUAQUERO" userId="5b7c4864-d3b3-4c12-a33e-5ea7a2094109" providerId="ADAL" clId="{22D5903A-4F66-432F-99F6-F40130E16CED}" dt="2020-11-19T16:37:40.553" v="10708" actId="20577"/>
        <pc:sldMkLst>
          <pc:docMk/>
          <pc:sldMk cId="2133550673" sldId="541"/>
        </pc:sldMkLst>
        <pc:spChg chg="mod">
          <ac:chgData name="Jean-Louis SCOTTO-DI-QUAQUERO" userId="5b7c4864-d3b3-4c12-a33e-5ea7a2094109" providerId="ADAL" clId="{22D5903A-4F66-432F-99F6-F40130E16CED}" dt="2020-11-19T16:37:40.553" v="10708" actId="20577"/>
          <ac:spMkLst>
            <pc:docMk/>
            <pc:sldMk cId="2133550673" sldId="541"/>
            <ac:spMk id="4" creationId="{CD8A8840-8728-4AEE-A5CB-95335870F2BB}"/>
          </ac:spMkLst>
        </pc:spChg>
        <pc:spChg chg="del">
          <ac:chgData name="Jean-Louis SCOTTO-DI-QUAQUERO" userId="5b7c4864-d3b3-4c12-a33e-5ea7a2094109" providerId="ADAL" clId="{22D5903A-4F66-432F-99F6-F40130E16CED}" dt="2020-11-19T16:14:23.769" v="10357" actId="478"/>
          <ac:spMkLst>
            <pc:docMk/>
            <pc:sldMk cId="2133550673" sldId="541"/>
            <ac:spMk id="5" creationId="{67D50FEA-2F0F-4FC1-AC3F-554098FCEC19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7:52.447" v="10729" actId="478"/>
        <pc:sldMkLst>
          <pc:docMk/>
          <pc:sldMk cId="3367409716" sldId="542"/>
        </pc:sldMkLst>
        <pc:spChg chg="mod">
          <ac:chgData name="Jean-Louis SCOTTO-DI-QUAQUERO" userId="5b7c4864-d3b3-4c12-a33e-5ea7a2094109" providerId="ADAL" clId="{22D5903A-4F66-432F-99F6-F40130E16CED}" dt="2020-11-19T16:37:49.476" v="10728" actId="20577"/>
          <ac:spMkLst>
            <pc:docMk/>
            <pc:sldMk cId="3367409716" sldId="542"/>
            <ac:spMk id="4" creationId="{699009E1-8620-4ECC-B3EC-1104CA261B66}"/>
          </ac:spMkLst>
        </pc:spChg>
        <pc:spChg chg="del">
          <ac:chgData name="Jean-Louis SCOTTO-DI-QUAQUERO" userId="5b7c4864-d3b3-4c12-a33e-5ea7a2094109" providerId="ADAL" clId="{22D5903A-4F66-432F-99F6-F40130E16CED}" dt="2020-11-19T16:37:52.447" v="10729" actId="478"/>
          <ac:spMkLst>
            <pc:docMk/>
            <pc:sldMk cId="3367409716" sldId="542"/>
            <ac:spMk id="5" creationId="{6A045A65-4577-4879-8222-AE157D534F43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8:45.761" v="10788" actId="20577"/>
        <pc:sldMkLst>
          <pc:docMk/>
          <pc:sldMk cId="2795461813" sldId="543"/>
        </pc:sldMkLst>
        <pc:spChg chg="mod">
          <ac:chgData name="Jean-Louis SCOTTO-DI-QUAQUERO" userId="5b7c4864-d3b3-4c12-a33e-5ea7a2094109" providerId="ADAL" clId="{22D5903A-4F66-432F-99F6-F40130E16CED}" dt="2020-11-19T16:38:45.761" v="10788" actId="20577"/>
          <ac:spMkLst>
            <pc:docMk/>
            <pc:sldMk cId="2795461813" sldId="543"/>
            <ac:spMk id="4" creationId="{08132F02-466B-42FC-A872-C3CDA941A2AC}"/>
          </ac:spMkLst>
        </pc:spChg>
        <pc:spChg chg="del">
          <ac:chgData name="Jean-Louis SCOTTO-DI-QUAQUERO" userId="5b7c4864-d3b3-4c12-a33e-5ea7a2094109" providerId="ADAL" clId="{22D5903A-4F66-432F-99F6-F40130E16CED}" dt="2020-11-19T16:38:11.788" v="10730" actId="478"/>
          <ac:spMkLst>
            <pc:docMk/>
            <pc:sldMk cId="2795461813" sldId="543"/>
            <ac:spMk id="5" creationId="{01937F80-2560-4151-AE0A-B2C7769217A5}"/>
          </ac:spMkLst>
        </pc:spChg>
        <pc:picChg chg="mod">
          <ac:chgData name="Jean-Louis SCOTTO-DI-QUAQUERO" userId="5b7c4864-d3b3-4c12-a33e-5ea7a2094109" providerId="ADAL" clId="{22D5903A-4F66-432F-99F6-F40130E16CED}" dt="2020-11-19T16:38:20.254" v="10732" actId="1036"/>
          <ac:picMkLst>
            <pc:docMk/>
            <pc:sldMk cId="2795461813" sldId="543"/>
            <ac:picMk id="6" creationId="{34273624-BD39-445C-873D-E74F0242DB12}"/>
          </ac:picMkLst>
        </pc:picChg>
      </pc:sldChg>
      <pc:sldChg chg="delSp">
        <pc:chgData name="Jean-Louis SCOTTO-DI-QUAQUERO" userId="5b7c4864-d3b3-4c12-a33e-5ea7a2094109" providerId="ADAL" clId="{22D5903A-4F66-432F-99F6-F40130E16CED}" dt="2020-11-19T16:38:58.116" v="10789" actId="478"/>
        <pc:sldMkLst>
          <pc:docMk/>
          <pc:sldMk cId="1053168714" sldId="544"/>
        </pc:sldMkLst>
        <pc:spChg chg="del">
          <ac:chgData name="Jean-Louis SCOTTO-DI-QUAQUERO" userId="5b7c4864-d3b3-4c12-a33e-5ea7a2094109" providerId="ADAL" clId="{22D5903A-4F66-432F-99F6-F40130E16CED}" dt="2020-11-19T16:38:58.116" v="10789" actId="478"/>
          <ac:spMkLst>
            <pc:docMk/>
            <pc:sldMk cId="1053168714" sldId="544"/>
            <ac:spMk id="5" creationId="{EE6BED09-36BE-4DA1-8114-2242E950881E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9:34.802" v="10801" actId="20577"/>
        <pc:sldMkLst>
          <pc:docMk/>
          <pc:sldMk cId="2540995011" sldId="545"/>
        </pc:sldMkLst>
        <pc:spChg chg="mod">
          <ac:chgData name="Jean-Louis SCOTTO-DI-QUAQUERO" userId="5b7c4864-d3b3-4c12-a33e-5ea7a2094109" providerId="ADAL" clId="{22D5903A-4F66-432F-99F6-F40130E16CED}" dt="2020-11-19T16:39:34.802" v="10801" actId="20577"/>
          <ac:spMkLst>
            <pc:docMk/>
            <pc:sldMk cId="2540995011" sldId="545"/>
            <ac:spMk id="4" creationId="{1DFA0FEB-FBF8-4C2D-9592-AE6D36923C3D}"/>
          </ac:spMkLst>
        </pc:spChg>
        <pc:spChg chg="del">
          <ac:chgData name="Jean-Louis SCOTTO-DI-QUAQUERO" userId="5b7c4864-d3b3-4c12-a33e-5ea7a2094109" providerId="ADAL" clId="{22D5903A-4F66-432F-99F6-F40130E16CED}" dt="2020-11-19T16:36:13.351" v="10688" actId="478"/>
          <ac:spMkLst>
            <pc:docMk/>
            <pc:sldMk cId="2540995011" sldId="545"/>
            <ac:spMk id="5" creationId="{4A9AC003-4C93-4586-A4AE-D5B46E8DA558}"/>
          </ac:spMkLst>
        </pc:spChg>
        <pc:picChg chg="mod">
          <ac:chgData name="Jean-Louis SCOTTO-DI-QUAQUERO" userId="5b7c4864-d3b3-4c12-a33e-5ea7a2094109" providerId="ADAL" clId="{22D5903A-4F66-432F-99F6-F40130E16CED}" dt="2020-11-19T16:39:25.107" v="10793" actId="1035"/>
          <ac:picMkLst>
            <pc:docMk/>
            <pc:sldMk cId="2540995011" sldId="545"/>
            <ac:picMk id="6" creationId="{11EB0EFE-5466-4EBF-BB11-58C7AA24E1E6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24T14:10:47.859" v="12504" actId="20577"/>
        <pc:sldMkLst>
          <pc:docMk/>
          <pc:sldMk cId="3206520895" sldId="546"/>
        </pc:sldMkLst>
        <pc:spChg chg="mod">
          <ac:chgData name="Jean-Louis SCOTTO-DI-QUAQUERO" userId="5b7c4864-d3b3-4c12-a33e-5ea7a2094109" providerId="ADAL" clId="{22D5903A-4F66-432F-99F6-F40130E16CED}" dt="2020-11-19T14:47:33.812" v="10347" actId="14100"/>
          <ac:spMkLst>
            <pc:docMk/>
            <pc:sldMk cId="3206520895" sldId="546"/>
            <ac:spMk id="4" creationId="{3A676B17-2D70-4004-9C6A-49DA90ADE3E7}"/>
          </ac:spMkLst>
        </pc:spChg>
        <pc:spChg chg="add del mod">
          <ac:chgData name="Jean-Louis SCOTTO-DI-QUAQUERO" userId="5b7c4864-d3b3-4c12-a33e-5ea7a2094109" providerId="ADAL" clId="{22D5903A-4F66-432F-99F6-F40130E16CED}" dt="2020-11-19T14:44:34.289" v="10078" actId="478"/>
          <ac:spMkLst>
            <pc:docMk/>
            <pc:sldMk cId="3206520895" sldId="546"/>
            <ac:spMk id="6" creationId="{CE8AAF29-47EF-44BA-9CD1-36387405ABC6}"/>
          </ac:spMkLst>
        </pc:spChg>
        <pc:spChg chg="add del mod">
          <ac:chgData name="Jean-Louis SCOTTO-DI-QUAQUERO" userId="5b7c4864-d3b3-4c12-a33e-5ea7a2094109" providerId="ADAL" clId="{22D5903A-4F66-432F-99F6-F40130E16CED}" dt="2020-11-19T16:15:15.971" v="10411" actId="20577"/>
          <ac:spMkLst>
            <pc:docMk/>
            <pc:sldMk cId="3206520895" sldId="546"/>
            <ac:spMk id="7" creationId="{14E18DAA-A8C6-48A0-ACC6-96197054F095}"/>
          </ac:spMkLst>
        </pc:spChg>
        <pc:graphicFrameChg chg="del">
          <ac:chgData name="Jean-Louis SCOTTO-DI-QUAQUERO" userId="5b7c4864-d3b3-4c12-a33e-5ea7a2094109" providerId="ADAL" clId="{22D5903A-4F66-432F-99F6-F40130E16CED}" dt="2020-11-19T14:42:24.864" v="9855" actId="478"/>
          <ac:graphicFrameMkLst>
            <pc:docMk/>
            <pc:sldMk cId="3206520895" sldId="546"/>
            <ac:graphicFrameMk id="8" creationId="{FC94FFB4-132A-4113-B7C3-9EC848F4D38D}"/>
          </ac:graphicFrameMkLst>
        </pc:graphicFrameChg>
        <pc:graphicFrameChg chg="add mod modGraphic">
          <ac:chgData name="Jean-Louis SCOTTO-DI-QUAQUERO" userId="5b7c4864-d3b3-4c12-a33e-5ea7a2094109" providerId="ADAL" clId="{22D5903A-4F66-432F-99F6-F40130E16CED}" dt="2020-11-24T14:10:47.859" v="12504" actId="20577"/>
          <ac:graphicFrameMkLst>
            <pc:docMk/>
            <pc:sldMk cId="3206520895" sldId="546"/>
            <ac:graphicFrameMk id="9" creationId="{66992DDD-6A81-49B8-8533-39766517C9D1}"/>
          </ac:graphicFrameMkLst>
        </pc:graphicFrameChg>
        <pc:graphicFrameChg chg="add del mod">
          <ac:chgData name="Jean-Louis SCOTTO-DI-QUAQUERO" userId="5b7c4864-d3b3-4c12-a33e-5ea7a2094109" providerId="ADAL" clId="{22D5903A-4F66-432F-99F6-F40130E16CED}" dt="2020-11-19T14:46:38.840" v="10343" actId="478"/>
          <ac:graphicFrameMkLst>
            <pc:docMk/>
            <pc:sldMk cId="3206520895" sldId="546"/>
            <ac:graphicFrameMk id="10" creationId="{107B59F2-6BA5-44C1-A604-B94100CBABA9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4:46:47.353" v="10345" actId="14100"/>
          <ac:picMkLst>
            <pc:docMk/>
            <pc:sldMk cId="3206520895" sldId="546"/>
            <ac:picMk id="5" creationId="{83F124D2-5FCC-4D39-8C37-C9240017943C}"/>
          </ac:picMkLst>
        </pc:picChg>
      </pc:sldChg>
      <pc:sldChg chg="addSp modSp ord">
        <pc:chgData name="Jean-Louis SCOTTO-DI-QUAQUERO" userId="5b7c4864-d3b3-4c12-a33e-5ea7a2094109" providerId="ADAL" clId="{22D5903A-4F66-432F-99F6-F40130E16CED}" dt="2020-11-23T16:15:35.517" v="12496" actId="1076"/>
        <pc:sldMkLst>
          <pc:docMk/>
          <pc:sldMk cId="3754535242" sldId="547"/>
        </pc:sldMkLst>
        <pc:spChg chg="mod">
          <ac:chgData name="Jean-Louis SCOTTO-DI-QUAQUERO" userId="5b7c4864-d3b3-4c12-a33e-5ea7a2094109" providerId="ADAL" clId="{22D5903A-4F66-432F-99F6-F40130E16CED}" dt="2020-11-19T17:18:53.664" v="11161" actId="20577"/>
          <ac:spMkLst>
            <pc:docMk/>
            <pc:sldMk cId="3754535242" sldId="547"/>
            <ac:spMk id="4" creationId="{6B7EB922-B7C6-4B10-8F26-EA9D9E7CBCE6}"/>
          </ac:spMkLst>
        </pc:spChg>
        <pc:picChg chg="add mod">
          <ac:chgData name="Jean-Louis SCOTTO-DI-QUAQUERO" userId="5b7c4864-d3b3-4c12-a33e-5ea7a2094109" providerId="ADAL" clId="{22D5903A-4F66-432F-99F6-F40130E16CED}" dt="2020-11-23T16:15:35.517" v="12496" actId="1076"/>
          <ac:picMkLst>
            <pc:docMk/>
            <pc:sldMk cId="3754535242" sldId="547"/>
            <ac:picMk id="7" creationId="{0B067FE6-D7BD-4D2A-8AA7-4666F35AF49D}"/>
          </ac:picMkLst>
        </pc:picChg>
        <pc:picChg chg="mod">
          <ac:chgData name="Jean-Louis SCOTTO-DI-QUAQUERO" userId="5b7c4864-d3b3-4c12-a33e-5ea7a2094109" providerId="ADAL" clId="{22D5903A-4F66-432F-99F6-F40130E16CED}" dt="2020-11-23T16:15:33.068" v="12495" actId="1076"/>
          <ac:picMkLst>
            <pc:docMk/>
            <pc:sldMk cId="3754535242" sldId="547"/>
            <ac:picMk id="1026" creationId="{6F227D13-A1E4-4C20-A201-17ADCB79DC72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6:45:22.409" v="10839" actId="2696"/>
        <pc:sldMkLst>
          <pc:docMk/>
          <pc:sldMk cId="4056358895" sldId="548"/>
        </pc:sldMkLst>
      </pc:sldChg>
      <pc:sldChg chg="del">
        <pc:chgData name="Jean-Louis SCOTTO-DI-QUAQUERO" userId="5b7c4864-d3b3-4c12-a33e-5ea7a2094109" providerId="ADAL" clId="{22D5903A-4F66-432F-99F6-F40130E16CED}" dt="2020-11-19T16:45:22.427" v="10840" actId="2696"/>
        <pc:sldMkLst>
          <pc:docMk/>
          <pc:sldMk cId="2099552126" sldId="549"/>
        </pc:sldMkLst>
      </pc:sldChg>
      <pc:sldChg chg="del">
        <pc:chgData name="Jean-Louis SCOTTO-DI-QUAQUERO" userId="5b7c4864-d3b3-4c12-a33e-5ea7a2094109" providerId="ADAL" clId="{22D5903A-4F66-432F-99F6-F40130E16CED}" dt="2020-11-19T16:45:22.451" v="10841" actId="2696"/>
        <pc:sldMkLst>
          <pc:docMk/>
          <pc:sldMk cId="1066515927" sldId="550"/>
        </pc:sldMkLst>
      </pc:sldChg>
      <pc:sldChg chg="delSp del">
        <pc:chgData name="Jean-Louis SCOTTO-DI-QUAQUERO" userId="5b7c4864-d3b3-4c12-a33e-5ea7a2094109" providerId="ADAL" clId="{22D5903A-4F66-432F-99F6-F40130E16CED}" dt="2020-11-19T16:45:22.472" v="10842" actId="2696"/>
        <pc:sldMkLst>
          <pc:docMk/>
          <pc:sldMk cId="139929402" sldId="551"/>
        </pc:sldMkLst>
        <pc:spChg chg="del">
          <ac:chgData name="Jean-Louis SCOTTO-DI-QUAQUERO" userId="5b7c4864-d3b3-4c12-a33e-5ea7a2094109" providerId="ADAL" clId="{22D5903A-4F66-432F-99F6-F40130E16CED}" dt="2020-11-19T16:44:44.154" v="10838" actId="478"/>
          <ac:spMkLst>
            <pc:docMk/>
            <pc:sldMk cId="139929402" sldId="551"/>
            <ac:spMk id="5" creationId="{447A898A-7117-4281-BF33-48F01C78DBC4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45:22.505" v="10843" actId="2696"/>
        <pc:sldMkLst>
          <pc:docMk/>
          <pc:sldMk cId="1583050718" sldId="552"/>
        </pc:sldMkLst>
      </pc:sldChg>
      <pc:sldChg chg="addSp delSp modSp add del">
        <pc:chgData name="Jean-Louis SCOTTO-DI-QUAQUERO" userId="5b7c4864-d3b3-4c12-a33e-5ea7a2094109" providerId="ADAL" clId="{22D5903A-4F66-432F-99F6-F40130E16CED}" dt="2020-11-19T10:52:57.267" v="4653" actId="2696"/>
        <pc:sldMkLst>
          <pc:docMk/>
          <pc:sldMk cId="3538396963" sldId="553"/>
        </pc:sldMkLst>
        <pc:spChg chg="mod">
          <ac:chgData name="Jean-Louis SCOTTO-DI-QUAQUERO" userId="5b7c4864-d3b3-4c12-a33e-5ea7a2094109" providerId="ADAL" clId="{22D5903A-4F66-432F-99F6-F40130E16CED}" dt="2020-11-19T09:12:26.721" v="2505" actId="20577"/>
          <ac:spMkLst>
            <pc:docMk/>
            <pc:sldMk cId="3538396963" sldId="553"/>
            <ac:spMk id="4" creationId="{BBF85A88-70BE-4871-9290-7D64BD6E5772}"/>
          </ac:spMkLst>
        </pc:spChg>
        <pc:spChg chg="del mod">
          <ac:chgData name="Jean-Louis SCOTTO-DI-QUAQUERO" userId="5b7c4864-d3b3-4c12-a33e-5ea7a2094109" providerId="ADAL" clId="{22D5903A-4F66-432F-99F6-F40130E16CED}" dt="2020-11-19T09:13:40.770" v="2510" actId="478"/>
          <ac:spMkLst>
            <pc:docMk/>
            <pc:sldMk cId="3538396963" sldId="553"/>
            <ac:spMk id="5" creationId="{4E590535-BA2A-4F77-BFD8-4D207F90965D}"/>
          </ac:spMkLst>
        </pc:spChg>
        <pc:spChg chg="add mod ord">
          <ac:chgData name="Jean-Louis SCOTTO-DI-QUAQUERO" userId="5b7c4864-d3b3-4c12-a33e-5ea7a2094109" providerId="ADAL" clId="{22D5903A-4F66-432F-99F6-F40130E16CED}" dt="2020-11-19T09:53:11.828" v="3572" actId="167"/>
          <ac:spMkLst>
            <pc:docMk/>
            <pc:sldMk cId="3538396963" sldId="553"/>
            <ac:spMk id="8" creationId="{0969D079-ECF4-4361-BA7E-F2761156DBCF}"/>
          </ac:spMkLst>
        </pc:spChg>
        <pc:graphicFrameChg chg="mod">
          <ac:chgData name="Jean-Louis SCOTTO-DI-QUAQUERO" userId="5b7c4864-d3b3-4c12-a33e-5ea7a2094109" providerId="ADAL" clId="{22D5903A-4F66-432F-99F6-F40130E16CED}" dt="2020-11-19T09:13:11.410" v="2508" actId="1076"/>
          <ac:graphicFrameMkLst>
            <pc:docMk/>
            <pc:sldMk cId="3538396963" sldId="553"/>
            <ac:graphicFrameMk id="6" creationId="{E83DD879-20AC-4F32-96BE-1837AB135C32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09:53:21.272" v="3574" actId="1076"/>
          <ac:picMkLst>
            <pc:docMk/>
            <pc:sldMk cId="3538396963" sldId="553"/>
            <ac:picMk id="9" creationId="{DDF1C0CF-9812-4553-8315-44EF2A52077E}"/>
          </ac:picMkLst>
        </pc:picChg>
        <pc:picChg chg="mod">
          <ac:chgData name="Jean-Louis SCOTTO-DI-QUAQUERO" userId="5b7c4864-d3b3-4c12-a33e-5ea7a2094109" providerId="ADAL" clId="{22D5903A-4F66-432F-99F6-F40130E16CED}" dt="2020-11-19T09:53:17.644" v="3573" actId="1076"/>
          <ac:picMkLst>
            <pc:docMk/>
            <pc:sldMk cId="3538396963" sldId="553"/>
            <ac:picMk id="3074" creationId="{61C42F19-ED8E-4023-AE76-714787EC45C4}"/>
          </ac:picMkLst>
        </pc:picChg>
      </pc:sldChg>
      <pc:sldChg chg="modSp del ord">
        <pc:chgData name="Jean-Louis SCOTTO-DI-QUAQUERO" userId="5b7c4864-d3b3-4c12-a33e-5ea7a2094109" providerId="ADAL" clId="{22D5903A-4F66-432F-99F6-F40130E16CED}" dt="2020-11-19T16:44:14.588" v="10831" actId="2696"/>
        <pc:sldMkLst>
          <pc:docMk/>
          <pc:sldMk cId="2452197265" sldId="554"/>
        </pc:sldMkLst>
        <pc:spChg chg="mod">
          <ac:chgData name="Jean-Louis SCOTTO-DI-QUAQUERO" userId="5b7c4864-d3b3-4c12-a33e-5ea7a2094109" providerId="ADAL" clId="{22D5903A-4F66-432F-99F6-F40130E16CED}" dt="2020-11-19T16:37:10.735" v="10690" actId="20577"/>
          <ac:spMkLst>
            <pc:docMk/>
            <pc:sldMk cId="2452197265" sldId="554"/>
            <ac:spMk id="4" creationId="{9CE41C8E-DC91-4BA1-AD8C-712F21C8E6F8}"/>
          </ac:spMkLst>
        </pc:spChg>
        <pc:picChg chg="mod">
          <ac:chgData name="Jean-Louis SCOTTO-DI-QUAQUERO" userId="5b7c4864-d3b3-4c12-a33e-5ea7a2094109" providerId="ADAL" clId="{22D5903A-4F66-432F-99F6-F40130E16CED}" dt="2020-11-19T16:41:22.606" v="10803" actId="14100"/>
          <ac:picMkLst>
            <pc:docMk/>
            <pc:sldMk cId="2452197265" sldId="554"/>
            <ac:picMk id="6" creationId="{34ACE0D8-7BD7-445A-8057-9DEB02064AE6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7:12:12.094" v="11087" actId="2696"/>
        <pc:sldMkLst>
          <pc:docMk/>
          <pc:sldMk cId="1495697325" sldId="55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673922148" sldId="555"/>
        </pc:sldMkLst>
      </pc:sldChg>
      <pc:sldChg chg="del">
        <pc:chgData name="Jean-Louis SCOTTO-DI-QUAQUERO" userId="5b7c4864-d3b3-4c12-a33e-5ea7a2094109" providerId="ADAL" clId="{22D5903A-4F66-432F-99F6-F40130E16CED}" dt="2020-11-19T17:12:12.100" v="11088" actId="2696"/>
        <pc:sldMkLst>
          <pc:docMk/>
          <pc:sldMk cId="1016589718" sldId="556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094647734" sldId="556"/>
        </pc:sldMkLst>
      </pc:sldChg>
      <pc:sldChg chg="del">
        <pc:chgData name="Jean-Louis SCOTTO-DI-QUAQUERO" userId="5b7c4864-d3b3-4c12-a33e-5ea7a2094109" providerId="ADAL" clId="{22D5903A-4F66-432F-99F6-F40130E16CED}" dt="2020-11-19T17:12:12.105" v="11089" actId="2696"/>
        <pc:sldMkLst>
          <pc:docMk/>
          <pc:sldMk cId="661170772" sldId="55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516998836" sldId="557"/>
        </pc:sldMkLst>
      </pc:sldChg>
      <pc:sldChg chg="del">
        <pc:chgData name="Jean-Louis SCOTTO-DI-QUAQUERO" userId="5b7c4864-d3b3-4c12-a33e-5ea7a2094109" providerId="ADAL" clId="{22D5903A-4F66-432F-99F6-F40130E16CED}" dt="2020-11-19T17:12:12.115" v="11090" actId="2696"/>
        <pc:sldMkLst>
          <pc:docMk/>
          <pc:sldMk cId="877215564" sldId="558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479748878" sldId="558"/>
        </pc:sldMkLst>
      </pc:sldChg>
      <pc:sldChg chg="modSp">
        <pc:chgData name="Jean-Louis SCOTTO-DI-QUAQUERO" userId="5b7c4864-d3b3-4c12-a33e-5ea7a2094109" providerId="ADAL" clId="{22D5903A-4F66-432F-99F6-F40130E16CED}" dt="2020-11-19T17:44:24.185" v="11494" actId="20577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22D5903A-4F66-432F-99F6-F40130E16CED}" dt="2020-11-19T17:44:24.185" v="11494" actId="20577"/>
          <ac:spMkLst>
            <pc:docMk/>
            <pc:sldMk cId="4113719392" sldId="559"/>
            <ac:spMk id="5" creationId="{4A0BAB5A-BB55-46E0-9F57-B6937674FD25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19T17:50:44.534" v="11504" actId="6549"/>
        <pc:sldMkLst>
          <pc:docMk/>
          <pc:sldMk cId="622109117" sldId="560"/>
        </pc:sldMkLst>
        <pc:spChg chg="mod">
          <ac:chgData name="Jean-Louis SCOTTO-DI-QUAQUERO" userId="5b7c4864-d3b3-4c12-a33e-5ea7a2094109" providerId="ADAL" clId="{22D5903A-4F66-432F-99F6-F40130E16CED}" dt="2020-11-19T17:22:25.540" v="11166" actId="790"/>
          <ac:spMkLst>
            <pc:docMk/>
            <pc:sldMk cId="622109117" sldId="560"/>
            <ac:spMk id="4" creationId="{6AE02550-06AD-49D5-A1D8-8EDD6C263472}"/>
          </ac:spMkLst>
        </pc:spChg>
        <pc:spChg chg="mod ord">
          <ac:chgData name="Jean-Louis SCOTTO-DI-QUAQUERO" userId="5b7c4864-d3b3-4c12-a33e-5ea7a2094109" providerId="ADAL" clId="{22D5903A-4F66-432F-99F6-F40130E16CED}" dt="2020-11-19T17:50:44.534" v="11504" actId="6549"/>
          <ac:spMkLst>
            <pc:docMk/>
            <pc:sldMk cId="622109117" sldId="560"/>
            <ac:spMk id="5" creationId="{22EF6DB6-A9E0-4050-A6E5-DBC63A70B189}"/>
          </ac:spMkLst>
        </pc:spChg>
        <pc:spChg chg="del mod">
          <ac:chgData name="Jean-Louis SCOTTO-DI-QUAQUERO" userId="5b7c4864-d3b3-4c12-a33e-5ea7a2094109" providerId="ADAL" clId="{22D5903A-4F66-432F-99F6-F40130E16CED}" dt="2020-11-19T07:53:07.495" v="28" actId="478"/>
          <ac:spMkLst>
            <pc:docMk/>
            <pc:sldMk cId="622109117" sldId="560"/>
            <ac:spMk id="6" creationId="{CD687D65-B8B5-4368-BCA2-2B80E6490C47}"/>
          </ac:spMkLst>
        </pc:spChg>
        <pc:spChg chg="add mod">
          <ac:chgData name="Jean-Louis SCOTTO-DI-QUAQUERO" userId="5b7c4864-d3b3-4c12-a33e-5ea7a2094109" providerId="ADAL" clId="{22D5903A-4F66-432F-99F6-F40130E16CED}" dt="2020-11-19T08:02:25.347" v="346" actId="208"/>
          <ac:spMkLst>
            <pc:docMk/>
            <pc:sldMk cId="622109117" sldId="560"/>
            <ac:spMk id="7" creationId="{3B5B1D80-678B-4A8C-B395-67AEBCF5316F}"/>
          </ac:spMkLst>
        </pc:spChg>
        <pc:spChg chg="add mod">
          <ac:chgData name="Jean-Louis SCOTTO-DI-QUAQUERO" userId="5b7c4864-d3b3-4c12-a33e-5ea7a2094109" providerId="ADAL" clId="{22D5903A-4F66-432F-99F6-F40130E16CED}" dt="2020-11-19T07:59:18.717" v="291" actId="20577"/>
          <ac:spMkLst>
            <pc:docMk/>
            <pc:sldMk cId="622109117" sldId="560"/>
            <ac:spMk id="8" creationId="{87598D73-095C-4D84-B389-54CB1ECBD949}"/>
          </ac:spMkLst>
        </pc:spChg>
        <pc:spChg chg="add mod">
          <ac:chgData name="Jean-Louis SCOTTO-DI-QUAQUERO" userId="5b7c4864-d3b3-4c12-a33e-5ea7a2094109" providerId="ADAL" clId="{22D5903A-4F66-432F-99F6-F40130E16CED}" dt="2020-11-19T07:59:58.653" v="302" actId="255"/>
          <ac:spMkLst>
            <pc:docMk/>
            <pc:sldMk cId="622109117" sldId="560"/>
            <ac:spMk id="9" creationId="{4A641311-6010-4C04-8D7C-E0E273946ED8}"/>
          </ac:spMkLst>
        </pc:spChg>
        <pc:spChg chg="add mod">
          <ac:chgData name="Jean-Louis SCOTTO-DI-QUAQUERO" userId="5b7c4864-d3b3-4c12-a33e-5ea7a2094109" providerId="ADAL" clId="{22D5903A-4F66-432F-99F6-F40130E16CED}" dt="2020-11-19T07:59:17.846" v="290" actId="20577"/>
          <ac:spMkLst>
            <pc:docMk/>
            <pc:sldMk cId="622109117" sldId="560"/>
            <ac:spMk id="10" creationId="{FBCF9929-525A-4BBA-B2A3-808701110FBD}"/>
          </ac:spMkLst>
        </pc:spChg>
        <pc:spChg chg="add mod">
          <ac:chgData name="Jean-Louis SCOTTO-DI-QUAQUERO" userId="5b7c4864-d3b3-4c12-a33e-5ea7a2094109" providerId="ADAL" clId="{22D5903A-4F66-432F-99F6-F40130E16CED}" dt="2020-11-19T08:02:21.589" v="345" actId="208"/>
          <ac:spMkLst>
            <pc:docMk/>
            <pc:sldMk cId="622109117" sldId="560"/>
            <ac:spMk id="11" creationId="{4AE89B5D-AA8E-4473-B9C1-CBD88F6A17DF}"/>
          </ac:spMkLst>
        </pc:spChg>
        <pc:spChg chg="add mod">
          <ac:chgData name="Jean-Louis SCOTTO-DI-QUAQUERO" userId="5b7c4864-d3b3-4c12-a33e-5ea7a2094109" providerId="ADAL" clId="{22D5903A-4F66-432F-99F6-F40130E16CED}" dt="2020-11-19T08:02:32.557" v="347" actId="6549"/>
          <ac:spMkLst>
            <pc:docMk/>
            <pc:sldMk cId="622109117" sldId="560"/>
            <ac:spMk id="12" creationId="{028FCBF6-BC1C-45AF-84E4-922D9901F39B}"/>
          </ac:spMkLst>
        </pc:spChg>
        <pc:spChg chg="add del mod">
          <ac:chgData name="Jean-Louis SCOTTO-DI-QUAQUERO" userId="5b7c4864-d3b3-4c12-a33e-5ea7a2094109" providerId="ADAL" clId="{22D5903A-4F66-432F-99F6-F40130E16CED}" dt="2020-11-19T08:00:16.211" v="305" actId="478"/>
          <ac:spMkLst>
            <pc:docMk/>
            <pc:sldMk cId="622109117" sldId="560"/>
            <ac:spMk id="13" creationId="{E3801913-F8B7-4D32-8D47-FC802745CFEA}"/>
          </ac:spMkLst>
        </pc:spChg>
        <pc:spChg chg="add del mod">
          <ac:chgData name="Jean-Louis SCOTTO-DI-QUAQUERO" userId="5b7c4864-d3b3-4c12-a33e-5ea7a2094109" providerId="ADAL" clId="{22D5903A-4F66-432F-99F6-F40130E16CED}" dt="2020-11-19T08:00:25.872" v="307" actId="478"/>
          <ac:spMkLst>
            <pc:docMk/>
            <pc:sldMk cId="622109117" sldId="560"/>
            <ac:spMk id="14" creationId="{01579FEB-4C21-413B-9011-D4DEEB59451E}"/>
          </ac:spMkLst>
        </pc:spChg>
        <pc:spChg chg="add del mod">
          <ac:chgData name="Jean-Louis SCOTTO-DI-QUAQUERO" userId="5b7c4864-d3b3-4c12-a33e-5ea7a2094109" providerId="ADAL" clId="{22D5903A-4F66-432F-99F6-F40130E16CED}" dt="2020-11-19T08:01:25.366" v="337" actId="478"/>
          <ac:spMkLst>
            <pc:docMk/>
            <pc:sldMk cId="622109117" sldId="560"/>
            <ac:spMk id="15" creationId="{30A434F4-0608-4564-95B3-25FB77BFEB9D}"/>
          </ac:spMkLst>
        </pc:spChg>
        <pc:spChg chg="add mod">
          <ac:chgData name="Jean-Louis SCOTTO-DI-QUAQUERO" userId="5b7c4864-d3b3-4c12-a33e-5ea7a2094109" providerId="ADAL" clId="{22D5903A-4F66-432F-99F6-F40130E16CED}" dt="2020-11-19T08:01:56.611" v="341" actId="1076"/>
          <ac:spMkLst>
            <pc:docMk/>
            <pc:sldMk cId="622109117" sldId="560"/>
            <ac:spMk id="16" creationId="{45D04E67-D47F-4C79-97BF-89C74195B3D2}"/>
          </ac:spMkLst>
        </pc:spChg>
        <pc:spChg chg="add mod">
          <ac:chgData name="Jean-Louis SCOTTO-DI-QUAQUERO" userId="5b7c4864-d3b3-4c12-a33e-5ea7a2094109" providerId="ADAL" clId="{22D5903A-4F66-432F-99F6-F40130E16CED}" dt="2020-11-19T08:02:05.118" v="344" actId="20577"/>
          <ac:spMkLst>
            <pc:docMk/>
            <pc:sldMk cId="622109117" sldId="560"/>
            <ac:spMk id="17" creationId="{21C020AB-131B-462C-82EA-7609F1964E8D}"/>
          </ac:spMkLst>
        </pc:spChg>
        <pc:picChg chg="add mod">
          <ac:chgData name="Jean-Louis SCOTTO-DI-QUAQUERO" userId="5b7c4864-d3b3-4c12-a33e-5ea7a2094109" providerId="ADAL" clId="{22D5903A-4F66-432F-99F6-F40130E16CED}" dt="2020-11-19T17:50:25.784" v="11502" actId="1076"/>
          <ac:picMkLst>
            <pc:docMk/>
            <pc:sldMk cId="622109117" sldId="560"/>
            <ac:picMk id="19" creationId="{60B62258-27EE-4480-B5AE-D950C837335A}"/>
          </ac:picMkLst>
        </pc:picChg>
      </pc:sldChg>
      <pc:sldChg chg="addSp modSp add">
        <pc:chgData name="Jean-Louis SCOTTO-DI-QUAQUERO" userId="5b7c4864-d3b3-4c12-a33e-5ea7a2094109" providerId="ADAL" clId="{22D5903A-4F66-432F-99F6-F40130E16CED}" dt="2020-11-24T13:40:06.031" v="12500" actId="1076"/>
        <pc:sldMkLst>
          <pc:docMk/>
          <pc:sldMk cId="2407603796" sldId="561"/>
        </pc:sldMkLst>
        <pc:spChg chg="mod">
          <ac:chgData name="Jean-Louis SCOTTO-DI-QUAQUERO" userId="5b7c4864-d3b3-4c12-a33e-5ea7a2094109" providerId="ADAL" clId="{22D5903A-4F66-432F-99F6-F40130E16CED}" dt="2020-11-19T08:19:44.929" v="1209"/>
          <ac:spMkLst>
            <pc:docMk/>
            <pc:sldMk cId="2407603796" sldId="561"/>
            <ac:spMk id="4" creationId="{29321111-499B-46D5-9344-CAAD79E94E65}"/>
          </ac:spMkLst>
        </pc:spChg>
        <pc:spChg chg="mod">
          <ac:chgData name="Jean-Louis SCOTTO-DI-QUAQUERO" userId="5b7c4864-d3b3-4c12-a33e-5ea7a2094109" providerId="ADAL" clId="{22D5903A-4F66-432F-99F6-F40130E16CED}" dt="2020-11-19T08:14:26.910" v="1109" actId="20577"/>
          <ac:spMkLst>
            <pc:docMk/>
            <pc:sldMk cId="2407603796" sldId="561"/>
            <ac:spMk id="5" creationId="{006A5EC0-5D11-4559-B0DD-AF36564E4315}"/>
          </ac:spMkLst>
        </pc:spChg>
        <pc:picChg chg="add mod">
          <ac:chgData name="Jean-Louis SCOTTO-DI-QUAQUERO" userId="5b7c4864-d3b3-4c12-a33e-5ea7a2094109" providerId="ADAL" clId="{22D5903A-4F66-432F-99F6-F40130E16CED}" dt="2020-11-19T08:13:39.915" v="1013" actId="1076"/>
          <ac:picMkLst>
            <pc:docMk/>
            <pc:sldMk cId="2407603796" sldId="561"/>
            <ac:picMk id="6" creationId="{55A860D2-2261-47F9-B1E2-B4F6014B5443}"/>
          </ac:picMkLst>
        </pc:picChg>
        <pc:picChg chg="add mod">
          <ac:chgData name="Jean-Louis SCOTTO-DI-QUAQUERO" userId="5b7c4864-d3b3-4c12-a33e-5ea7a2094109" providerId="ADAL" clId="{22D5903A-4F66-432F-99F6-F40130E16CED}" dt="2020-11-19T08:13:49.728" v="1015" actId="1076"/>
          <ac:picMkLst>
            <pc:docMk/>
            <pc:sldMk cId="2407603796" sldId="561"/>
            <ac:picMk id="7" creationId="{971920CF-4071-47F4-8803-D74DD1A2C229}"/>
          </ac:picMkLst>
        </pc:picChg>
        <pc:picChg chg="add mod">
          <ac:chgData name="Jean-Louis SCOTTO-DI-QUAQUERO" userId="5b7c4864-d3b3-4c12-a33e-5ea7a2094109" providerId="ADAL" clId="{22D5903A-4F66-432F-99F6-F40130E16CED}" dt="2020-11-24T13:40:06.031" v="12500" actId="1076"/>
          <ac:picMkLst>
            <pc:docMk/>
            <pc:sldMk cId="2407603796" sldId="561"/>
            <ac:picMk id="8" creationId="{4044D43A-AFA3-4877-AB33-29473D28474F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23T15:37:48.044" v="12024" actId="27614"/>
        <pc:sldMkLst>
          <pc:docMk/>
          <pc:sldMk cId="4070197302" sldId="562"/>
        </pc:sldMkLst>
        <pc:spChg chg="add del">
          <ac:chgData name="Jean-Louis SCOTTO-DI-QUAQUERO" userId="5b7c4864-d3b3-4c12-a33e-5ea7a2094109" providerId="ADAL" clId="{22D5903A-4F66-432F-99F6-F40130E16CED}" dt="2020-11-19T08:16:10.498" v="1113" actId="478"/>
          <ac:spMkLst>
            <pc:docMk/>
            <pc:sldMk cId="4070197302" sldId="562"/>
            <ac:spMk id="3" creationId="{CE34B3F2-4D47-4C2F-B495-3F205BAF1B0E}"/>
          </ac:spMkLst>
        </pc:spChg>
        <pc:spChg chg="add mod">
          <ac:chgData name="Jean-Louis SCOTTO-DI-QUAQUERO" userId="5b7c4864-d3b3-4c12-a33e-5ea7a2094109" providerId="ADAL" clId="{22D5903A-4F66-432F-99F6-F40130E16CED}" dt="2020-11-19T08:18:31.531" v="1199" actId="403"/>
          <ac:spMkLst>
            <pc:docMk/>
            <pc:sldMk cId="4070197302" sldId="562"/>
            <ac:spMk id="4" creationId="{7BD888B4-8778-45F6-B9C6-B5EFF5288CE9}"/>
          </ac:spMkLst>
        </pc:spChg>
        <pc:picChg chg="add mod">
          <ac:chgData name="Jean-Louis SCOTTO-DI-QUAQUERO" userId="5b7c4864-d3b3-4c12-a33e-5ea7a2094109" providerId="ADAL" clId="{22D5903A-4F66-432F-99F6-F40130E16CED}" dt="2020-11-23T15:37:44.959" v="12023" actId="1076"/>
          <ac:picMkLst>
            <pc:docMk/>
            <pc:sldMk cId="4070197302" sldId="562"/>
            <ac:picMk id="5" creationId="{9A223D0A-C24A-4603-96F1-27D44A6F9B95}"/>
          </ac:picMkLst>
        </pc:picChg>
        <pc:picChg chg="add mod">
          <ac:chgData name="Jean-Louis SCOTTO-DI-QUAQUERO" userId="5b7c4864-d3b3-4c12-a33e-5ea7a2094109" providerId="ADAL" clId="{22D5903A-4F66-432F-99F6-F40130E16CED}" dt="2020-11-23T15:37:48.044" v="12024" actId="27614"/>
          <ac:picMkLst>
            <pc:docMk/>
            <pc:sldMk cId="4070197302" sldId="562"/>
            <ac:picMk id="6" creationId="{CF9764AA-20C3-4A7F-A615-A3CBF6DA362F}"/>
          </ac:picMkLst>
        </pc:picChg>
      </pc:sldChg>
      <pc:sldChg chg="add del">
        <pc:chgData name="Jean-Louis SCOTTO-DI-QUAQUERO" userId="5b7c4864-d3b3-4c12-a33e-5ea7a2094109" providerId="ADAL" clId="{22D5903A-4F66-432F-99F6-F40130E16CED}" dt="2020-11-19T09:53:32.952" v="3575" actId="2696"/>
        <pc:sldMkLst>
          <pc:docMk/>
          <pc:sldMk cId="42287643" sldId="563"/>
        </pc:sldMkLst>
      </pc:sldChg>
      <pc:sldChg chg="addSp delSp modSp add ord">
        <pc:chgData name="Jean-Louis SCOTTO-DI-QUAQUERO" userId="5b7c4864-d3b3-4c12-a33e-5ea7a2094109" providerId="ADAL" clId="{22D5903A-4F66-432F-99F6-F40130E16CED}" dt="2020-11-19T10:54:56.693" v="4724" actId="207"/>
        <pc:sldMkLst>
          <pc:docMk/>
          <pc:sldMk cId="1586844024" sldId="563"/>
        </pc:sldMkLst>
        <pc:spChg chg="mod">
          <ac:chgData name="Jean-Louis SCOTTO-DI-QUAQUERO" userId="5b7c4864-d3b3-4c12-a33e-5ea7a2094109" providerId="ADAL" clId="{22D5903A-4F66-432F-99F6-F40130E16CED}" dt="2020-11-19T10:02:10.743" v="3907" actId="20577"/>
          <ac:spMkLst>
            <pc:docMk/>
            <pc:sldMk cId="1586844024" sldId="563"/>
            <ac:spMk id="4" creationId="{BBF85A88-70BE-4871-9290-7D64BD6E5772}"/>
          </ac:spMkLst>
        </pc:spChg>
        <pc:spChg chg="mod">
          <ac:chgData name="Jean-Louis SCOTTO-DI-QUAQUERO" userId="5b7c4864-d3b3-4c12-a33e-5ea7a2094109" providerId="ADAL" clId="{22D5903A-4F66-432F-99F6-F40130E16CED}" dt="2020-11-19T10:54:56.693" v="4724" actId="207"/>
          <ac:spMkLst>
            <pc:docMk/>
            <pc:sldMk cId="1586844024" sldId="563"/>
            <ac:spMk id="8" creationId="{0969D079-ECF4-4361-BA7E-F2761156DBCF}"/>
          </ac:spMkLst>
        </pc:spChg>
        <pc:spChg chg="add del mod">
          <ac:chgData name="Jean-Louis SCOTTO-DI-QUAQUERO" userId="5b7c4864-d3b3-4c12-a33e-5ea7a2094109" providerId="ADAL" clId="{22D5903A-4F66-432F-99F6-F40130E16CED}" dt="2020-11-19T10:32:59.428" v="4515" actId="478"/>
          <ac:spMkLst>
            <pc:docMk/>
            <pc:sldMk cId="1586844024" sldId="563"/>
            <ac:spMk id="11" creationId="{DE2F5EC5-8869-4366-B163-8C5C0DAA0FFA}"/>
          </ac:spMkLst>
        </pc:spChg>
        <pc:spChg chg="add mod">
          <ac:chgData name="Jean-Louis SCOTTO-DI-QUAQUERO" userId="5b7c4864-d3b3-4c12-a33e-5ea7a2094109" providerId="ADAL" clId="{22D5903A-4F66-432F-99F6-F40130E16CED}" dt="2020-11-19T10:39:40.024" v="4572" actId="164"/>
          <ac:spMkLst>
            <pc:docMk/>
            <pc:sldMk cId="1586844024" sldId="563"/>
            <ac:spMk id="13" creationId="{E680B0F2-D649-4FB0-BC5E-6C773C6FB250}"/>
          </ac:spMkLst>
        </pc:spChg>
        <pc:spChg chg="add mod">
          <ac:chgData name="Jean-Louis SCOTTO-DI-QUAQUERO" userId="5b7c4864-d3b3-4c12-a33e-5ea7a2094109" providerId="ADAL" clId="{22D5903A-4F66-432F-99F6-F40130E16CED}" dt="2020-11-19T10:54:50.021" v="4723" actId="20577"/>
          <ac:spMkLst>
            <pc:docMk/>
            <pc:sldMk cId="1586844024" sldId="563"/>
            <ac:spMk id="15" creationId="{54BCE770-8FA0-4C16-BE5E-E337E8FD14AA}"/>
          </ac:spMkLst>
        </pc:spChg>
        <pc:spChg chg="add mod">
          <ac:chgData name="Jean-Louis SCOTTO-DI-QUAQUERO" userId="5b7c4864-d3b3-4c12-a33e-5ea7a2094109" providerId="ADAL" clId="{22D5903A-4F66-432F-99F6-F40130E16CED}" dt="2020-11-19T10:40:58.663" v="4584" actId="164"/>
          <ac:spMkLst>
            <pc:docMk/>
            <pc:sldMk cId="1586844024" sldId="563"/>
            <ac:spMk id="20" creationId="{978D4564-96CB-4308-932E-9FD2A0B27DDD}"/>
          </ac:spMkLst>
        </pc:spChg>
        <pc:spChg chg="add mod">
          <ac:chgData name="Jean-Louis SCOTTO-DI-QUAQUERO" userId="5b7c4864-d3b3-4c12-a33e-5ea7a2094109" providerId="ADAL" clId="{22D5903A-4F66-432F-99F6-F40130E16CED}" dt="2020-11-19T10:41:05.482" v="4586" actId="164"/>
          <ac:spMkLst>
            <pc:docMk/>
            <pc:sldMk cId="1586844024" sldId="563"/>
            <ac:spMk id="21" creationId="{A6E9D678-DD15-4414-AC5E-1C3E4264D2EF}"/>
          </ac:spMkLst>
        </pc:spChg>
        <pc:spChg chg="add del mod">
          <ac:chgData name="Jean-Louis SCOTTO-DI-QUAQUERO" userId="5b7c4864-d3b3-4c12-a33e-5ea7a2094109" providerId="ADAL" clId="{22D5903A-4F66-432F-99F6-F40130E16CED}" dt="2020-11-19T10:28:10.600" v="4440" actId="478"/>
          <ac:spMkLst>
            <pc:docMk/>
            <pc:sldMk cId="1586844024" sldId="563"/>
            <ac:spMk id="22" creationId="{DA2A4BCC-3D02-4400-9D17-2A3B38E411C3}"/>
          </ac:spMkLst>
        </pc:spChg>
        <pc:spChg chg="add mod">
          <ac:chgData name="Jean-Louis SCOTTO-DI-QUAQUERO" userId="5b7c4864-d3b3-4c12-a33e-5ea7a2094109" providerId="ADAL" clId="{22D5903A-4F66-432F-99F6-F40130E16CED}" dt="2020-11-19T10:45:19.928" v="4628" actId="14100"/>
          <ac:spMkLst>
            <pc:docMk/>
            <pc:sldMk cId="1586844024" sldId="563"/>
            <ac:spMk id="34" creationId="{0CCBC782-0DB2-464C-ABFE-86433665C283}"/>
          </ac:spMkLst>
        </pc:spChg>
        <pc:spChg chg="add mod">
          <ac:chgData name="Jean-Louis SCOTTO-DI-QUAQUERO" userId="5b7c4864-d3b3-4c12-a33e-5ea7a2094109" providerId="ADAL" clId="{22D5903A-4F66-432F-99F6-F40130E16CED}" dt="2020-11-19T10:45:31.525" v="4630" actId="1076"/>
          <ac:spMkLst>
            <pc:docMk/>
            <pc:sldMk cId="1586844024" sldId="563"/>
            <ac:spMk id="37" creationId="{3402AF70-6523-4AB5-9AC8-B4A30187F3F2}"/>
          </ac:spMkLst>
        </pc:spChg>
        <pc:spChg chg="add mod">
          <ac:chgData name="Jean-Louis SCOTTO-DI-QUAQUERO" userId="5b7c4864-d3b3-4c12-a33e-5ea7a2094109" providerId="ADAL" clId="{22D5903A-4F66-432F-99F6-F40130E16CED}" dt="2020-11-19T10:45:39.704" v="4632" actId="1076"/>
          <ac:spMkLst>
            <pc:docMk/>
            <pc:sldMk cId="1586844024" sldId="563"/>
            <ac:spMk id="38" creationId="{9C679E6F-78D6-4743-AFF1-6DF137729F4B}"/>
          </ac:spMkLst>
        </pc:s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4" creationId="{9F7F8F44-7843-4BC7-8D37-A6E21D0A0E72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5" creationId="{D5A82825-E433-40A3-AC21-48115EAE99EF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6" creationId="{4A3A661C-A147-44D8-BDD1-427E9B6C16F1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7" creationId="{1A80BB94-AC6F-4FFA-9070-8265A74A6CF1}"/>
          </ac:grpSpMkLst>
        </pc:grpChg>
        <pc:graphicFrameChg chg="del">
          <ac:chgData name="Jean-Louis SCOTTO-DI-QUAQUERO" userId="5b7c4864-d3b3-4c12-a33e-5ea7a2094109" providerId="ADAL" clId="{22D5903A-4F66-432F-99F6-F40130E16CED}" dt="2020-11-19T10:03:58.907" v="4070" actId="478"/>
          <ac:graphicFrameMkLst>
            <pc:docMk/>
            <pc:sldMk cId="1586844024" sldId="563"/>
            <ac:graphicFrameMk id="6" creationId="{E83DD879-20AC-4F32-96BE-1837AB135C32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0:39:40.024" v="4572" actId="164"/>
          <ac:picMkLst>
            <pc:docMk/>
            <pc:sldMk cId="1586844024" sldId="563"/>
            <ac:picMk id="5" creationId="{6003A089-8BD1-4B57-BAF1-F9C42194F25C}"/>
          </ac:picMkLst>
        </pc:picChg>
        <pc:picChg chg="add mod">
          <ac:chgData name="Jean-Louis SCOTTO-DI-QUAQUERO" userId="5b7c4864-d3b3-4c12-a33e-5ea7a2094109" providerId="ADAL" clId="{22D5903A-4F66-432F-99F6-F40130E16CED}" dt="2020-11-19T10:40:11.989" v="4577" actId="1076"/>
          <ac:picMkLst>
            <pc:docMk/>
            <pc:sldMk cId="1586844024" sldId="563"/>
            <ac:picMk id="7" creationId="{6B5E3B0B-0A15-4A89-BBF1-077ED275EB4B}"/>
          </ac:picMkLst>
        </pc:picChg>
        <pc:picChg chg="del">
          <ac:chgData name="Jean-Louis SCOTTO-DI-QUAQUERO" userId="5b7c4864-d3b3-4c12-a33e-5ea7a2094109" providerId="ADAL" clId="{22D5903A-4F66-432F-99F6-F40130E16CED}" dt="2020-11-19T10:03:57.308" v="4069" actId="478"/>
          <ac:picMkLst>
            <pc:docMk/>
            <pc:sldMk cId="1586844024" sldId="563"/>
            <ac:picMk id="9" creationId="{DDF1C0CF-9812-4553-8315-44EF2A52077E}"/>
          </ac:picMkLst>
        </pc:picChg>
        <pc:picChg chg="add del mod">
          <ac:chgData name="Jean-Louis SCOTTO-DI-QUAQUERO" userId="5b7c4864-d3b3-4c12-a33e-5ea7a2094109" providerId="ADAL" clId="{22D5903A-4F66-432F-99F6-F40130E16CED}" dt="2020-11-19T10:24:47.715" v="4345" actId="478"/>
          <ac:picMkLst>
            <pc:docMk/>
            <pc:sldMk cId="1586844024" sldId="563"/>
            <ac:picMk id="10" creationId="{FE2F7031-B946-437C-9A01-8BA34DB15F1D}"/>
          </ac:picMkLst>
        </pc:picChg>
        <pc:picChg chg="add mod">
          <ac:chgData name="Jean-Louis SCOTTO-DI-QUAQUERO" userId="5b7c4864-d3b3-4c12-a33e-5ea7a2094109" providerId="ADAL" clId="{22D5903A-4F66-432F-99F6-F40130E16CED}" dt="2020-11-19T10:39:51.120" v="4574" actId="1076"/>
          <ac:picMkLst>
            <pc:docMk/>
            <pc:sldMk cId="1586844024" sldId="563"/>
            <ac:picMk id="12" creationId="{06B1F46A-C22B-4D6D-869D-4BD968A5F835}"/>
          </ac:picMkLst>
        </pc:picChg>
        <pc:picChg chg="add mod">
          <ac:chgData name="Jean-Louis SCOTTO-DI-QUAQUERO" userId="5b7c4864-d3b3-4c12-a33e-5ea7a2094109" providerId="ADAL" clId="{22D5903A-4F66-432F-99F6-F40130E16CED}" dt="2020-11-19T10:40:58.663" v="4584" actId="164"/>
          <ac:picMkLst>
            <pc:docMk/>
            <pc:sldMk cId="1586844024" sldId="563"/>
            <ac:picMk id="14" creationId="{E6F51B49-E50B-478A-9980-4232FB63A691}"/>
          </ac:picMkLst>
        </pc:picChg>
        <pc:picChg chg="add mod">
          <ac:chgData name="Jean-Louis SCOTTO-DI-QUAQUERO" userId="5b7c4864-d3b3-4c12-a33e-5ea7a2094109" providerId="ADAL" clId="{22D5903A-4F66-432F-99F6-F40130E16CED}" dt="2020-11-19T10:40:58.663" v="4584" actId="164"/>
          <ac:picMkLst>
            <pc:docMk/>
            <pc:sldMk cId="1586844024" sldId="563"/>
            <ac:picMk id="16" creationId="{12E4271E-0F82-46DA-9912-32EAC9FE615D}"/>
          </ac:picMkLst>
        </pc:picChg>
        <pc:picChg chg="add del mod">
          <ac:chgData name="Jean-Louis SCOTTO-DI-QUAQUERO" userId="5b7c4864-d3b3-4c12-a33e-5ea7a2094109" providerId="ADAL" clId="{22D5903A-4F66-432F-99F6-F40130E16CED}" dt="2020-11-19T10:30:08.860" v="4446" actId="478"/>
          <ac:picMkLst>
            <pc:docMk/>
            <pc:sldMk cId="1586844024" sldId="563"/>
            <ac:picMk id="17" creationId="{8DBA399B-2DC1-4C28-889F-A65922BCCBAC}"/>
          </ac:picMkLst>
        </pc:picChg>
        <pc:picChg chg="add mod">
          <ac:chgData name="Jean-Louis SCOTTO-DI-QUAQUERO" userId="5b7c4864-d3b3-4c12-a33e-5ea7a2094109" providerId="ADAL" clId="{22D5903A-4F66-432F-99F6-F40130E16CED}" dt="2020-11-19T10:41:05.482" v="4586" actId="164"/>
          <ac:picMkLst>
            <pc:docMk/>
            <pc:sldMk cId="1586844024" sldId="563"/>
            <ac:picMk id="18" creationId="{27F3A7A4-A667-446F-B80D-07DB32294135}"/>
          </ac:picMkLst>
        </pc:picChg>
        <pc:picChg chg="add mod">
          <ac:chgData name="Jean-Louis SCOTTO-DI-QUAQUERO" userId="5b7c4864-d3b3-4c12-a33e-5ea7a2094109" providerId="ADAL" clId="{22D5903A-4F66-432F-99F6-F40130E16CED}" dt="2020-11-19T10:41:05.482" v="4586" actId="164"/>
          <ac:picMkLst>
            <pc:docMk/>
            <pc:sldMk cId="1586844024" sldId="563"/>
            <ac:picMk id="19" creationId="{FE5744BE-0B88-41E9-B505-1697CCE2A427}"/>
          </ac:picMkLst>
        </pc:picChg>
        <pc:picChg chg="add mod">
          <ac:chgData name="Jean-Louis SCOTTO-DI-QUAQUERO" userId="5b7c4864-d3b3-4c12-a33e-5ea7a2094109" providerId="ADAL" clId="{22D5903A-4F66-432F-99F6-F40130E16CED}" dt="2020-11-19T10:39:35.548" v="4571" actId="164"/>
          <ac:picMkLst>
            <pc:docMk/>
            <pc:sldMk cId="1586844024" sldId="563"/>
            <ac:picMk id="23" creationId="{B87A9A85-2925-489C-8A62-D30713AD33D6}"/>
          </ac:picMkLst>
        </pc:picChg>
        <pc:picChg chg="add mod">
          <ac:chgData name="Jean-Louis SCOTTO-DI-QUAQUERO" userId="5b7c4864-d3b3-4c12-a33e-5ea7a2094109" providerId="ADAL" clId="{22D5903A-4F66-432F-99F6-F40130E16CED}" dt="2020-11-19T10:47:22.376" v="4640" actId="1076"/>
          <ac:picMkLst>
            <pc:docMk/>
            <pc:sldMk cId="1586844024" sldId="563"/>
            <ac:picMk id="35" creationId="{5E6146C1-47FA-4A5E-AFEF-4A67E3594A7E}"/>
          </ac:picMkLst>
        </pc:picChg>
        <pc:picChg chg="mod">
          <ac:chgData name="Jean-Louis SCOTTO-DI-QUAQUERO" userId="5b7c4864-d3b3-4c12-a33e-5ea7a2094109" providerId="ADAL" clId="{22D5903A-4F66-432F-99F6-F40130E16CED}" dt="2020-11-19T10:47:22.869" v="4641" actId="1076"/>
          <ac:picMkLst>
            <pc:docMk/>
            <pc:sldMk cId="1586844024" sldId="563"/>
            <ac:picMk id="3074" creationId="{61C42F19-ED8E-4023-AE76-714787EC45C4}"/>
          </ac:picMkLst>
        </pc:picChg>
        <pc:cxnChg chg="add mod">
          <ac:chgData name="Jean-Louis SCOTTO-DI-QUAQUERO" userId="5b7c4864-d3b3-4c12-a33e-5ea7a2094109" providerId="ADAL" clId="{22D5903A-4F66-432F-99F6-F40130E16CED}" dt="2020-11-19T10:48:17.177" v="4647" actId="208"/>
          <ac:cxnSpMkLst>
            <pc:docMk/>
            <pc:sldMk cId="1586844024" sldId="563"/>
            <ac:cxnSpMk id="29" creationId="{7A234ABC-F74F-44AB-8C3D-40C3F4A88DCF}"/>
          </ac:cxnSpMkLst>
        </pc:cxnChg>
        <pc:cxnChg chg="add mod">
          <ac:chgData name="Jean-Louis SCOTTO-DI-QUAQUERO" userId="5b7c4864-d3b3-4c12-a33e-5ea7a2094109" providerId="ADAL" clId="{22D5903A-4F66-432F-99F6-F40130E16CED}" dt="2020-11-19T10:43:59.582" v="4609" actId="1076"/>
          <ac:cxnSpMkLst>
            <pc:docMk/>
            <pc:sldMk cId="1586844024" sldId="563"/>
            <ac:cxnSpMk id="33" creationId="{DE835D94-D161-4BD6-9CDA-A018C6340486}"/>
          </ac:cxnSpMkLst>
        </pc:cxnChg>
        <pc:cxnChg chg="add mod">
          <ac:chgData name="Jean-Louis SCOTTO-DI-QUAQUERO" userId="5b7c4864-d3b3-4c12-a33e-5ea7a2094109" providerId="ADAL" clId="{22D5903A-4F66-432F-99F6-F40130E16CED}" dt="2020-11-19T10:48:38.306" v="4651" actId="14100"/>
          <ac:cxnSpMkLst>
            <pc:docMk/>
            <pc:sldMk cId="1586844024" sldId="563"/>
            <ac:cxnSpMk id="39" creationId="{73F9607F-ECE1-43BC-9750-A1DE194D6E2B}"/>
          </ac:cxnSpMkLst>
        </pc:cxnChg>
      </pc:sldChg>
      <pc:sldChg chg="addSp delSp modSp add">
        <pc:chgData name="Jean-Louis SCOTTO-DI-QUAQUERO" userId="5b7c4864-d3b3-4c12-a33e-5ea7a2094109" providerId="ADAL" clId="{22D5903A-4F66-432F-99F6-F40130E16CED}" dt="2020-11-19T11:19:40.925" v="5437" actId="113"/>
        <pc:sldMkLst>
          <pc:docMk/>
          <pc:sldMk cId="718485828" sldId="564"/>
        </pc:sldMkLst>
        <pc:spChg chg="mod">
          <ac:chgData name="Jean-Louis SCOTTO-DI-QUAQUERO" userId="5b7c4864-d3b3-4c12-a33e-5ea7a2094109" providerId="ADAL" clId="{22D5903A-4F66-432F-99F6-F40130E16CED}" dt="2020-11-19T10:59:16.519" v="4741" actId="20577"/>
          <ac:spMkLst>
            <pc:docMk/>
            <pc:sldMk cId="718485828" sldId="564"/>
            <ac:spMk id="4" creationId="{BBF85A88-70BE-4871-9290-7D64BD6E5772}"/>
          </ac:spMkLst>
        </pc:spChg>
        <pc:spChg chg="add mod">
          <ac:chgData name="Jean-Louis SCOTTO-DI-QUAQUERO" userId="5b7c4864-d3b3-4c12-a33e-5ea7a2094109" providerId="ADAL" clId="{22D5903A-4F66-432F-99F6-F40130E16CED}" dt="2020-11-19T11:07:20.311" v="5231" actId="14100"/>
          <ac:spMkLst>
            <pc:docMk/>
            <pc:sldMk cId="718485828" sldId="564"/>
            <ac:spMk id="5" creationId="{3068084E-3EB3-414C-9A58-94D8F5A5D919}"/>
          </ac:spMkLst>
        </pc:spChg>
        <pc:spChg chg="mod">
          <ac:chgData name="Jean-Louis SCOTTO-DI-QUAQUERO" userId="5b7c4864-d3b3-4c12-a33e-5ea7a2094109" providerId="ADAL" clId="{22D5903A-4F66-432F-99F6-F40130E16CED}" dt="2020-11-19T11:19:40.925" v="5437" actId="113"/>
          <ac:spMkLst>
            <pc:docMk/>
            <pc:sldMk cId="718485828" sldId="564"/>
            <ac:spMk id="8" creationId="{0969D079-ECF4-4361-BA7E-F2761156DBCF}"/>
          </ac:spMkLst>
        </pc:spChg>
        <pc:spChg chg="add mod">
          <ac:chgData name="Jean-Louis SCOTTO-DI-QUAQUERO" userId="5b7c4864-d3b3-4c12-a33e-5ea7a2094109" providerId="ADAL" clId="{22D5903A-4F66-432F-99F6-F40130E16CED}" dt="2020-11-19T11:06:41.684" v="5224" actId="1076"/>
          <ac:spMkLst>
            <pc:docMk/>
            <pc:sldMk cId="718485828" sldId="564"/>
            <ac:spMk id="10" creationId="{62840CEC-B869-410C-973F-499CA00F12A9}"/>
          </ac:spMkLst>
        </pc:spChg>
        <pc:spChg chg="add mod">
          <ac:chgData name="Jean-Louis SCOTTO-DI-QUAQUERO" userId="5b7c4864-d3b3-4c12-a33e-5ea7a2094109" providerId="ADAL" clId="{22D5903A-4F66-432F-99F6-F40130E16CED}" dt="2020-11-19T11:07:08.535" v="5228" actId="20577"/>
          <ac:spMkLst>
            <pc:docMk/>
            <pc:sldMk cId="718485828" sldId="564"/>
            <ac:spMk id="11" creationId="{F4D0F6DF-23F8-442F-A237-2FEBD5238A51}"/>
          </ac:spMkLst>
        </pc:spChg>
        <pc:graphicFrameChg chg="del mod">
          <ac:chgData name="Jean-Louis SCOTTO-DI-QUAQUERO" userId="5b7c4864-d3b3-4c12-a33e-5ea7a2094109" providerId="ADAL" clId="{22D5903A-4F66-432F-99F6-F40130E16CED}" dt="2020-11-19T11:05:38.269" v="5108" actId="478"/>
          <ac:graphicFrameMkLst>
            <pc:docMk/>
            <pc:sldMk cId="718485828" sldId="564"/>
            <ac:graphicFrameMk id="6" creationId="{E83DD879-20AC-4F32-96BE-1837AB135C32}"/>
          </ac:graphicFrameMkLst>
        </pc:graphicFrameChg>
        <pc:picChg chg="mod">
          <ac:chgData name="Jean-Louis SCOTTO-DI-QUAQUERO" userId="5b7c4864-d3b3-4c12-a33e-5ea7a2094109" providerId="ADAL" clId="{22D5903A-4F66-432F-99F6-F40130E16CED}" dt="2020-11-19T11:06:48.803" v="5226" actId="14100"/>
          <ac:picMkLst>
            <pc:docMk/>
            <pc:sldMk cId="718485828" sldId="564"/>
            <ac:picMk id="9" creationId="{DDF1C0CF-9812-4553-8315-44EF2A52077E}"/>
          </ac:picMkLst>
        </pc:picChg>
        <pc:picChg chg="mod">
          <ac:chgData name="Jean-Louis SCOTTO-DI-QUAQUERO" userId="5b7c4864-d3b3-4c12-a33e-5ea7a2094109" providerId="ADAL" clId="{22D5903A-4F66-432F-99F6-F40130E16CED}" dt="2020-11-19T11:05:32.266" v="5107" actId="1076"/>
          <ac:picMkLst>
            <pc:docMk/>
            <pc:sldMk cId="718485828" sldId="564"/>
            <ac:picMk id="3074" creationId="{61C42F19-ED8E-4023-AE76-714787EC45C4}"/>
          </ac:picMkLst>
        </pc:picChg>
      </pc:sldChg>
      <pc:sldChg chg="addSp modSp add modNotesTx">
        <pc:chgData name="Jean-Louis SCOTTO-DI-QUAQUERO" userId="5b7c4864-d3b3-4c12-a33e-5ea7a2094109" providerId="ADAL" clId="{22D5903A-4F66-432F-99F6-F40130E16CED}" dt="2020-11-19T12:49:26.082" v="5526" actId="6549"/>
        <pc:sldMkLst>
          <pc:docMk/>
          <pc:sldMk cId="4167725259" sldId="565"/>
        </pc:sldMkLst>
        <pc:spChg chg="mod">
          <ac:chgData name="Jean-Louis SCOTTO-DI-QUAQUERO" userId="5b7c4864-d3b3-4c12-a33e-5ea7a2094109" providerId="ADAL" clId="{22D5903A-4F66-432F-99F6-F40130E16CED}" dt="2020-11-19T11:08:57.921" v="5265" actId="20577"/>
          <ac:spMkLst>
            <pc:docMk/>
            <pc:sldMk cId="4167725259" sldId="565"/>
            <ac:spMk id="4" creationId="{1DEC20EC-A41A-45EC-A724-5B79838681E0}"/>
          </ac:spMkLst>
        </pc:spChg>
        <pc:spChg chg="mod">
          <ac:chgData name="Jean-Louis SCOTTO-DI-QUAQUERO" userId="5b7c4864-d3b3-4c12-a33e-5ea7a2094109" providerId="ADAL" clId="{22D5903A-4F66-432F-99F6-F40130E16CED}" dt="2020-11-19T11:24:12.506" v="5521" actId="20577"/>
          <ac:spMkLst>
            <pc:docMk/>
            <pc:sldMk cId="4167725259" sldId="565"/>
            <ac:spMk id="5" creationId="{1440D30C-A75E-48CA-9A69-D39CA7C53046}"/>
          </ac:spMkLst>
        </pc:spChg>
        <pc:spChg chg="add mod">
          <ac:chgData name="Jean-Louis SCOTTO-DI-QUAQUERO" userId="5b7c4864-d3b3-4c12-a33e-5ea7a2094109" providerId="ADAL" clId="{22D5903A-4F66-432F-99F6-F40130E16CED}" dt="2020-11-19T11:24:19.507" v="5525" actId="1036"/>
          <ac:spMkLst>
            <pc:docMk/>
            <pc:sldMk cId="4167725259" sldId="565"/>
            <ac:spMk id="7" creationId="{05E35942-6531-4AB6-A380-334EA12B0A0E}"/>
          </ac:spMkLst>
        </pc:spChg>
        <pc:spChg chg="add mod">
          <ac:chgData name="Jean-Louis SCOTTO-DI-QUAQUERO" userId="5b7c4864-d3b3-4c12-a33e-5ea7a2094109" providerId="ADAL" clId="{22D5903A-4F66-432F-99F6-F40130E16CED}" dt="2020-11-19T11:23:56.439" v="5520" actId="164"/>
          <ac:spMkLst>
            <pc:docMk/>
            <pc:sldMk cId="4167725259" sldId="565"/>
            <ac:spMk id="9" creationId="{C9595ACA-744A-4AAF-A167-3723B54FCF12}"/>
          </ac:spMkLst>
        </pc:spChg>
        <pc:grpChg chg="add mod">
          <ac:chgData name="Jean-Louis SCOTTO-DI-QUAQUERO" userId="5b7c4864-d3b3-4c12-a33e-5ea7a2094109" providerId="ADAL" clId="{22D5903A-4F66-432F-99F6-F40130E16CED}" dt="2020-11-19T11:23:56.439" v="5520" actId="164"/>
          <ac:grpSpMkLst>
            <pc:docMk/>
            <pc:sldMk cId="4167725259" sldId="565"/>
            <ac:grpSpMk id="12" creationId="{14388C1F-37FF-4EDC-9D14-0CCD6C1EB03F}"/>
          </ac:grpSpMkLst>
        </pc:grpChg>
        <pc:picChg chg="add mod">
          <ac:chgData name="Jean-Louis SCOTTO-DI-QUAQUERO" userId="5b7c4864-d3b3-4c12-a33e-5ea7a2094109" providerId="ADAL" clId="{22D5903A-4F66-432F-99F6-F40130E16CED}" dt="2020-11-19T11:23:56.439" v="5520" actId="164"/>
          <ac:picMkLst>
            <pc:docMk/>
            <pc:sldMk cId="4167725259" sldId="565"/>
            <ac:picMk id="6" creationId="{D58EE1F0-1DBD-43E9-8F6B-709F06CB2DA1}"/>
          </ac:picMkLst>
        </pc:picChg>
        <pc:picChg chg="add mod">
          <ac:chgData name="Jean-Louis SCOTTO-DI-QUAQUERO" userId="5b7c4864-d3b3-4c12-a33e-5ea7a2094109" providerId="ADAL" clId="{22D5903A-4F66-432F-99F6-F40130E16CED}" dt="2020-11-19T11:23:56.439" v="5520" actId="164"/>
          <ac:picMkLst>
            <pc:docMk/>
            <pc:sldMk cId="4167725259" sldId="565"/>
            <ac:picMk id="8" creationId="{F316323D-2ACC-4D0F-9EF0-06767AAA118D}"/>
          </ac:picMkLst>
        </pc:picChg>
        <pc:cxnChg chg="add mod">
          <ac:chgData name="Jean-Louis SCOTTO-DI-QUAQUERO" userId="5b7c4864-d3b3-4c12-a33e-5ea7a2094109" providerId="ADAL" clId="{22D5903A-4F66-432F-99F6-F40130E16CED}" dt="2020-11-19T11:23:56.439" v="5520" actId="164"/>
          <ac:cxnSpMkLst>
            <pc:docMk/>
            <pc:sldMk cId="4167725259" sldId="565"/>
            <ac:cxnSpMk id="11" creationId="{72E487DF-7745-4812-81D1-9921A32A2BFF}"/>
          </ac:cxnSpMkLst>
        </pc:cxnChg>
      </pc:sldChg>
      <pc:sldChg chg="addSp delSp modSp add">
        <pc:chgData name="Jean-Louis SCOTTO-DI-QUAQUERO" userId="5b7c4864-d3b3-4c12-a33e-5ea7a2094109" providerId="ADAL" clId="{22D5903A-4F66-432F-99F6-F40130E16CED}" dt="2020-11-19T13:08:28.767" v="6322" actId="164"/>
        <pc:sldMkLst>
          <pc:docMk/>
          <pc:sldMk cId="179781536" sldId="566"/>
        </pc:sldMkLst>
        <pc:spChg chg="mod">
          <ac:chgData name="Jean-Louis SCOTTO-DI-QUAQUERO" userId="5b7c4864-d3b3-4c12-a33e-5ea7a2094109" providerId="ADAL" clId="{22D5903A-4F66-432F-99F6-F40130E16CED}" dt="2020-11-19T12:58:05.255" v="5810" actId="20577"/>
          <ac:spMkLst>
            <pc:docMk/>
            <pc:sldMk cId="179781536" sldId="566"/>
            <ac:spMk id="4" creationId="{3F550389-D0F7-4A87-9533-584E28819C48}"/>
          </ac:spMkLst>
        </pc:spChg>
        <pc:spChg chg="add del">
          <ac:chgData name="Jean-Louis SCOTTO-DI-QUAQUERO" userId="5b7c4864-d3b3-4c12-a33e-5ea7a2094109" providerId="ADAL" clId="{22D5903A-4F66-432F-99F6-F40130E16CED}" dt="2020-11-19T12:52:38.779" v="5598" actId="478"/>
          <ac:spMkLst>
            <pc:docMk/>
            <pc:sldMk cId="179781536" sldId="566"/>
            <ac:spMk id="5" creationId="{D00C1A95-39AF-4472-83F2-4980CFF5B9DE}"/>
          </ac:spMkLst>
        </pc:spChg>
        <pc:spChg chg="add mod">
          <ac:chgData name="Jean-Louis SCOTTO-DI-QUAQUERO" userId="5b7c4864-d3b3-4c12-a33e-5ea7a2094109" providerId="ADAL" clId="{22D5903A-4F66-432F-99F6-F40130E16CED}" dt="2020-11-19T12:57:50.706" v="5808"/>
          <ac:spMkLst>
            <pc:docMk/>
            <pc:sldMk cId="179781536" sldId="566"/>
            <ac:spMk id="12" creationId="{B637C56C-D291-4CB8-800A-0E6D9DA0C197}"/>
          </ac:spMkLst>
        </pc:spChg>
        <pc:spChg chg="add mod">
          <ac:chgData name="Jean-Louis SCOTTO-DI-QUAQUERO" userId="5b7c4864-d3b3-4c12-a33e-5ea7a2094109" providerId="ADAL" clId="{22D5903A-4F66-432F-99F6-F40130E16CED}" dt="2020-11-19T12:57:53.193" v="5809"/>
          <ac:spMkLst>
            <pc:docMk/>
            <pc:sldMk cId="179781536" sldId="566"/>
            <ac:spMk id="15" creationId="{4589AB7E-C4C2-4F92-91BC-8251935BC41D}"/>
          </ac:spMkLst>
        </pc:spChg>
        <pc:spChg chg="add mod">
          <ac:chgData name="Jean-Louis SCOTTO-DI-QUAQUERO" userId="5b7c4864-d3b3-4c12-a33e-5ea7a2094109" providerId="ADAL" clId="{22D5903A-4F66-432F-99F6-F40130E16CED}" dt="2020-11-19T12:57:24.623" v="5796"/>
          <ac:spMkLst>
            <pc:docMk/>
            <pc:sldMk cId="179781536" sldId="566"/>
            <ac:spMk id="16" creationId="{694B90E1-4507-49BC-A0D3-0F3F4562412E}"/>
          </ac:spMkLst>
        </pc:spChg>
        <pc:spChg chg="add mod">
          <ac:chgData name="Jean-Louis SCOTTO-DI-QUAQUERO" userId="5b7c4864-d3b3-4c12-a33e-5ea7a2094109" providerId="ADAL" clId="{22D5903A-4F66-432F-99F6-F40130E16CED}" dt="2020-11-19T12:57:28.511" v="5797"/>
          <ac:spMkLst>
            <pc:docMk/>
            <pc:sldMk cId="179781536" sldId="566"/>
            <ac:spMk id="18" creationId="{BC040880-DFCD-45DA-8E81-076B7E72D2A4}"/>
          </ac:spMkLst>
        </pc:spChg>
        <pc:grpChg chg="add mod">
          <ac:chgData name="Jean-Louis SCOTTO-DI-QUAQUERO" userId="5b7c4864-d3b3-4c12-a33e-5ea7a2094109" providerId="ADAL" clId="{22D5903A-4F66-432F-99F6-F40130E16CED}" dt="2020-11-19T12:57:13.472" v="5791" actId="554"/>
          <ac:grpSpMkLst>
            <pc:docMk/>
            <pc:sldMk cId="179781536" sldId="566"/>
            <ac:grpSpMk id="19" creationId="{486EE256-A2F1-4A18-BF7E-2CC6529351B6}"/>
          </ac:grpSpMkLst>
        </pc:grpChg>
        <pc:grpChg chg="add mod">
          <ac:chgData name="Jean-Louis SCOTTO-DI-QUAQUERO" userId="5b7c4864-d3b3-4c12-a33e-5ea7a2094109" providerId="ADAL" clId="{22D5903A-4F66-432F-99F6-F40130E16CED}" dt="2020-11-19T12:57:13.472" v="5791" actId="554"/>
          <ac:grpSpMkLst>
            <pc:docMk/>
            <pc:sldMk cId="179781536" sldId="566"/>
            <ac:grpSpMk id="20" creationId="{DF4D4767-4AB0-4932-A962-7ADCB345F7CF}"/>
          </ac:grpSpMkLst>
        </pc:grpChg>
        <pc:grpChg chg="add del mod">
          <ac:chgData name="Jean-Louis SCOTTO-DI-QUAQUERO" userId="5b7c4864-d3b3-4c12-a33e-5ea7a2094109" providerId="ADAL" clId="{22D5903A-4F66-432F-99F6-F40130E16CED}" dt="2020-11-19T13:08:13.276" v="6312" actId="165"/>
          <ac:grpSpMkLst>
            <pc:docMk/>
            <pc:sldMk cId="179781536" sldId="566"/>
            <ac:grpSpMk id="21" creationId="{F0F36397-6F84-45B8-BB82-08CED7C668E1}"/>
          </ac:grpSpMkLst>
        </pc:grpChg>
        <pc:grpChg chg="add mod">
          <ac:chgData name="Jean-Louis SCOTTO-DI-QUAQUERO" userId="5b7c4864-d3b3-4c12-a33e-5ea7a2094109" providerId="ADAL" clId="{22D5903A-4F66-432F-99F6-F40130E16CED}" dt="2020-11-19T13:08:28.767" v="6322" actId="164"/>
          <ac:grpSpMkLst>
            <pc:docMk/>
            <pc:sldMk cId="179781536" sldId="566"/>
            <ac:grpSpMk id="23" creationId="{DD76E69D-CC75-4713-BB70-81C703EF657B}"/>
          </ac:grpSpMkLst>
        </pc:grp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6" creationId="{544383B8-147C-45E8-B222-3DA55BB52078}"/>
          </ac:picMkLst>
        </pc:pic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7" creationId="{A1BA0CF7-2590-4F24-8576-D9527EE13F61}"/>
          </ac:picMkLst>
        </pc:picChg>
        <pc:picChg chg="add del mod">
          <ac:chgData name="Jean-Louis SCOTTO-DI-QUAQUERO" userId="5b7c4864-d3b3-4c12-a33e-5ea7a2094109" providerId="ADAL" clId="{22D5903A-4F66-432F-99F6-F40130E16CED}" dt="2020-11-19T12:53:02.969" v="5618" actId="478"/>
          <ac:picMkLst>
            <pc:docMk/>
            <pc:sldMk cId="179781536" sldId="566"/>
            <ac:picMk id="8" creationId="{815E0F22-0F5E-4A36-A68B-123945244982}"/>
          </ac:picMkLst>
        </pc:pic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9" creationId="{DF484A2F-DDF0-4F3A-8A0E-1EE405788F4E}"/>
          </ac:picMkLst>
        </pc:picChg>
        <pc:picChg chg="add mod">
          <ac:chgData name="Jean-Louis SCOTTO-DI-QUAQUERO" userId="5b7c4864-d3b3-4c12-a33e-5ea7a2094109" providerId="ADAL" clId="{22D5903A-4F66-432F-99F6-F40130E16CED}" dt="2020-11-19T12:56:54.204" v="5787" actId="14100"/>
          <ac:picMkLst>
            <pc:docMk/>
            <pc:sldMk cId="179781536" sldId="566"/>
            <ac:picMk id="10" creationId="{302FC48F-A29C-4A9C-B6A1-1C356223FCBC}"/>
          </ac:picMkLst>
        </pc:picChg>
        <pc:picChg chg="add mod">
          <ac:chgData name="Jean-Louis SCOTTO-DI-QUAQUERO" userId="5b7c4864-d3b3-4c12-a33e-5ea7a2094109" providerId="ADAL" clId="{22D5903A-4F66-432F-99F6-F40130E16CED}" dt="2020-11-19T12:56:54.204" v="5787" actId="14100"/>
          <ac:picMkLst>
            <pc:docMk/>
            <pc:sldMk cId="179781536" sldId="566"/>
            <ac:picMk id="11" creationId="{0BA600D1-32C8-4A12-B5ED-EC9A6B52D603}"/>
          </ac:picMkLst>
        </pc:picChg>
        <pc:picChg chg="add mod">
          <ac:chgData name="Jean-Louis SCOTTO-DI-QUAQUERO" userId="5b7c4864-d3b3-4c12-a33e-5ea7a2094109" providerId="ADAL" clId="{22D5903A-4F66-432F-99F6-F40130E16CED}" dt="2020-11-19T12:57:04.546" v="5789" actId="164"/>
          <ac:picMkLst>
            <pc:docMk/>
            <pc:sldMk cId="179781536" sldId="566"/>
            <ac:picMk id="13" creationId="{824B2790-A855-4A22-80C7-D189AB86B004}"/>
          </ac:picMkLst>
        </pc:picChg>
        <pc:picChg chg="add mod">
          <ac:chgData name="Jean-Louis SCOTTO-DI-QUAQUERO" userId="5b7c4864-d3b3-4c12-a33e-5ea7a2094109" providerId="ADAL" clId="{22D5903A-4F66-432F-99F6-F40130E16CED}" dt="2020-11-19T12:57:04.546" v="5789" actId="164"/>
          <ac:picMkLst>
            <pc:docMk/>
            <pc:sldMk cId="179781536" sldId="566"/>
            <ac:picMk id="14" creationId="{6FC794B8-78F7-4AE2-BAD4-7410029E0294}"/>
          </ac:picMkLst>
        </pc:picChg>
        <pc:picChg chg="add mod">
          <ac:chgData name="Jean-Louis SCOTTO-DI-QUAQUERO" userId="5b7c4864-d3b3-4c12-a33e-5ea7a2094109" providerId="ADAL" clId="{22D5903A-4F66-432F-99F6-F40130E16CED}" dt="2020-11-19T12:56:32.450" v="5781" actId="1076"/>
          <ac:picMkLst>
            <pc:docMk/>
            <pc:sldMk cId="179781536" sldId="566"/>
            <ac:picMk id="17" creationId="{12DB5BFF-F3C1-4657-A841-A719D96881D7}"/>
          </ac:picMkLst>
        </pc:picChg>
        <pc:picChg chg="add mod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22" creationId="{ADB75D03-7843-4A37-813C-F14C3AA62587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19T13:06:51.624" v="6305" actId="20577"/>
        <pc:sldMkLst>
          <pc:docMk/>
          <pc:sldMk cId="1356263809" sldId="567"/>
        </pc:sldMkLst>
        <pc:spChg chg="mod">
          <ac:chgData name="Jean-Louis SCOTTO-DI-QUAQUERO" userId="5b7c4864-d3b3-4c12-a33e-5ea7a2094109" providerId="ADAL" clId="{22D5903A-4F66-432F-99F6-F40130E16CED}" dt="2020-11-19T13:02:44.057" v="6047" actId="14100"/>
          <ac:spMkLst>
            <pc:docMk/>
            <pc:sldMk cId="1356263809" sldId="567"/>
            <ac:spMk id="12" creationId="{B637C56C-D291-4CB8-800A-0E6D9DA0C197}"/>
          </ac:spMkLst>
        </pc:spChg>
        <pc:spChg chg="mod ord">
          <ac:chgData name="Jean-Louis SCOTTO-DI-QUAQUERO" userId="5b7c4864-d3b3-4c12-a33e-5ea7a2094109" providerId="ADAL" clId="{22D5903A-4F66-432F-99F6-F40130E16CED}" dt="2020-11-19T13:02:39.887" v="6045" actId="14100"/>
          <ac:spMkLst>
            <pc:docMk/>
            <pc:sldMk cId="1356263809" sldId="567"/>
            <ac:spMk id="15" creationId="{4589AB7E-C4C2-4F92-91BC-8251935BC41D}"/>
          </ac:spMkLst>
        </pc:spChg>
        <pc:spChg chg="mod">
          <ac:chgData name="Jean-Louis SCOTTO-DI-QUAQUERO" userId="5b7c4864-d3b3-4c12-a33e-5ea7a2094109" providerId="ADAL" clId="{22D5903A-4F66-432F-99F6-F40130E16CED}" dt="2020-11-19T13:06:51.624" v="6305" actId="20577"/>
          <ac:spMkLst>
            <pc:docMk/>
            <pc:sldMk cId="1356263809" sldId="567"/>
            <ac:spMk id="16" creationId="{694B90E1-4507-49BC-A0D3-0F3F4562412E}"/>
          </ac:spMkLst>
        </pc:spChg>
        <pc:spChg chg="del">
          <ac:chgData name="Jean-Louis SCOTTO-DI-QUAQUERO" userId="5b7c4864-d3b3-4c12-a33e-5ea7a2094109" providerId="ADAL" clId="{22D5903A-4F66-432F-99F6-F40130E16CED}" dt="2020-11-19T12:58:47.958" v="5819" actId="478"/>
          <ac:spMkLst>
            <pc:docMk/>
            <pc:sldMk cId="1356263809" sldId="567"/>
            <ac:spMk id="18" creationId="{BC040880-DFCD-45DA-8E81-076B7E72D2A4}"/>
          </ac:spMkLst>
        </pc:spChg>
        <pc:spChg chg="add mod">
          <ac:chgData name="Jean-Louis SCOTTO-DI-QUAQUERO" userId="5b7c4864-d3b3-4c12-a33e-5ea7a2094109" providerId="ADAL" clId="{22D5903A-4F66-432F-99F6-F40130E16CED}" dt="2020-11-19T13:04:13.773" v="6191" actId="313"/>
          <ac:spMkLst>
            <pc:docMk/>
            <pc:sldMk cId="1356263809" sldId="567"/>
            <ac:spMk id="23" creationId="{A3349186-4064-41B0-B49B-27F5A0BD5B48}"/>
          </ac:spMkLst>
        </pc:spChg>
        <pc:spChg chg="add mod">
          <ac:chgData name="Jean-Louis SCOTTO-DI-QUAQUERO" userId="5b7c4864-d3b3-4c12-a33e-5ea7a2094109" providerId="ADAL" clId="{22D5903A-4F66-432F-99F6-F40130E16CED}" dt="2020-11-19T13:05:19.701" v="6263" actId="20577"/>
          <ac:spMkLst>
            <pc:docMk/>
            <pc:sldMk cId="1356263809" sldId="567"/>
            <ac:spMk id="24" creationId="{F5B082F9-DA9D-4334-9F83-88EE84950EC1}"/>
          </ac:spMkLst>
        </pc:spChg>
        <pc:grpChg chg="del">
          <ac:chgData name="Jean-Louis SCOTTO-DI-QUAQUERO" userId="5b7c4864-d3b3-4c12-a33e-5ea7a2094109" providerId="ADAL" clId="{22D5903A-4F66-432F-99F6-F40130E16CED}" dt="2020-11-19T12:58:45.865" v="5817" actId="478"/>
          <ac:grpSpMkLst>
            <pc:docMk/>
            <pc:sldMk cId="1356263809" sldId="567"/>
            <ac:grpSpMk id="19" creationId="{486EE256-A2F1-4A18-BF7E-2CC6529351B6}"/>
          </ac:grpSpMkLst>
        </pc:grpChg>
        <pc:grpChg chg="del">
          <ac:chgData name="Jean-Louis SCOTTO-DI-QUAQUERO" userId="5b7c4864-d3b3-4c12-a33e-5ea7a2094109" providerId="ADAL" clId="{22D5903A-4F66-432F-99F6-F40130E16CED}" dt="2020-11-19T12:58:45.454" v="5816" actId="478"/>
          <ac:grpSpMkLst>
            <pc:docMk/>
            <pc:sldMk cId="1356263809" sldId="567"/>
            <ac:grpSpMk id="20" creationId="{DF4D4767-4AB0-4932-A962-7ADCB345F7CF}"/>
          </ac:grpSpMkLst>
        </pc:grpChg>
        <pc:grpChg chg="del">
          <ac:chgData name="Jean-Louis SCOTTO-DI-QUAQUERO" userId="5b7c4864-d3b3-4c12-a33e-5ea7a2094109" providerId="ADAL" clId="{22D5903A-4F66-432F-99F6-F40130E16CED}" dt="2020-11-19T12:58:44.986" v="5815" actId="478"/>
          <ac:grpSpMkLst>
            <pc:docMk/>
            <pc:sldMk cId="1356263809" sldId="567"/>
            <ac:grpSpMk id="21" creationId="{F0F36397-6F84-45B8-BB82-08CED7C668E1}"/>
          </ac:grpSpMkLst>
        </pc:grpChg>
        <pc:picChg chg="del">
          <ac:chgData name="Jean-Louis SCOTTO-DI-QUAQUERO" userId="5b7c4864-d3b3-4c12-a33e-5ea7a2094109" providerId="ADAL" clId="{22D5903A-4F66-432F-99F6-F40130E16CED}" dt="2020-11-19T12:58:46.560" v="5818" actId="478"/>
          <ac:picMkLst>
            <pc:docMk/>
            <pc:sldMk cId="1356263809" sldId="567"/>
            <ac:picMk id="17" creationId="{12DB5BFF-F3C1-4657-A841-A719D96881D7}"/>
          </ac:picMkLst>
        </pc:picChg>
        <pc:picChg chg="add mod">
          <ac:chgData name="Jean-Louis SCOTTO-DI-QUAQUERO" userId="5b7c4864-d3b3-4c12-a33e-5ea7a2094109" providerId="ADAL" clId="{22D5903A-4F66-432F-99F6-F40130E16CED}" dt="2020-11-19T13:05:29.189" v="6264" actId="1076"/>
          <ac:picMkLst>
            <pc:docMk/>
            <pc:sldMk cId="1356263809" sldId="567"/>
            <ac:picMk id="22" creationId="{C31BEEE8-02FC-4518-A047-32BB2DB7B255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23T15:40:26.389" v="12030" actId="1076"/>
        <pc:sldMkLst>
          <pc:docMk/>
          <pc:sldMk cId="2422021966" sldId="568"/>
        </pc:sldMkLst>
        <pc:spChg chg="mod">
          <ac:chgData name="Jean-Louis SCOTTO-DI-QUAQUERO" userId="5b7c4864-d3b3-4c12-a33e-5ea7a2094109" providerId="ADAL" clId="{22D5903A-4F66-432F-99F6-F40130E16CED}" dt="2020-11-19T16:23:31.397" v="10457" actId="20577"/>
          <ac:spMkLst>
            <pc:docMk/>
            <pc:sldMk cId="2422021966" sldId="568"/>
            <ac:spMk id="4" creationId="{F2C68CA0-FC41-471A-836B-916CB3D235B1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3" creationId="{4E0E57DA-1116-4619-83BA-5B0AE9DBFBAD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4" creationId="{E6CF7F8B-AF26-4B3D-93A9-C2304C6F0E60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5" creationId="{41A434E8-3231-47ED-B50A-9271009C3DE1}"/>
          </ac:spMkLst>
        </pc:spChg>
        <pc:spChg chg="add del mod">
          <ac:chgData name="Jean-Louis SCOTTO-DI-QUAQUERO" userId="5b7c4864-d3b3-4c12-a33e-5ea7a2094109" providerId="ADAL" clId="{22D5903A-4F66-432F-99F6-F40130E16CED}" dt="2020-11-19T16:28:06.830" v="10592" actId="11529"/>
          <ac:spMkLst>
            <pc:docMk/>
            <pc:sldMk cId="2422021966" sldId="568"/>
            <ac:spMk id="16" creationId="{ECB6B42D-EC8B-438A-9297-5D2044B254A9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2.999" v="10648" actId="478"/>
          <ac:spMkLst>
            <pc:docMk/>
            <pc:sldMk cId="2422021966" sldId="568"/>
            <ac:spMk id="17" creationId="{339F253F-1339-4F4E-8A33-8278264A3A72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3.780" v="10649" actId="478"/>
          <ac:spMkLst>
            <pc:docMk/>
            <pc:sldMk cId="2422021966" sldId="568"/>
            <ac:spMk id="18" creationId="{888CC757-91DF-4228-8C88-253E29666F0F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4.675" v="10650" actId="478"/>
          <ac:spMkLst>
            <pc:docMk/>
            <pc:sldMk cId="2422021966" sldId="568"/>
            <ac:spMk id="19" creationId="{6C2CBF2A-A053-4FE4-8612-976B13E7313D}"/>
          </ac:spMkLst>
        </pc:spChg>
        <pc:spChg chg="add mod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21" creationId="{41251C88-76A2-4BF7-95D3-9D6EA427A140}"/>
          </ac:spMkLst>
        </pc:spChg>
        <pc:grpChg chg="add del mod ord">
          <ac:chgData name="Jean-Louis SCOTTO-DI-QUAQUERO" userId="5b7c4864-d3b3-4c12-a33e-5ea7a2094109" providerId="ADAL" clId="{22D5903A-4F66-432F-99F6-F40130E16CED}" dt="2020-11-19T16:31:40.380" v="10647" actId="165"/>
          <ac:grpSpMkLst>
            <pc:docMk/>
            <pc:sldMk cId="2422021966" sldId="568"/>
            <ac:grpSpMk id="20" creationId="{DFDEC9AE-A511-4B36-89FD-52364812C648}"/>
          </ac:grpSpMkLst>
        </pc:grpChg>
        <pc:grpChg chg="add mod">
          <ac:chgData name="Jean-Louis SCOTTO-DI-QUAQUERO" userId="5b7c4864-d3b3-4c12-a33e-5ea7a2094109" providerId="ADAL" clId="{22D5903A-4F66-432F-99F6-F40130E16CED}" dt="2020-11-19T16:32:44.883" v="10671" actId="338"/>
          <ac:grpSpMkLst>
            <pc:docMk/>
            <pc:sldMk cId="2422021966" sldId="568"/>
            <ac:grpSpMk id="33" creationId="{37DCBBDC-9217-4911-AA8E-F0B00A7CFA16}"/>
          </ac:grpSpMkLst>
        </pc:grpChg>
        <pc:grpChg chg="add mod ord">
          <ac:chgData name="Jean-Louis SCOTTO-DI-QUAQUERO" userId="5b7c4864-d3b3-4c12-a33e-5ea7a2094109" providerId="ADAL" clId="{22D5903A-4F66-432F-99F6-F40130E16CED}" dt="2020-11-23T15:40:13.133" v="12026" actId="167"/>
          <ac:grpSpMkLst>
            <pc:docMk/>
            <pc:sldMk cId="2422021966" sldId="568"/>
            <ac:grpSpMk id="34" creationId="{468F27F9-7B99-4767-A079-D1942432D095}"/>
          </ac:grpSpMkLst>
        </pc:grpChg>
        <pc:picChg chg="add del mod">
          <ac:chgData name="Jean-Louis SCOTTO-DI-QUAQUERO" userId="5b7c4864-d3b3-4c12-a33e-5ea7a2094109" providerId="ADAL" clId="{22D5903A-4F66-432F-99F6-F40130E16CED}" dt="2020-11-19T16:25:33.974" v="10458" actId="478"/>
          <ac:picMkLst>
            <pc:docMk/>
            <pc:sldMk cId="2422021966" sldId="568"/>
            <ac:picMk id="5" creationId="{D8FFB2FB-AA00-4055-968E-4E846F3964EB}"/>
          </ac:picMkLst>
        </pc:picChg>
        <pc:picChg chg="del">
          <ac:chgData name="Jean-Louis SCOTTO-DI-QUAQUERO" userId="5b7c4864-d3b3-4c12-a33e-5ea7a2094109" providerId="ADAL" clId="{22D5903A-4F66-432F-99F6-F40130E16CED}" dt="2020-11-19T14:07:41.039" v="9105" actId="478"/>
          <ac:picMkLst>
            <pc:docMk/>
            <pc:sldMk cId="2422021966" sldId="568"/>
            <ac:picMk id="6" creationId="{FFC7E246-F057-4FF6-8077-7C80BC808E11}"/>
          </ac:picMkLst>
        </pc:picChg>
        <pc:picChg chg="add mod">
          <ac:chgData name="Jean-Louis SCOTTO-DI-QUAQUERO" userId="5b7c4864-d3b3-4c12-a33e-5ea7a2094109" providerId="ADAL" clId="{22D5903A-4F66-432F-99F6-F40130E16CED}" dt="2020-11-19T16:30:40.016" v="10629" actId="1076"/>
          <ac:picMkLst>
            <pc:docMk/>
            <pc:sldMk cId="2422021966" sldId="568"/>
            <ac:picMk id="7" creationId="{6F74DB49-B261-41FA-9B32-2F7A6B3FAB3B}"/>
          </ac:picMkLst>
        </pc:picChg>
        <pc:picChg chg="add mod">
          <ac:chgData name="Jean-Louis SCOTTO-DI-QUAQUERO" userId="5b7c4864-d3b3-4c12-a33e-5ea7a2094109" providerId="ADAL" clId="{22D5903A-4F66-432F-99F6-F40130E16CED}" dt="2020-11-23T15:40:26.389" v="12030" actId="1076"/>
          <ac:picMkLst>
            <pc:docMk/>
            <pc:sldMk cId="2422021966" sldId="568"/>
            <ac:picMk id="8" creationId="{EDFEE964-81EB-4079-9E04-662FDD547580}"/>
          </ac:picMkLst>
        </pc:picChg>
        <pc:picChg chg="add mod">
          <ac:chgData name="Jean-Louis SCOTTO-DI-QUAQUERO" userId="5b7c4864-d3b3-4c12-a33e-5ea7a2094109" providerId="ADAL" clId="{22D5903A-4F66-432F-99F6-F40130E16CED}" dt="2020-11-23T15:40:20.971" v="12029" actId="1076"/>
          <ac:picMkLst>
            <pc:docMk/>
            <pc:sldMk cId="2422021966" sldId="568"/>
            <ac:picMk id="9" creationId="{D448D27D-F7D6-44A0-A3F1-6CD9798E52E4}"/>
          </ac:picMkLst>
        </pc:picChg>
        <pc:picChg chg="add mod">
          <ac:chgData name="Jean-Louis SCOTTO-DI-QUAQUERO" userId="5b7c4864-d3b3-4c12-a33e-5ea7a2094109" providerId="ADAL" clId="{22D5903A-4F66-432F-99F6-F40130E16CED}" dt="2020-11-23T15:40:20.971" v="12029" actId="1076"/>
          <ac:picMkLst>
            <pc:docMk/>
            <pc:sldMk cId="2422021966" sldId="568"/>
            <ac:picMk id="11" creationId="{1587F115-F711-4736-9CB7-A77F40BD40B6}"/>
          </ac:picMkLst>
        </pc:picChg>
        <pc:picChg chg="add mod ord topLvl">
          <ac:chgData name="Jean-Louis SCOTTO-DI-QUAQUERO" userId="5b7c4864-d3b3-4c12-a33e-5ea7a2094109" providerId="ADAL" clId="{22D5903A-4F66-432F-99F6-F40130E16CED}" dt="2020-11-19T16:32:53.200" v="10672" actId="164"/>
          <ac:picMkLst>
            <pc:docMk/>
            <pc:sldMk cId="2422021966" sldId="568"/>
            <ac:picMk id="12" creationId="{DA45F3F2-E1D1-4B6F-8A0A-21D1AB944E5B}"/>
          </ac:picMkLst>
        </pc:pic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3" creationId="{3F3681B3-4AA2-47DF-BD6B-E85FF62A5627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4" creationId="{1A906633-F80C-466C-BC27-F78A02FE1B8C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7" creationId="{5B0748CE-6914-4562-A059-FC6AA046CA09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30" creationId="{A8365525-DEE9-40AE-9C23-0CF6A511D133}"/>
          </ac:cxnSpMkLst>
        </pc:cxnChg>
      </pc:sldChg>
      <pc:sldChg chg="addSp modSp add">
        <pc:chgData name="Jean-Louis SCOTTO-DI-QUAQUERO" userId="5b7c4864-d3b3-4c12-a33e-5ea7a2094109" providerId="ADAL" clId="{22D5903A-4F66-432F-99F6-F40130E16CED}" dt="2020-11-19T17:36:50.149" v="11411" actId="20577"/>
        <pc:sldMkLst>
          <pc:docMk/>
          <pc:sldMk cId="97312507" sldId="569"/>
        </pc:sldMkLst>
        <pc:spChg chg="mod">
          <ac:chgData name="Jean-Louis SCOTTO-DI-QUAQUERO" userId="5b7c4864-d3b3-4c12-a33e-5ea7a2094109" providerId="ADAL" clId="{22D5903A-4F66-432F-99F6-F40130E16CED}" dt="2020-11-19T17:26:54.113" v="11242" actId="313"/>
          <ac:spMkLst>
            <pc:docMk/>
            <pc:sldMk cId="97312507" sldId="569"/>
            <ac:spMk id="4" creationId="{89079402-EF6B-4439-ACEA-1BAF61813CB5}"/>
          </ac:spMkLst>
        </pc:spChg>
        <pc:spChg chg="mod">
          <ac:chgData name="Jean-Louis SCOTTO-DI-QUAQUERO" userId="5b7c4864-d3b3-4c12-a33e-5ea7a2094109" providerId="ADAL" clId="{22D5903A-4F66-432F-99F6-F40130E16CED}" dt="2020-11-19T17:36:50.149" v="11411" actId="20577"/>
          <ac:spMkLst>
            <pc:docMk/>
            <pc:sldMk cId="97312507" sldId="569"/>
            <ac:spMk id="5" creationId="{B3E9D0DD-6B15-4252-9122-9A13A90D28B2}"/>
          </ac:spMkLst>
        </pc:spChg>
        <pc:picChg chg="add mod">
          <ac:chgData name="Jean-Louis SCOTTO-DI-QUAQUERO" userId="5b7c4864-d3b3-4c12-a33e-5ea7a2094109" providerId="ADAL" clId="{22D5903A-4F66-432F-99F6-F40130E16CED}" dt="2020-11-19T17:29:41.996" v="11270" actId="1076"/>
          <ac:picMkLst>
            <pc:docMk/>
            <pc:sldMk cId="97312507" sldId="569"/>
            <ac:picMk id="2050" creationId="{E69115F5-544D-4653-9F41-FF0536E6960D}"/>
          </ac:picMkLst>
        </pc:picChg>
      </pc:sldChg>
      <pc:sldChg chg="addSp delSp modSp add modNotesTx">
        <pc:chgData name="Jean-Louis SCOTTO-DI-QUAQUERO" userId="5b7c4864-d3b3-4c12-a33e-5ea7a2094109" providerId="ADAL" clId="{22D5903A-4F66-432F-99F6-F40130E16CED}" dt="2020-11-23T15:27:31.727" v="12020" actId="20577"/>
        <pc:sldMkLst>
          <pc:docMk/>
          <pc:sldMk cId="3780633596" sldId="570"/>
        </pc:sldMkLst>
        <pc:spChg chg="mod">
          <ac:chgData name="Jean-Louis SCOTTO-DI-QUAQUERO" userId="5b7c4864-d3b3-4c12-a33e-5ea7a2094109" providerId="ADAL" clId="{22D5903A-4F66-432F-99F6-F40130E16CED}" dt="2020-11-23T15:27:31.727" v="12020" actId="20577"/>
          <ac:spMkLst>
            <pc:docMk/>
            <pc:sldMk cId="3780633596" sldId="570"/>
            <ac:spMk id="4" creationId="{3F550389-D0F7-4A87-9533-584E28819C48}"/>
          </ac:spMkLst>
        </pc:spChg>
        <pc:spChg chg="add del mod">
          <ac:chgData name="Jean-Louis SCOTTO-DI-QUAQUERO" userId="5b7c4864-d3b3-4c12-a33e-5ea7a2094109" providerId="ADAL" clId="{22D5903A-4F66-432F-99F6-F40130E16CED}" dt="2020-11-23T15:20:11.201" v="11842" actId="478"/>
          <ac:spMkLst>
            <pc:docMk/>
            <pc:sldMk cId="3780633596" sldId="570"/>
            <ac:spMk id="5" creationId="{095A0295-C735-4B81-B815-89AF1DD7593C}"/>
          </ac:spMkLst>
        </pc:spChg>
        <pc:spChg chg="add del mod">
          <ac:chgData name="Jean-Louis SCOTTO-DI-QUAQUERO" userId="5b7c4864-d3b3-4c12-a33e-5ea7a2094109" providerId="ADAL" clId="{22D5903A-4F66-432F-99F6-F40130E16CED}" dt="2020-11-23T15:17:27.929" v="11663" actId="478"/>
          <ac:spMkLst>
            <pc:docMk/>
            <pc:sldMk cId="3780633596" sldId="570"/>
            <ac:spMk id="7" creationId="{CD93B78A-C8F2-44C7-8272-1D722CC941D0}"/>
          </ac:spMkLst>
        </pc:spChg>
        <pc:spChg chg="add mod">
          <ac:chgData name="Jean-Louis SCOTTO-DI-QUAQUERO" userId="5b7c4864-d3b3-4c12-a33e-5ea7a2094109" providerId="ADAL" clId="{22D5903A-4F66-432F-99F6-F40130E16CED}" dt="2020-11-23T15:22:10.164" v="11850" actId="20577"/>
          <ac:spMkLst>
            <pc:docMk/>
            <pc:sldMk cId="3780633596" sldId="570"/>
            <ac:spMk id="9" creationId="{E3B82CBD-0A0C-406E-8BD3-7D79430D6561}"/>
          </ac:spMkLst>
        </pc:spChg>
        <pc:spChg chg="add mod">
          <ac:chgData name="Jean-Louis SCOTTO-DI-QUAQUERO" userId="5b7c4864-d3b3-4c12-a33e-5ea7a2094109" providerId="ADAL" clId="{22D5903A-4F66-432F-99F6-F40130E16CED}" dt="2020-11-23T15:22:03.266" v="11849" actId="1076"/>
          <ac:spMkLst>
            <pc:docMk/>
            <pc:sldMk cId="3780633596" sldId="570"/>
            <ac:spMk id="10" creationId="{A83C155E-C591-46D3-8C89-D91A77FE1CCE}"/>
          </ac:spMkLst>
        </pc:spChg>
        <pc:spChg chg="del">
          <ac:chgData name="Jean-Louis SCOTTO-DI-QUAQUERO" userId="5b7c4864-d3b3-4c12-a33e-5ea7a2094109" providerId="ADAL" clId="{22D5903A-4F66-432F-99F6-F40130E16CED}" dt="2020-11-23T15:09:08.268" v="11528" actId="478"/>
          <ac:spMkLst>
            <pc:docMk/>
            <pc:sldMk cId="3780633596" sldId="570"/>
            <ac:spMk id="12" creationId="{B637C56C-D291-4CB8-800A-0E6D9DA0C197}"/>
          </ac:spMkLst>
        </pc:spChg>
        <pc:spChg chg="add mod">
          <ac:chgData name="Jean-Louis SCOTTO-DI-QUAQUERO" userId="5b7c4864-d3b3-4c12-a33e-5ea7a2094109" providerId="ADAL" clId="{22D5903A-4F66-432F-99F6-F40130E16CED}" dt="2020-11-23T15:25:21.822" v="12004" actId="14100"/>
          <ac:spMkLst>
            <pc:docMk/>
            <pc:sldMk cId="3780633596" sldId="570"/>
            <ac:spMk id="13" creationId="{53C690D4-56B1-48DC-8E8D-8A950A87CAD2}"/>
          </ac:spMkLst>
        </pc:spChg>
        <pc:spChg chg="add mod">
          <ac:chgData name="Jean-Louis SCOTTO-DI-QUAQUERO" userId="5b7c4864-d3b3-4c12-a33e-5ea7a2094109" providerId="ADAL" clId="{22D5903A-4F66-432F-99F6-F40130E16CED}" dt="2020-11-23T15:24:34.395" v="11995" actId="1076"/>
          <ac:spMkLst>
            <pc:docMk/>
            <pc:sldMk cId="3780633596" sldId="570"/>
            <ac:spMk id="14" creationId="{8BA1F413-C05F-4D83-BDE4-9C331481AEDD}"/>
          </ac:spMkLst>
        </pc:spChg>
        <pc:spChg chg="del">
          <ac:chgData name="Jean-Louis SCOTTO-DI-QUAQUERO" userId="5b7c4864-d3b3-4c12-a33e-5ea7a2094109" providerId="ADAL" clId="{22D5903A-4F66-432F-99F6-F40130E16CED}" dt="2020-11-23T15:09:09.078" v="11529" actId="478"/>
          <ac:spMkLst>
            <pc:docMk/>
            <pc:sldMk cId="3780633596" sldId="570"/>
            <ac:spMk id="15" creationId="{4589AB7E-C4C2-4F92-91BC-8251935BC41D}"/>
          </ac:spMkLst>
        </pc:spChg>
        <pc:spChg chg="del">
          <ac:chgData name="Jean-Louis SCOTTO-DI-QUAQUERO" userId="5b7c4864-d3b3-4c12-a33e-5ea7a2094109" providerId="ADAL" clId="{22D5903A-4F66-432F-99F6-F40130E16CED}" dt="2020-11-23T15:09:04.449" v="11524" actId="478"/>
          <ac:spMkLst>
            <pc:docMk/>
            <pc:sldMk cId="3780633596" sldId="570"/>
            <ac:spMk id="16" creationId="{694B90E1-4507-49BC-A0D3-0F3F4562412E}"/>
          </ac:spMkLst>
        </pc:spChg>
        <pc:spChg chg="add mod">
          <ac:chgData name="Jean-Louis SCOTTO-DI-QUAQUERO" userId="5b7c4864-d3b3-4c12-a33e-5ea7a2094109" providerId="ADAL" clId="{22D5903A-4F66-432F-99F6-F40130E16CED}" dt="2020-11-23T15:25:24.115" v="12005" actId="14100"/>
          <ac:spMkLst>
            <pc:docMk/>
            <pc:sldMk cId="3780633596" sldId="570"/>
            <ac:spMk id="17" creationId="{9E363B60-6F05-4184-999B-D6A19DACBE68}"/>
          </ac:spMkLst>
        </pc:spChg>
        <pc:spChg chg="del">
          <ac:chgData name="Jean-Louis SCOTTO-DI-QUAQUERO" userId="5b7c4864-d3b3-4c12-a33e-5ea7a2094109" providerId="ADAL" clId="{22D5903A-4F66-432F-99F6-F40130E16CED}" dt="2020-11-23T15:09:06.086" v="11526" actId="478"/>
          <ac:spMkLst>
            <pc:docMk/>
            <pc:sldMk cId="3780633596" sldId="570"/>
            <ac:spMk id="23" creationId="{A3349186-4064-41B0-B49B-27F5A0BD5B48}"/>
          </ac:spMkLst>
        </pc:spChg>
        <pc:spChg chg="del">
          <ac:chgData name="Jean-Louis SCOTTO-DI-QUAQUERO" userId="5b7c4864-d3b3-4c12-a33e-5ea7a2094109" providerId="ADAL" clId="{22D5903A-4F66-432F-99F6-F40130E16CED}" dt="2020-11-23T15:09:07.085" v="11527" actId="478"/>
          <ac:spMkLst>
            <pc:docMk/>
            <pc:sldMk cId="3780633596" sldId="570"/>
            <ac:spMk id="24" creationId="{F5B082F9-DA9D-4334-9F83-88EE84950EC1}"/>
          </ac:spMkLst>
        </pc:spChg>
        <pc:picChg chg="add mod">
          <ac:chgData name="Jean-Louis SCOTTO-DI-QUAQUERO" userId="5b7c4864-d3b3-4c12-a33e-5ea7a2094109" providerId="ADAL" clId="{22D5903A-4F66-432F-99F6-F40130E16CED}" dt="2020-11-23T15:25:30.501" v="12006" actId="1076"/>
          <ac:picMkLst>
            <pc:docMk/>
            <pc:sldMk cId="3780633596" sldId="570"/>
            <ac:picMk id="6" creationId="{1A769605-A6EF-4A17-84BC-5B2D615651F8}"/>
          </ac:picMkLst>
        </pc:picChg>
        <pc:picChg chg="add mod">
          <ac:chgData name="Jean-Louis SCOTTO-DI-QUAQUERO" userId="5b7c4864-d3b3-4c12-a33e-5ea7a2094109" providerId="ADAL" clId="{22D5903A-4F66-432F-99F6-F40130E16CED}" dt="2020-11-23T15:25:34.071" v="12007" actId="1076"/>
          <ac:picMkLst>
            <pc:docMk/>
            <pc:sldMk cId="3780633596" sldId="570"/>
            <ac:picMk id="8" creationId="{EA82FFC9-948B-4D0E-ADD1-BA83F0E35EDB}"/>
          </ac:picMkLst>
        </pc:picChg>
        <pc:picChg chg="add mod">
          <ac:chgData name="Jean-Louis SCOTTO-DI-QUAQUERO" userId="5b7c4864-d3b3-4c12-a33e-5ea7a2094109" providerId="ADAL" clId="{22D5903A-4F66-432F-99F6-F40130E16CED}" dt="2020-11-23T15:22:18.862" v="11851" actId="1076"/>
          <ac:picMkLst>
            <pc:docMk/>
            <pc:sldMk cId="3780633596" sldId="570"/>
            <ac:picMk id="11" creationId="{011644A9-FADF-46C7-ACD6-D0601177A7BD}"/>
          </ac:picMkLst>
        </pc:picChg>
        <pc:picChg chg="add mod">
          <ac:chgData name="Jean-Louis SCOTTO-DI-QUAQUERO" userId="5b7c4864-d3b3-4c12-a33e-5ea7a2094109" providerId="ADAL" clId="{22D5903A-4F66-432F-99F6-F40130E16CED}" dt="2020-11-23T15:25:10.132" v="12001" actId="1076"/>
          <ac:picMkLst>
            <pc:docMk/>
            <pc:sldMk cId="3780633596" sldId="570"/>
            <ac:picMk id="18" creationId="{7BA069D6-F24B-4F33-BCE0-6FA017FDE017}"/>
          </ac:picMkLst>
        </pc:picChg>
        <pc:picChg chg="del">
          <ac:chgData name="Jean-Louis SCOTTO-DI-QUAQUERO" userId="5b7c4864-d3b3-4c12-a33e-5ea7a2094109" providerId="ADAL" clId="{22D5903A-4F66-432F-99F6-F40130E16CED}" dt="2020-11-23T15:09:04.929" v="11525" actId="478"/>
          <ac:picMkLst>
            <pc:docMk/>
            <pc:sldMk cId="3780633596" sldId="570"/>
            <ac:picMk id="22" creationId="{C31BEEE8-02FC-4518-A047-32BB2DB7B255}"/>
          </ac:picMkLst>
        </pc:picChg>
      </pc:sldChg>
      <pc:sldMasterChg chg="modSp modSldLayout">
        <pc:chgData name="Jean-Louis SCOTTO-DI-QUAQUERO" userId="5b7c4864-d3b3-4c12-a33e-5ea7a2094109" providerId="ADAL" clId="{22D5903A-4F66-432F-99F6-F40130E16CED}" dt="2020-11-19T08:25:40.898" v="1211" actId="207"/>
        <pc:sldMasterMkLst>
          <pc:docMk/>
          <pc:sldMasterMk cId="2778691957" sldId="2147483648"/>
        </pc:sldMasterMkLst>
        <pc:spChg chg="mod">
          <ac:chgData name="Jean-Louis SCOTTO-DI-QUAQUERO" userId="5b7c4864-d3b3-4c12-a33e-5ea7a2094109" providerId="ADAL" clId="{22D5903A-4F66-432F-99F6-F40130E16CED}" dt="2020-11-19T08:19:06.817" v="1205" actId="403"/>
          <ac:spMkLst>
            <pc:docMk/>
            <pc:sldMasterMk cId="2778691957" sldId="2147483648"/>
            <ac:spMk id="2" creationId="{00000000-0000-0000-0000-000000000000}"/>
          </ac:spMkLst>
        </pc:spChg>
        <pc:sldLayoutChg chg="modSp">
          <pc:chgData name="Jean-Louis SCOTTO-DI-QUAQUERO" userId="5b7c4864-d3b3-4c12-a33e-5ea7a2094109" providerId="ADAL" clId="{22D5903A-4F66-432F-99F6-F40130E16CED}" dt="2020-11-19T08:18:45.904" v="1203" actId="404"/>
          <pc:sldLayoutMkLst>
            <pc:docMk/>
            <pc:sldMasterMk cId="2778691957" sldId="2147483648"/>
            <pc:sldLayoutMk cId="3643732284" sldId="2147483676"/>
          </pc:sldLayoutMkLst>
          <pc:spChg chg="mod">
            <ac:chgData name="Jean-Louis SCOTTO-DI-QUAQUERO" userId="5b7c4864-d3b3-4c12-a33e-5ea7a2094109" providerId="ADAL" clId="{22D5903A-4F66-432F-99F6-F40130E16CED}" dt="2020-11-19T08:17:45.967" v="1190" actId="14100"/>
            <ac:spMkLst>
              <pc:docMk/>
              <pc:sldMasterMk cId="2778691957" sldId="2147483648"/>
              <pc:sldLayoutMk cId="3643732284" sldId="2147483676"/>
              <ac:spMk id="23" creationId="{C42E8690-BBC2-439E-A1BA-8563350FCA14}"/>
            </ac:spMkLst>
          </pc:spChg>
          <pc:spChg chg="mod">
            <ac:chgData name="Jean-Louis SCOTTO-DI-QUAQUERO" userId="5b7c4864-d3b3-4c12-a33e-5ea7a2094109" providerId="ADAL" clId="{22D5903A-4F66-432F-99F6-F40130E16CED}" dt="2020-11-19T08:18:45.904" v="1203" actId="404"/>
            <ac:spMkLst>
              <pc:docMk/>
              <pc:sldMasterMk cId="2778691957" sldId="2147483648"/>
              <pc:sldLayoutMk cId="3643732284" sldId="2147483676"/>
              <ac:spMk id="25" creationId="{84EC02C1-DC4F-4C52-AF8B-4A3AEA660D1A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24:34.355" v="1210"/>
          <pc:sldLayoutMkLst>
            <pc:docMk/>
            <pc:sldMasterMk cId="2778691957" sldId="2147483648"/>
            <pc:sldLayoutMk cId="2427066217" sldId="2147483677"/>
          </pc:sldLayoutMkLst>
          <pc:spChg chg="mod">
            <ac:chgData name="Jean-Louis SCOTTO-DI-QUAQUERO" userId="5b7c4864-d3b3-4c12-a33e-5ea7a2094109" providerId="ADAL" clId="{22D5903A-4F66-432F-99F6-F40130E16CED}" dt="2020-11-19T08:24:34.355" v="1210"/>
            <ac:spMkLst>
              <pc:docMk/>
              <pc:sldMasterMk cId="2778691957" sldId="2147483648"/>
              <pc:sldLayoutMk cId="2427066217" sldId="2147483677"/>
              <ac:spMk id="8" creationId="{DEDE1B7C-156C-450E-9E03-E965737874B4}"/>
            </ac:spMkLst>
          </pc:spChg>
          <pc:spChg chg="mod">
            <ac:chgData name="Jean-Louis SCOTTO-DI-QUAQUERO" userId="5b7c4864-d3b3-4c12-a33e-5ea7a2094109" providerId="ADAL" clId="{22D5903A-4F66-432F-99F6-F40130E16CED}" dt="2020-11-19T08:05:27.187" v="480" actId="790"/>
            <ac:spMkLst>
              <pc:docMk/>
              <pc:sldMasterMk cId="2778691957" sldId="2147483648"/>
              <pc:sldLayoutMk cId="2427066217" sldId="2147483677"/>
              <ac:spMk id="10" creationId="{C0D0EAA7-4717-4677-93E4-5956B73F0AF1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05:38.913" v="482" actId="790"/>
          <pc:sldLayoutMkLst>
            <pc:docMk/>
            <pc:sldMasterMk cId="2778691957" sldId="2147483648"/>
            <pc:sldLayoutMk cId="1878223979" sldId="2147483678"/>
          </pc:sldLayoutMkLst>
          <pc:spChg chg="mod">
            <ac:chgData name="Jean-Louis SCOTTO-DI-QUAQUERO" userId="5b7c4864-d3b3-4c12-a33e-5ea7a2094109" providerId="ADAL" clId="{22D5903A-4F66-432F-99F6-F40130E16CED}" dt="2020-11-19T08:05:38.913" v="482" actId="790"/>
            <ac:spMkLst>
              <pc:docMk/>
              <pc:sldMasterMk cId="2778691957" sldId="2147483648"/>
              <pc:sldLayoutMk cId="1878223979" sldId="2147483678"/>
              <ac:spMk id="2" creationId="{0C77F75F-2E79-48B7-A2C3-832F60F72EF2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25:40.898" v="1211" actId="207"/>
          <pc:sldLayoutMkLst>
            <pc:docMk/>
            <pc:sldMasterMk cId="2778691957" sldId="2147483648"/>
            <pc:sldLayoutMk cId="2092381167" sldId="2147483688"/>
          </pc:sldLayoutMkLst>
          <pc:spChg chg="mod">
            <ac:chgData name="Jean-Louis SCOTTO-DI-QUAQUERO" userId="5b7c4864-d3b3-4c12-a33e-5ea7a2094109" providerId="ADAL" clId="{22D5903A-4F66-432F-99F6-F40130E16CED}" dt="2020-11-19T08:25:40.898" v="1211" actId="207"/>
            <ac:spMkLst>
              <pc:docMk/>
              <pc:sldMasterMk cId="2778691957" sldId="2147483648"/>
              <pc:sldLayoutMk cId="2092381167" sldId="2147483688"/>
              <ac:spMk id="5" creationId="{00000000-0000-0000-0000-000000000000}"/>
            </ac:spMkLst>
          </pc:spChg>
        </pc:sldLayoutChg>
      </pc:sldMasterChg>
    </pc:docChg>
  </pc:docChgLst>
  <pc:docChgLst>
    <pc:chgData name="Jean-Louis SCOTTO-DI-QUAQUERO" userId="5b7c4864-d3b3-4c12-a33e-5ea7a2094109" providerId="ADAL" clId="{DA1762EA-E75F-42B2-A027-556BE24C83D1}"/>
    <pc:docChg chg="undo redo custSel addSld delSld modSld sldOrd modSection">
      <pc:chgData name="Jean-Louis SCOTTO-DI-QUAQUERO" userId="5b7c4864-d3b3-4c12-a33e-5ea7a2094109" providerId="ADAL" clId="{DA1762EA-E75F-42B2-A027-556BE24C83D1}" dt="2020-12-10T10:15:56.193" v="5343" actId="164"/>
      <pc:docMkLst>
        <pc:docMk/>
      </pc:docMkLst>
      <pc:sldChg chg="add del">
        <pc:chgData name="Jean-Louis SCOTTO-DI-QUAQUERO" userId="5b7c4864-d3b3-4c12-a33e-5ea7a2094109" providerId="ADAL" clId="{DA1762EA-E75F-42B2-A027-556BE24C83D1}" dt="2020-12-07T14:29:34.718" v="4347" actId="2696"/>
        <pc:sldMkLst>
          <pc:docMk/>
          <pc:sldMk cId="3320234982" sldId="333"/>
        </pc:sldMkLst>
      </pc:sldChg>
      <pc:sldChg chg="add del">
        <pc:chgData name="Jean-Louis SCOTTO-DI-QUAQUERO" userId="5b7c4864-d3b3-4c12-a33e-5ea7a2094109" providerId="ADAL" clId="{DA1762EA-E75F-42B2-A027-556BE24C83D1}" dt="2020-12-07T14:29:34.714" v="4346" actId="2696"/>
        <pc:sldMkLst>
          <pc:docMk/>
          <pc:sldMk cId="2681599172" sldId="334"/>
        </pc:sldMkLst>
      </pc:sldChg>
      <pc:sldChg chg="add del">
        <pc:chgData name="Jean-Louis SCOTTO-DI-QUAQUERO" userId="5b7c4864-d3b3-4c12-a33e-5ea7a2094109" providerId="ADAL" clId="{DA1762EA-E75F-42B2-A027-556BE24C83D1}" dt="2020-12-07T14:29:34.750" v="4352" actId="2696"/>
        <pc:sldMkLst>
          <pc:docMk/>
          <pc:sldMk cId="4177442620" sldId="335"/>
        </pc:sldMkLst>
      </pc:sldChg>
      <pc:sldChg chg="add del">
        <pc:chgData name="Jean-Louis SCOTTO-DI-QUAQUERO" userId="5b7c4864-d3b3-4c12-a33e-5ea7a2094109" providerId="ADAL" clId="{DA1762EA-E75F-42B2-A027-556BE24C83D1}" dt="2020-12-07T14:29:34.745" v="4351" actId="2696"/>
        <pc:sldMkLst>
          <pc:docMk/>
          <pc:sldMk cId="1833176489" sldId="336"/>
        </pc:sldMkLst>
      </pc:sldChg>
      <pc:sldChg chg="add del">
        <pc:chgData name="Jean-Louis SCOTTO-DI-QUAQUERO" userId="5b7c4864-d3b3-4c12-a33e-5ea7a2094109" providerId="ADAL" clId="{DA1762EA-E75F-42B2-A027-556BE24C83D1}" dt="2020-12-07T14:29:34.728" v="4349" actId="2696"/>
        <pc:sldMkLst>
          <pc:docMk/>
          <pc:sldMk cId="1276127810" sldId="339"/>
        </pc:sldMkLst>
      </pc:sldChg>
      <pc:sldChg chg="add del">
        <pc:chgData name="Jean-Louis SCOTTO-DI-QUAQUERO" userId="5b7c4864-d3b3-4c12-a33e-5ea7a2094109" providerId="ADAL" clId="{DA1762EA-E75F-42B2-A027-556BE24C83D1}" dt="2020-12-07T14:29:34.722" v="4348" actId="2696"/>
        <pc:sldMkLst>
          <pc:docMk/>
          <pc:sldMk cId="788354266" sldId="347"/>
        </pc:sldMkLst>
      </pc:sldChg>
      <pc:sldChg chg="add del">
        <pc:chgData name="Jean-Louis SCOTTO-DI-QUAQUERO" userId="5b7c4864-d3b3-4c12-a33e-5ea7a2094109" providerId="ADAL" clId="{DA1762EA-E75F-42B2-A027-556BE24C83D1}" dt="2020-12-07T14:29:34.733" v="4350" actId="2696"/>
        <pc:sldMkLst>
          <pc:docMk/>
          <pc:sldMk cId="3483972827" sldId="348"/>
        </pc:sldMkLst>
      </pc:sldChg>
      <pc:sldChg chg="modSp add del">
        <pc:chgData name="Jean-Louis SCOTTO-DI-QUAQUERO" userId="5b7c4864-d3b3-4c12-a33e-5ea7a2094109" providerId="ADAL" clId="{DA1762EA-E75F-42B2-A027-556BE24C83D1}" dt="2020-12-04T08:09:58.541" v="1080" actId="2696"/>
        <pc:sldMkLst>
          <pc:docMk/>
          <pc:sldMk cId="1344686688" sldId="496"/>
        </pc:sldMkLst>
        <pc:picChg chg="mod">
          <ac:chgData name="Jean-Louis SCOTTO-DI-QUAQUERO" userId="5b7c4864-d3b3-4c12-a33e-5ea7a2094109" providerId="ADAL" clId="{DA1762EA-E75F-42B2-A027-556BE24C83D1}" dt="2020-12-04T08:08:38.631" v="1073" actId="1035"/>
          <ac:picMkLst>
            <pc:docMk/>
            <pc:sldMk cId="1344686688" sldId="496"/>
            <ac:picMk id="7" creationId="{3BBB7DAB-F059-42D3-AECA-B8B4C855B816}"/>
          </ac:picMkLst>
        </pc:picChg>
      </pc:sldChg>
      <pc:sldChg chg="add">
        <pc:chgData name="Jean-Louis SCOTTO-DI-QUAQUERO" userId="5b7c4864-d3b3-4c12-a33e-5ea7a2094109" providerId="ADAL" clId="{DA1762EA-E75F-42B2-A027-556BE24C83D1}" dt="2020-12-04T08:08:10.842" v="1070"/>
        <pc:sldMkLst>
          <pc:docMk/>
          <pc:sldMk cId="1882271291" sldId="497"/>
        </pc:sldMkLst>
      </pc:sldChg>
      <pc:sldChg chg="add">
        <pc:chgData name="Jean-Louis SCOTTO-DI-QUAQUERO" userId="5b7c4864-d3b3-4c12-a33e-5ea7a2094109" providerId="ADAL" clId="{DA1762EA-E75F-42B2-A027-556BE24C83D1}" dt="2020-12-04T08:08:25.790" v="1071"/>
        <pc:sldMkLst>
          <pc:docMk/>
          <pc:sldMk cId="68714710" sldId="508"/>
        </pc:sldMkLst>
      </pc:sldChg>
      <pc:sldChg chg="add">
        <pc:chgData name="Jean-Louis SCOTTO-DI-QUAQUERO" userId="5b7c4864-d3b3-4c12-a33e-5ea7a2094109" providerId="ADAL" clId="{DA1762EA-E75F-42B2-A027-556BE24C83D1}" dt="2020-12-04T08:08:25.790" v="1071"/>
        <pc:sldMkLst>
          <pc:docMk/>
          <pc:sldMk cId="3529095957" sldId="509"/>
        </pc:sldMkLst>
      </pc:sldChg>
      <pc:sldChg chg="add">
        <pc:chgData name="Jean-Louis SCOTTO-DI-QUAQUERO" userId="5b7c4864-d3b3-4c12-a33e-5ea7a2094109" providerId="ADAL" clId="{DA1762EA-E75F-42B2-A027-556BE24C83D1}" dt="2020-12-04T08:08:25.790" v="1071"/>
        <pc:sldMkLst>
          <pc:docMk/>
          <pc:sldMk cId="3328866555" sldId="510"/>
        </pc:sldMkLst>
      </pc:sldChg>
      <pc:sldChg chg="add">
        <pc:chgData name="Jean-Louis SCOTTO-DI-QUAQUERO" userId="5b7c4864-d3b3-4c12-a33e-5ea7a2094109" providerId="ADAL" clId="{DA1762EA-E75F-42B2-A027-556BE24C83D1}" dt="2020-12-04T08:08:25.790" v="1071"/>
        <pc:sldMkLst>
          <pc:docMk/>
          <pc:sldMk cId="3560544941" sldId="511"/>
        </pc:sldMkLst>
      </pc:sldChg>
      <pc:sldChg chg="addSp modSp add">
        <pc:chgData name="Jean-Louis SCOTTO-DI-QUAQUERO" userId="5b7c4864-d3b3-4c12-a33e-5ea7a2094109" providerId="ADAL" clId="{DA1762EA-E75F-42B2-A027-556BE24C83D1}" dt="2020-12-04T08:11:43.367" v="1190" actId="207"/>
        <pc:sldMkLst>
          <pc:docMk/>
          <pc:sldMk cId="4197510233" sldId="512"/>
        </pc:sldMkLst>
        <pc:spChg chg="add mod">
          <ac:chgData name="Jean-Louis SCOTTO-DI-QUAQUERO" userId="5b7c4864-d3b3-4c12-a33e-5ea7a2094109" providerId="ADAL" clId="{DA1762EA-E75F-42B2-A027-556BE24C83D1}" dt="2020-12-04T08:11:31.183" v="1188" actId="790"/>
          <ac:spMkLst>
            <pc:docMk/>
            <pc:sldMk cId="4197510233" sldId="512"/>
            <ac:spMk id="5" creationId="{259759FB-95AC-4B6B-8346-2F26CAA061F2}"/>
          </ac:spMkLst>
        </pc:spChg>
        <pc:spChg chg="mod">
          <ac:chgData name="Jean-Louis SCOTTO-DI-QUAQUERO" userId="5b7c4864-d3b3-4c12-a33e-5ea7a2094109" providerId="ADAL" clId="{DA1762EA-E75F-42B2-A027-556BE24C83D1}" dt="2020-12-04T08:10:18.119" v="1081" actId="1076"/>
          <ac:spMkLst>
            <pc:docMk/>
            <pc:sldMk cId="4197510233" sldId="512"/>
            <ac:spMk id="6" creationId="{CD6B62E0-046B-447D-8051-D36B7EDB4783}"/>
          </ac:spMkLst>
        </pc:spChg>
        <pc:spChg chg="mod">
          <ac:chgData name="Jean-Louis SCOTTO-DI-QUAQUERO" userId="5b7c4864-d3b3-4c12-a33e-5ea7a2094109" providerId="ADAL" clId="{DA1762EA-E75F-42B2-A027-556BE24C83D1}" dt="2020-12-04T08:11:43.367" v="1190" actId="207"/>
          <ac:spMkLst>
            <pc:docMk/>
            <pc:sldMk cId="4197510233" sldId="512"/>
            <ac:spMk id="11" creationId="{B3A1DC1D-34F2-4E53-8501-7048C5E7A2D4}"/>
          </ac:spMkLst>
        </pc:spChg>
        <pc:picChg chg="mod">
          <ac:chgData name="Jean-Louis SCOTTO-DI-QUAQUERO" userId="5b7c4864-d3b3-4c12-a33e-5ea7a2094109" providerId="ADAL" clId="{DA1762EA-E75F-42B2-A027-556BE24C83D1}" dt="2020-12-04T08:10:18.119" v="1081" actId="1076"/>
          <ac:picMkLst>
            <pc:docMk/>
            <pc:sldMk cId="4197510233" sldId="512"/>
            <ac:picMk id="7" creationId="{CC45B8A3-CACD-4E24-80D7-B9050BAC7283}"/>
          </ac:picMkLst>
        </pc:picChg>
        <pc:picChg chg="mod">
          <ac:chgData name="Jean-Louis SCOTTO-DI-QUAQUERO" userId="5b7c4864-d3b3-4c12-a33e-5ea7a2094109" providerId="ADAL" clId="{DA1762EA-E75F-42B2-A027-556BE24C83D1}" dt="2020-12-04T08:10:18.119" v="1081" actId="1076"/>
          <ac:picMkLst>
            <pc:docMk/>
            <pc:sldMk cId="4197510233" sldId="512"/>
            <ac:picMk id="8" creationId="{B9156D25-9479-4B85-909A-DB96FA90C2D7}"/>
          </ac:picMkLst>
        </pc:picChg>
        <pc:picChg chg="mod">
          <ac:chgData name="Jean-Louis SCOTTO-DI-QUAQUERO" userId="5b7c4864-d3b3-4c12-a33e-5ea7a2094109" providerId="ADAL" clId="{DA1762EA-E75F-42B2-A027-556BE24C83D1}" dt="2020-12-04T08:10:21.124" v="1082" actId="1076"/>
          <ac:picMkLst>
            <pc:docMk/>
            <pc:sldMk cId="4197510233" sldId="512"/>
            <ac:picMk id="10" creationId="{E2D70F0D-93C2-4D99-94D4-5CCCEEE0C550}"/>
          </ac:picMkLst>
        </pc:picChg>
        <pc:cxnChg chg="mod">
          <ac:chgData name="Jean-Louis SCOTTO-DI-QUAQUERO" userId="5b7c4864-d3b3-4c12-a33e-5ea7a2094109" providerId="ADAL" clId="{DA1762EA-E75F-42B2-A027-556BE24C83D1}" dt="2020-12-04T08:10:18.119" v="1081" actId="1076"/>
          <ac:cxnSpMkLst>
            <pc:docMk/>
            <pc:sldMk cId="4197510233" sldId="512"/>
            <ac:cxnSpMk id="9" creationId="{58E53DCA-6DF2-4D73-9890-4A48275C3048}"/>
          </ac:cxnSpMkLst>
        </pc:cxnChg>
      </pc:sldChg>
      <pc:sldChg chg="addSp modSp">
        <pc:chgData name="Jean-Louis SCOTTO-DI-QUAQUERO" userId="5b7c4864-d3b3-4c12-a33e-5ea7a2094109" providerId="ADAL" clId="{DA1762EA-E75F-42B2-A027-556BE24C83D1}" dt="2020-12-07T15:05:05.870" v="5166" actId="1076"/>
        <pc:sldMkLst>
          <pc:docMk/>
          <pc:sldMk cId="3441545768" sldId="578"/>
        </pc:sldMkLst>
        <pc:spChg chg="add mod">
          <ac:chgData name="Jean-Louis SCOTTO-DI-QUAQUERO" userId="5b7c4864-d3b3-4c12-a33e-5ea7a2094109" providerId="ADAL" clId="{DA1762EA-E75F-42B2-A027-556BE24C83D1}" dt="2020-12-07T15:01:26.497" v="4969" actId="164"/>
          <ac:spMkLst>
            <pc:docMk/>
            <pc:sldMk cId="3441545768" sldId="578"/>
            <ac:spMk id="5" creationId="{44DE5F87-A635-4315-A484-308434D772CE}"/>
          </ac:spMkLst>
        </pc:spChg>
        <pc:spChg chg="mod">
          <ac:chgData name="Jean-Louis SCOTTO-DI-QUAQUERO" userId="5b7c4864-d3b3-4c12-a33e-5ea7a2094109" providerId="ADAL" clId="{DA1762EA-E75F-42B2-A027-556BE24C83D1}" dt="2020-12-07T15:01:11.640" v="4963" actId="1076"/>
          <ac:spMkLst>
            <pc:docMk/>
            <pc:sldMk cId="3441545768" sldId="578"/>
            <ac:spMk id="6" creationId="{9F58C496-A5F1-4277-953E-237EAB82BE02}"/>
          </ac:spMkLst>
        </pc:spChg>
        <pc:spChg chg="add mod">
          <ac:chgData name="Jean-Louis SCOTTO-DI-QUAQUERO" userId="5b7c4864-d3b3-4c12-a33e-5ea7a2094109" providerId="ADAL" clId="{DA1762EA-E75F-42B2-A027-556BE24C83D1}" dt="2020-12-07T15:03:13.677" v="5164" actId="14100"/>
          <ac:spMkLst>
            <pc:docMk/>
            <pc:sldMk cId="3441545768" sldId="578"/>
            <ac:spMk id="8" creationId="{863CFF52-9F56-4588-B7AD-39419730FB85}"/>
          </ac:spMkLst>
        </pc:spChg>
        <pc:grpChg chg="add mod">
          <ac:chgData name="Jean-Louis SCOTTO-DI-QUAQUERO" userId="5b7c4864-d3b3-4c12-a33e-5ea7a2094109" providerId="ADAL" clId="{DA1762EA-E75F-42B2-A027-556BE24C83D1}" dt="2020-12-07T15:02:19.152" v="5107" actId="1076"/>
          <ac:grpSpMkLst>
            <pc:docMk/>
            <pc:sldMk cId="3441545768" sldId="578"/>
            <ac:grpSpMk id="7" creationId="{DDFB16E7-A7D5-4BC8-BC8C-66F1E33DFED2}"/>
          </ac:grpSpMkLst>
        </pc:grpChg>
        <pc:picChg chg="add mod">
          <ac:chgData name="Jean-Louis SCOTTO-DI-QUAQUERO" userId="5b7c4864-d3b3-4c12-a33e-5ea7a2094109" providerId="ADAL" clId="{DA1762EA-E75F-42B2-A027-556BE24C83D1}" dt="2020-12-07T15:01:26.497" v="4969" actId="164"/>
          <ac:picMkLst>
            <pc:docMk/>
            <pc:sldMk cId="3441545768" sldId="578"/>
            <ac:picMk id="4" creationId="{F4059FA5-A374-45FE-83EA-E880367CFD12}"/>
          </ac:picMkLst>
        </pc:picChg>
        <pc:picChg chg="add mod">
          <ac:chgData name="Jean-Louis SCOTTO-DI-QUAQUERO" userId="5b7c4864-d3b3-4c12-a33e-5ea7a2094109" providerId="ADAL" clId="{DA1762EA-E75F-42B2-A027-556BE24C83D1}" dt="2020-12-07T15:05:05.870" v="5166" actId="1076"/>
          <ac:picMkLst>
            <pc:docMk/>
            <pc:sldMk cId="3441545768" sldId="578"/>
            <ac:picMk id="9" creationId="{AADB21A0-EC21-425F-9FD7-030B2C50EDAA}"/>
          </ac:picMkLst>
        </pc:picChg>
      </pc:sldChg>
      <pc:sldChg chg="addSp delSp modSp">
        <pc:chgData name="Jean-Louis SCOTTO-DI-QUAQUERO" userId="5b7c4864-d3b3-4c12-a33e-5ea7a2094109" providerId="ADAL" clId="{DA1762EA-E75F-42B2-A027-556BE24C83D1}" dt="2020-12-08T13:16:41.557" v="5274" actId="1076"/>
        <pc:sldMkLst>
          <pc:docMk/>
          <pc:sldMk cId="1581097946" sldId="579"/>
        </pc:sldMkLst>
        <pc:spChg chg="mod">
          <ac:chgData name="Jean-Louis SCOTTO-DI-QUAQUERO" userId="5b7c4864-d3b3-4c12-a33e-5ea7a2094109" providerId="ADAL" clId="{DA1762EA-E75F-42B2-A027-556BE24C83D1}" dt="2020-12-04T15:51:20.500" v="3418" actId="20577"/>
          <ac:spMkLst>
            <pc:docMk/>
            <pc:sldMk cId="1581097946" sldId="579"/>
            <ac:spMk id="4" creationId="{12A837BE-49CE-4FA0-8D1C-41F484DE54DE}"/>
          </ac:spMkLst>
        </pc:spChg>
        <pc:spChg chg="mod">
          <ac:chgData name="Jean-Louis SCOTTO-DI-QUAQUERO" userId="5b7c4864-d3b3-4c12-a33e-5ea7a2094109" providerId="ADAL" clId="{DA1762EA-E75F-42B2-A027-556BE24C83D1}" dt="2020-12-07T15:18:49.495" v="5220" actId="115"/>
          <ac:spMkLst>
            <pc:docMk/>
            <pc:sldMk cId="1581097946" sldId="579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DA1762EA-E75F-42B2-A027-556BE24C83D1}" dt="2020-12-04T10:09:06.065" v="1548" actId="164"/>
          <ac:spMkLst>
            <pc:docMk/>
            <pc:sldMk cId="1581097946" sldId="579"/>
            <ac:spMk id="9" creationId="{6AA93328-86ED-4DFC-9D45-C1F4D8398C32}"/>
          </ac:spMkLst>
        </pc:spChg>
        <pc:spChg chg="add mod">
          <ac:chgData name="Jean-Louis SCOTTO-DI-QUAQUERO" userId="5b7c4864-d3b3-4c12-a33e-5ea7a2094109" providerId="ADAL" clId="{DA1762EA-E75F-42B2-A027-556BE24C83D1}" dt="2020-12-04T10:10:53.206" v="1585" actId="164"/>
          <ac:spMkLst>
            <pc:docMk/>
            <pc:sldMk cId="1581097946" sldId="579"/>
            <ac:spMk id="11" creationId="{57778B27-E03E-4929-BBF7-2EB651B33D53}"/>
          </ac:spMkLst>
        </pc:spChg>
        <pc:spChg chg="add mod">
          <ac:chgData name="Jean-Louis SCOTTO-DI-QUAQUERO" userId="5b7c4864-d3b3-4c12-a33e-5ea7a2094109" providerId="ADAL" clId="{DA1762EA-E75F-42B2-A027-556BE24C83D1}" dt="2020-12-04T10:10:53.206" v="1585" actId="164"/>
          <ac:spMkLst>
            <pc:docMk/>
            <pc:sldMk cId="1581097946" sldId="579"/>
            <ac:spMk id="12" creationId="{D69F70C1-55FA-45EA-AF44-0255A6D1B362}"/>
          </ac:spMkLst>
        </pc:spChg>
        <pc:spChg chg="add mod">
          <ac:chgData name="Jean-Louis SCOTTO-DI-QUAQUERO" userId="5b7c4864-d3b3-4c12-a33e-5ea7a2094109" providerId="ADAL" clId="{DA1762EA-E75F-42B2-A027-556BE24C83D1}" dt="2020-12-04T10:10:53.206" v="1585" actId="164"/>
          <ac:spMkLst>
            <pc:docMk/>
            <pc:sldMk cId="1581097946" sldId="579"/>
            <ac:spMk id="13" creationId="{BDDA3272-9D19-43E8-8551-2C69A50C8077}"/>
          </ac:spMkLst>
        </pc:spChg>
        <pc:spChg chg="add mod">
          <ac:chgData name="Jean-Louis SCOTTO-DI-QUAQUERO" userId="5b7c4864-d3b3-4c12-a33e-5ea7a2094109" providerId="ADAL" clId="{DA1762EA-E75F-42B2-A027-556BE24C83D1}" dt="2020-12-04T10:15:12.393" v="2032" actId="164"/>
          <ac:spMkLst>
            <pc:docMk/>
            <pc:sldMk cId="1581097946" sldId="579"/>
            <ac:spMk id="16" creationId="{ADA0679B-2305-4DF8-B274-1FE1AC5D8AF0}"/>
          </ac:spMkLst>
        </pc:spChg>
        <pc:spChg chg="add mod">
          <ac:chgData name="Jean-Louis SCOTTO-DI-QUAQUERO" userId="5b7c4864-d3b3-4c12-a33e-5ea7a2094109" providerId="ADAL" clId="{DA1762EA-E75F-42B2-A027-556BE24C83D1}" dt="2020-12-04T10:15:12.393" v="2032" actId="164"/>
          <ac:spMkLst>
            <pc:docMk/>
            <pc:sldMk cId="1581097946" sldId="579"/>
            <ac:spMk id="17" creationId="{F69C7547-1925-421E-B132-7435B481E6FE}"/>
          </ac:spMkLst>
        </pc:spChg>
        <pc:grpChg chg="add mod">
          <ac:chgData name="Jean-Louis SCOTTO-DI-QUAQUERO" userId="5b7c4864-d3b3-4c12-a33e-5ea7a2094109" providerId="ADAL" clId="{DA1762EA-E75F-42B2-A027-556BE24C83D1}" dt="2020-12-07T14:53:00.919" v="4760" actId="1076"/>
          <ac:grpSpMkLst>
            <pc:docMk/>
            <pc:sldMk cId="1581097946" sldId="579"/>
            <ac:grpSpMk id="10" creationId="{038508F8-B550-476C-8E43-ECD23319E0B2}"/>
          </ac:grpSpMkLst>
        </pc:grpChg>
        <pc:grpChg chg="add mod">
          <ac:chgData name="Jean-Louis SCOTTO-DI-QUAQUERO" userId="5b7c4864-d3b3-4c12-a33e-5ea7a2094109" providerId="ADAL" clId="{DA1762EA-E75F-42B2-A027-556BE24C83D1}" dt="2020-12-07T14:53:00.919" v="4760" actId="1076"/>
          <ac:grpSpMkLst>
            <pc:docMk/>
            <pc:sldMk cId="1581097946" sldId="579"/>
            <ac:grpSpMk id="14" creationId="{BF608062-7523-4E3A-8EDD-0311CFDC8B9F}"/>
          </ac:grpSpMkLst>
        </pc:grpChg>
        <pc:grpChg chg="add mod">
          <ac:chgData name="Jean-Louis SCOTTO-DI-QUAQUERO" userId="5b7c4864-d3b3-4c12-a33e-5ea7a2094109" providerId="ADAL" clId="{DA1762EA-E75F-42B2-A027-556BE24C83D1}" dt="2020-12-07T14:53:19.569" v="4765" actId="1076"/>
          <ac:grpSpMkLst>
            <pc:docMk/>
            <pc:sldMk cId="1581097946" sldId="579"/>
            <ac:grpSpMk id="18" creationId="{B6D06AFD-94E2-4DB4-A5D5-F6C65406802E}"/>
          </ac:grpSpMkLst>
        </pc:grpChg>
        <pc:picChg chg="add mod">
          <ac:chgData name="Jean-Louis SCOTTO-DI-QUAQUERO" userId="5b7c4864-d3b3-4c12-a33e-5ea7a2094109" providerId="ADAL" clId="{DA1762EA-E75F-42B2-A027-556BE24C83D1}" dt="2020-12-08T13:16:41.557" v="5274" actId="1076"/>
          <ac:picMkLst>
            <pc:docMk/>
            <pc:sldMk cId="1581097946" sldId="579"/>
            <ac:picMk id="6" creationId="{718D22DC-6E47-4D85-ACC7-F334075A96D4}"/>
          </ac:picMkLst>
        </pc:picChg>
        <pc:picChg chg="del">
          <ac:chgData name="Jean-Louis SCOTTO-DI-QUAQUERO" userId="5b7c4864-d3b3-4c12-a33e-5ea7a2094109" providerId="ADAL" clId="{DA1762EA-E75F-42B2-A027-556BE24C83D1}" dt="2020-12-04T10:09:12.974" v="1550" actId="478"/>
          <ac:picMkLst>
            <pc:docMk/>
            <pc:sldMk cId="1581097946" sldId="579"/>
            <ac:picMk id="6" creationId="{D7044CB0-883C-4B0C-A7D9-94F7B5A88BED}"/>
          </ac:picMkLst>
        </pc:picChg>
        <pc:picChg chg="add mod modCrop">
          <ac:chgData name="Jean-Louis SCOTTO-DI-QUAQUERO" userId="5b7c4864-d3b3-4c12-a33e-5ea7a2094109" providerId="ADAL" clId="{DA1762EA-E75F-42B2-A027-556BE24C83D1}" dt="2020-12-04T10:15:37.934" v="2037" actId="732"/>
          <ac:picMkLst>
            <pc:docMk/>
            <pc:sldMk cId="1581097946" sldId="579"/>
            <ac:picMk id="7" creationId="{F0813E99-DA24-448F-B8E0-A070FB2BC94D}"/>
          </ac:picMkLst>
        </pc:picChg>
        <pc:picChg chg="add mod modCrop">
          <ac:chgData name="Jean-Louis SCOTTO-DI-QUAQUERO" userId="5b7c4864-d3b3-4c12-a33e-5ea7a2094109" providerId="ADAL" clId="{DA1762EA-E75F-42B2-A027-556BE24C83D1}" dt="2020-12-04T10:09:06.065" v="1548" actId="164"/>
          <ac:picMkLst>
            <pc:docMk/>
            <pc:sldMk cId="1581097946" sldId="579"/>
            <ac:picMk id="8" creationId="{39D0BD99-1CA2-4F2D-9EE2-753C0CC58C5D}"/>
          </ac:picMkLst>
        </pc:picChg>
        <pc:picChg chg="add mod">
          <ac:chgData name="Jean-Louis SCOTTO-DI-QUAQUERO" userId="5b7c4864-d3b3-4c12-a33e-5ea7a2094109" providerId="ADAL" clId="{DA1762EA-E75F-42B2-A027-556BE24C83D1}" dt="2020-12-04T10:15:12.393" v="2032" actId="164"/>
          <ac:picMkLst>
            <pc:docMk/>
            <pc:sldMk cId="1581097946" sldId="579"/>
            <ac:picMk id="15" creationId="{8697389A-8C0C-4903-AF7F-793272C9AC55}"/>
          </ac:picMkLst>
        </pc:picChg>
        <pc:picChg chg="add mod">
          <ac:chgData name="Jean-Louis SCOTTO-DI-QUAQUERO" userId="5b7c4864-d3b3-4c12-a33e-5ea7a2094109" providerId="ADAL" clId="{DA1762EA-E75F-42B2-A027-556BE24C83D1}" dt="2020-12-07T14:30:12.734" v="4356" actId="1076"/>
          <ac:picMkLst>
            <pc:docMk/>
            <pc:sldMk cId="1581097946" sldId="579"/>
            <ac:picMk id="19" creationId="{5341754D-C4EA-481F-A936-326ED94B9AC7}"/>
          </ac:picMkLst>
        </pc:picChg>
        <pc:picChg chg="add mod">
          <ac:chgData name="Jean-Louis SCOTTO-DI-QUAQUERO" userId="5b7c4864-d3b3-4c12-a33e-5ea7a2094109" providerId="ADAL" clId="{DA1762EA-E75F-42B2-A027-556BE24C83D1}" dt="2020-12-07T14:30:16.061" v="4357" actId="1076"/>
          <ac:picMkLst>
            <pc:docMk/>
            <pc:sldMk cId="1581097946" sldId="579"/>
            <ac:picMk id="20" creationId="{F546119A-D0AD-4C70-A579-EFC6A67E42CA}"/>
          </ac:picMkLst>
        </pc:picChg>
      </pc:sldChg>
      <pc:sldChg chg="add del">
        <pc:chgData name="Jean-Louis SCOTTO-DI-QUAQUERO" userId="5b7c4864-d3b3-4c12-a33e-5ea7a2094109" providerId="ADAL" clId="{DA1762EA-E75F-42B2-A027-556BE24C83D1}" dt="2020-12-07T14:29:34.756" v="4353" actId="2696"/>
        <pc:sldMkLst>
          <pc:docMk/>
          <pc:sldMk cId="1492619757" sldId="580"/>
        </pc:sldMkLst>
      </pc:sldChg>
      <pc:sldChg chg="addSp delSp modSp add">
        <pc:chgData name="Jean-Louis SCOTTO-DI-QUAQUERO" userId="5b7c4864-d3b3-4c12-a33e-5ea7a2094109" providerId="ADAL" clId="{DA1762EA-E75F-42B2-A027-556BE24C83D1}" dt="2020-12-04T07:22:33.184" v="202" actId="14100"/>
        <pc:sldMkLst>
          <pc:docMk/>
          <pc:sldMk cId="1778304777" sldId="582"/>
        </pc:sldMkLst>
        <pc:spChg chg="mod">
          <ac:chgData name="Jean-Louis SCOTTO-DI-QUAQUERO" userId="5b7c4864-d3b3-4c12-a33e-5ea7a2094109" providerId="ADAL" clId="{DA1762EA-E75F-42B2-A027-556BE24C83D1}" dt="2020-12-04T07:18:21.205" v="102"/>
          <ac:spMkLst>
            <pc:docMk/>
            <pc:sldMk cId="1778304777" sldId="582"/>
            <ac:spMk id="4" creationId="{97F81402-FA90-4957-92DA-4F8FD660C800}"/>
          </ac:spMkLst>
        </pc:spChg>
        <pc:spChg chg="mod">
          <ac:chgData name="Jean-Louis SCOTTO-DI-QUAQUERO" userId="5b7c4864-d3b3-4c12-a33e-5ea7a2094109" providerId="ADAL" clId="{DA1762EA-E75F-42B2-A027-556BE24C83D1}" dt="2020-12-04T07:22:33.184" v="202" actId="14100"/>
          <ac:spMkLst>
            <pc:docMk/>
            <pc:sldMk cId="1778304777" sldId="582"/>
            <ac:spMk id="5" creationId="{FF92A2B0-B840-41A4-81FD-C726CAF14469}"/>
          </ac:spMkLst>
        </pc:spChg>
        <pc:spChg chg="add del">
          <ac:chgData name="Jean-Louis SCOTTO-DI-QUAQUERO" userId="5b7c4864-d3b3-4c12-a33e-5ea7a2094109" providerId="ADAL" clId="{DA1762EA-E75F-42B2-A027-556BE24C83D1}" dt="2020-12-04T07:18:34.059" v="104"/>
          <ac:spMkLst>
            <pc:docMk/>
            <pc:sldMk cId="1778304777" sldId="582"/>
            <ac:spMk id="6" creationId="{509F9AD8-032C-465E-983B-0848A0DE1DD2}"/>
          </ac:spMkLst>
        </pc:spChg>
        <pc:spChg chg="add del">
          <ac:chgData name="Jean-Louis SCOTTO-DI-QUAQUERO" userId="5b7c4864-d3b3-4c12-a33e-5ea7a2094109" providerId="ADAL" clId="{DA1762EA-E75F-42B2-A027-556BE24C83D1}" dt="2020-12-04T07:18:34.059" v="104"/>
          <ac:spMkLst>
            <pc:docMk/>
            <pc:sldMk cId="1778304777" sldId="582"/>
            <ac:spMk id="7" creationId="{5D341B44-53F0-4F07-87B4-9536D6E1AD17}"/>
          </ac:spMkLst>
        </pc:spChg>
        <pc:spChg chg="add del">
          <ac:chgData name="Jean-Louis SCOTTO-DI-QUAQUERO" userId="5b7c4864-d3b3-4c12-a33e-5ea7a2094109" providerId="ADAL" clId="{DA1762EA-E75F-42B2-A027-556BE24C83D1}" dt="2020-12-04T07:18:34.059" v="104"/>
          <ac:spMkLst>
            <pc:docMk/>
            <pc:sldMk cId="1778304777" sldId="582"/>
            <ac:spMk id="8" creationId="{027F4520-EDF5-4B73-869E-45A2B865C3E8}"/>
          </ac:spMkLst>
        </pc:spChg>
        <pc:picChg chg="add mod">
          <ac:chgData name="Jean-Louis SCOTTO-DI-QUAQUERO" userId="5b7c4864-d3b3-4c12-a33e-5ea7a2094109" providerId="ADAL" clId="{DA1762EA-E75F-42B2-A027-556BE24C83D1}" dt="2020-12-04T07:19:03.041" v="110" actId="14100"/>
          <ac:picMkLst>
            <pc:docMk/>
            <pc:sldMk cId="1778304777" sldId="582"/>
            <ac:picMk id="9" creationId="{A936A247-40F6-41A7-9198-5CDE755A7DB5}"/>
          </ac:picMkLst>
        </pc:picChg>
        <pc:cxnChg chg="add mod">
          <ac:chgData name="Jean-Louis SCOTTO-DI-QUAQUERO" userId="5b7c4864-d3b3-4c12-a33e-5ea7a2094109" providerId="ADAL" clId="{DA1762EA-E75F-42B2-A027-556BE24C83D1}" dt="2020-12-04T07:20:01.100" v="124" actId="14100"/>
          <ac:cxnSpMkLst>
            <pc:docMk/>
            <pc:sldMk cId="1778304777" sldId="582"/>
            <ac:cxnSpMk id="11" creationId="{EF8730E6-C73C-4E68-B33C-1943182FA6BB}"/>
          </ac:cxnSpMkLst>
        </pc:cxnChg>
      </pc:sldChg>
      <pc:sldChg chg="addSp delSp modSp add">
        <pc:chgData name="Jean-Louis SCOTTO-DI-QUAQUERO" userId="5b7c4864-d3b3-4c12-a33e-5ea7a2094109" providerId="ADAL" clId="{DA1762EA-E75F-42B2-A027-556BE24C83D1}" dt="2020-12-04T08:02:15.251" v="1069" actId="115"/>
        <pc:sldMkLst>
          <pc:docMk/>
          <pc:sldMk cId="391205874" sldId="583"/>
        </pc:sldMkLst>
        <pc:spChg chg="mod">
          <ac:chgData name="Jean-Louis SCOTTO-DI-QUAQUERO" userId="5b7c4864-d3b3-4c12-a33e-5ea7a2094109" providerId="ADAL" clId="{DA1762EA-E75F-42B2-A027-556BE24C83D1}" dt="2020-12-04T07:22:50.692" v="206"/>
          <ac:spMkLst>
            <pc:docMk/>
            <pc:sldMk cId="391205874" sldId="583"/>
            <ac:spMk id="4" creationId="{AFF78888-65BD-4CDB-B2FC-9B7669F8B834}"/>
          </ac:spMkLst>
        </pc:spChg>
        <pc:spChg chg="mod">
          <ac:chgData name="Jean-Louis SCOTTO-DI-QUAQUERO" userId="5b7c4864-d3b3-4c12-a33e-5ea7a2094109" providerId="ADAL" clId="{DA1762EA-E75F-42B2-A027-556BE24C83D1}" dt="2020-12-04T08:02:15.251" v="1069" actId="115"/>
          <ac:spMkLst>
            <pc:docMk/>
            <pc:sldMk cId="391205874" sldId="583"/>
            <ac:spMk id="5" creationId="{D69A3EF6-BB67-4057-9662-D1830D1615A5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6" creationId="{A5962F93-7F62-4993-90F5-719E57CEA57B}"/>
          </ac:spMkLst>
        </pc:spChg>
        <pc:spChg chg="add del mod">
          <ac:chgData name="Jean-Louis SCOTTO-DI-QUAQUERO" userId="5b7c4864-d3b3-4c12-a33e-5ea7a2094109" providerId="ADAL" clId="{DA1762EA-E75F-42B2-A027-556BE24C83D1}" dt="2020-12-04T07:27:19.338" v="291" actId="478"/>
          <ac:spMkLst>
            <pc:docMk/>
            <pc:sldMk cId="391205874" sldId="583"/>
            <ac:spMk id="10" creationId="{719C248A-3214-40BC-B165-F9929FE95B16}"/>
          </ac:spMkLst>
        </pc:spChg>
        <pc:spChg chg="add del mod">
          <ac:chgData name="Jean-Louis SCOTTO-DI-QUAQUERO" userId="5b7c4864-d3b3-4c12-a33e-5ea7a2094109" providerId="ADAL" clId="{DA1762EA-E75F-42B2-A027-556BE24C83D1}" dt="2020-12-04T07:27:19.338" v="291" actId="478"/>
          <ac:spMkLst>
            <pc:docMk/>
            <pc:sldMk cId="391205874" sldId="583"/>
            <ac:spMk id="11" creationId="{F4B3F58E-AA76-4C91-B6FA-2E77DAD1E1AB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12" creationId="{5CF4E6CA-4E79-4992-AA59-F9474580284D}"/>
          </ac:spMkLst>
        </pc:spChg>
        <pc:spChg chg="add del mod">
          <ac:chgData name="Jean-Louis SCOTTO-DI-QUAQUERO" userId="5b7c4864-d3b3-4c12-a33e-5ea7a2094109" providerId="ADAL" clId="{DA1762EA-E75F-42B2-A027-556BE24C83D1}" dt="2020-12-04T07:32:12.498" v="447" actId="478"/>
          <ac:spMkLst>
            <pc:docMk/>
            <pc:sldMk cId="391205874" sldId="583"/>
            <ac:spMk id="15" creationId="{9F6D2BDA-CFEA-4B59-B42D-AA29A654DB4F}"/>
          </ac:spMkLst>
        </pc:spChg>
        <pc:spChg chg="add del mod">
          <ac:chgData name="Jean-Louis SCOTTO-DI-QUAQUERO" userId="5b7c4864-d3b3-4c12-a33e-5ea7a2094109" providerId="ADAL" clId="{DA1762EA-E75F-42B2-A027-556BE24C83D1}" dt="2020-12-04T07:30:47.290" v="386" actId="478"/>
          <ac:spMkLst>
            <pc:docMk/>
            <pc:sldMk cId="391205874" sldId="583"/>
            <ac:spMk id="17" creationId="{F06616C4-3408-4F20-9F51-DF8BF3DB7FB3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18" creationId="{BC486BED-0276-4918-AF47-040D8258DC15}"/>
          </ac:spMkLst>
        </pc:spChg>
        <pc:spChg chg="add del mod">
          <ac:chgData name="Jean-Louis SCOTTO-DI-QUAQUERO" userId="5b7c4864-d3b3-4c12-a33e-5ea7a2094109" providerId="ADAL" clId="{DA1762EA-E75F-42B2-A027-556BE24C83D1}" dt="2020-12-04T07:32:04.746" v="445" actId="478"/>
          <ac:spMkLst>
            <pc:docMk/>
            <pc:sldMk cId="391205874" sldId="583"/>
            <ac:spMk id="27" creationId="{B6B05EF9-09BF-48D1-BEF8-E793F270E250}"/>
          </ac:spMkLst>
        </pc:spChg>
        <pc:spChg chg="add mod">
          <ac:chgData name="Jean-Louis SCOTTO-DI-QUAQUERO" userId="5b7c4864-d3b3-4c12-a33e-5ea7a2094109" providerId="ADAL" clId="{DA1762EA-E75F-42B2-A027-556BE24C83D1}" dt="2020-12-04T07:44:19.998" v="847" actId="164"/>
          <ac:spMkLst>
            <pc:docMk/>
            <pc:sldMk cId="391205874" sldId="583"/>
            <ac:spMk id="28" creationId="{343F95D5-F1E2-4077-90F2-3BE4C27510BA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32" creationId="{3550AE99-C708-4A45-87FB-797B3E082FF3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34" creationId="{5959941D-B243-44D0-80EB-91677007AAE1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35" creationId="{2CCC7708-7A33-48AA-921C-E3A4A64C46C2}"/>
          </ac:spMkLst>
        </pc:spChg>
        <pc:spChg chg="add mod">
          <ac:chgData name="Jean-Louis SCOTTO-DI-QUAQUERO" userId="5b7c4864-d3b3-4c12-a33e-5ea7a2094109" providerId="ADAL" clId="{DA1762EA-E75F-42B2-A027-556BE24C83D1}" dt="2020-12-04T07:47:03.443" v="861" actId="164"/>
          <ac:spMkLst>
            <pc:docMk/>
            <pc:sldMk cId="391205874" sldId="583"/>
            <ac:spMk id="36" creationId="{4FAB6AC4-30C0-4EB3-9ED0-6CD0CCA9C42D}"/>
          </ac:spMkLst>
        </pc:spChg>
        <pc:spChg chg="add mod">
          <ac:chgData name="Jean-Louis SCOTTO-DI-QUAQUERO" userId="5b7c4864-d3b3-4c12-a33e-5ea7a2094109" providerId="ADAL" clId="{DA1762EA-E75F-42B2-A027-556BE24C83D1}" dt="2020-12-04T07:43:18.447" v="834" actId="164"/>
          <ac:spMkLst>
            <pc:docMk/>
            <pc:sldMk cId="391205874" sldId="583"/>
            <ac:spMk id="74" creationId="{ED26C48F-6760-49AB-9F29-6013DA2B4053}"/>
          </ac:spMkLst>
        </pc:spChg>
        <pc:spChg chg="add mod">
          <ac:chgData name="Jean-Louis SCOTTO-DI-QUAQUERO" userId="5b7c4864-d3b3-4c12-a33e-5ea7a2094109" providerId="ADAL" clId="{DA1762EA-E75F-42B2-A027-556BE24C83D1}" dt="2020-12-04T07:43:18.447" v="834" actId="164"/>
          <ac:spMkLst>
            <pc:docMk/>
            <pc:sldMk cId="391205874" sldId="583"/>
            <ac:spMk id="75" creationId="{69102C4A-B05C-4919-8460-DA90AF76E755}"/>
          </ac:spMkLst>
        </pc:spChg>
        <pc:grpChg chg="add mod">
          <ac:chgData name="Jean-Louis SCOTTO-DI-QUAQUERO" userId="5b7c4864-d3b3-4c12-a33e-5ea7a2094109" providerId="ADAL" clId="{DA1762EA-E75F-42B2-A027-556BE24C83D1}" dt="2020-12-04T07:44:19.998" v="847" actId="164"/>
          <ac:grpSpMkLst>
            <pc:docMk/>
            <pc:sldMk cId="391205874" sldId="583"/>
            <ac:grpSpMk id="76" creationId="{7E4C3EA7-AB6B-44DC-9C1D-979BD454CB8D}"/>
          </ac:grpSpMkLst>
        </pc:grpChg>
        <pc:grpChg chg="add mod">
          <ac:chgData name="Jean-Louis SCOTTO-DI-QUAQUERO" userId="5b7c4864-d3b3-4c12-a33e-5ea7a2094109" providerId="ADAL" clId="{DA1762EA-E75F-42B2-A027-556BE24C83D1}" dt="2020-12-04T07:47:03.443" v="861" actId="164"/>
          <ac:grpSpMkLst>
            <pc:docMk/>
            <pc:sldMk cId="391205874" sldId="583"/>
            <ac:grpSpMk id="77" creationId="{41EB6239-63FA-46A8-BAF3-8D2500993ED5}"/>
          </ac:grpSpMkLst>
        </pc:grpChg>
        <pc:grpChg chg="add mod">
          <ac:chgData name="Jean-Louis SCOTTO-DI-QUAQUERO" userId="5b7c4864-d3b3-4c12-a33e-5ea7a2094109" providerId="ADAL" clId="{DA1762EA-E75F-42B2-A027-556BE24C83D1}" dt="2020-12-04T07:47:12.226" v="864" actId="1076"/>
          <ac:grpSpMkLst>
            <pc:docMk/>
            <pc:sldMk cId="391205874" sldId="583"/>
            <ac:grpSpMk id="78" creationId="{08FA0A38-4CC1-439D-9F65-F74413781CAC}"/>
          </ac:grpSpMkLst>
        </pc:grpChg>
        <pc:picChg chg="add mod">
          <ac:chgData name="Jean-Louis SCOTTO-DI-QUAQUERO" userId="5b7c4864-d3b3-4c12-a33e-5ea7a2094109" providerId="ADAL" clId="{DA1762EA-E75F-42B2-A027-556BE24C83D1}" dt="2020-12-04T07:47:03.443" v="861" actId="164"/>
          <ac:picMkLst>
            <pc:docMk/>
            <pc:sldMk cId="391205874" sldId="583"/>
            <ac:picMk id="30" creationId="{7068418B-1CA6-4C8F-AD82-64B7321AD12F}"/>
          </ac:picMkLst>
        </pc:picChg>
        <pc:cxnChg chg="add del mod">
          <ac:chgData name="Jean-Louis SCOTTO-DI-QUAQUERO" userId="5b7c4864-d3b3-4c12-a33e-5ea7a2094109" providerId="ADAL" clId="{DA1762EA-E75F-42B2-A027-556BE24C83D1}" dt="2020-12-04T07:26:10.185" v="278" actId="478"/>
          <ac:cxnSpMkLst>
            <pc:docMk/>
            <pc:sldMk cId="391205874" sldId="583"/>
            <ac:cxnSpMk id="8" creationId="{C59331F6-40FA-416B-8672-85F92B8A25D3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14" creationId="{0BD02313-2DE5-4BA1-8D16-5E18F4801287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20" creationId="{4572916E-3993-4EBF-BBCB-D4AD4713F072}"/>
          </ac:cxnSpMkLst>
        </pc:cxnChg>
        <pc:cxnChg chg="add del mod">
          <ac:chgData name="Jean-Louis SCOTTO-DI-QUAQUERO" userId="5b7c4864-d3b3-4c12-a33e-5ea7a2094109" providerId="ADAL" clId="{DA1762EA-E75F-42B2-A027-556BE24C83D1}" dt="2020-12-04T07:32:07.296" v="446" actId="478"/>
          <ac:cxnSpMkLst>
            <pc:docMk/>
            <pc:sldMk cId="391205874" sldId="583"/>
            <ac:cxnSpMk id="21" creationId="{91FB18A1-8B81-40D3-8DD2-ADA32FE0F74F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40" creationId="{FBB97DF8-5A39-4693-B7CD-0848EE23EEB5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43" creationId="{5BBDD3E9-5DCB-4162-9808-F9E7D2832E8F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46" creationId="{D6200C36-E284-40D5-8D62-E27EF9B5A92B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49" creationId="{7B20E716-0E04-478C-BC4D-0DD6A367E4F1}"/>
          </ac:cxnSpMkLst>
        </pc:cxnChg>
        <pc:cxnChg chg="add mod">
          <ac:chgData name="Jean-Louis SCOTTO-DI-QUAQUERO" userId="5b7c4864-d3b3-4c12-a33e-5ea7a2094109" providerId="ADAL" clId="{DA1762EA-E75F-42B2-A027-556BE24C83D1}" dt="2020-12-04T07:47:03.443" v="861" actId="164"/>
          <ac:cxnSpMkLst>
            <pc:docMk/>
            <pc:sldMk cId="391205874" sldId="583"/>
            <ac:cxnSpMk id="55" creationId="{C6FD646B-8F41-49AD-B905-AE4DA14D66F0}"/>
          </ac:cxnSpMkLst>
        </pc:cxnChg>
      </pc:sldChg>
      <pc:sldChg chg="addSp modSp add">
        <pc:chgData name="Jean-Louis SCOTTO-DI-QUAQUERO" userId="5b7c4864-d3b3-4c12-a33e-5ea7a2094109" providerId="ADAL" clId="{DA1762EA-E75F-42B2-A027-556BE24C83D1}" dt="2020-12-04T07:56:07.151" v="945" actId="115"/>
        <pc:sldMkLst>
          <pc:docMk/>
          <pc:sldMk cId="655317910" sldId="584"/>
        </pc:sldMkLst>
        <pc:spChg chg="mod">
          <ac:chgData name="Jean-Louis SCOTTO-DI-QUAQUERO" userId="5b7c4864-d3b3-4c12-a33e-5ea7a2094109" providerId="ADAL" clId="{DA1762EA-E75F-42B2-A027-556BE24C83D1}" dt="2020-12-04T07:55:47.767" v="942" actId="255"/>
          <ac:spMkLst>
            <pc:docMk/>
            <pc:sldMk cId="655317910" sldId="584"/>
            <ac:spMk id="4" creationId="{AFF78888-65BD-4CDB-B2FC-9B7669F8B834}"/>
          </ac:spMkLst>
        </pc:spChg>
        <pc:spChg chg="mod">
          <ac:chgData name="Jean-Louis SCOTTO-DI-QUAQUERO" userId="5b7c4864-d3b3-4c12-a33e-5ea7a2094109" providerId="ADAL" clId="{DA1762EA-E75F-42B2-A027-556BE24C83D1}" dt="2020-12-04T07:56:07.151" v="945" actId="115"/>
          <ac:spMkLst>
            <pc:docMk/>
            <pc:sldMk cId="655317910" sldId="584"/>
            <ac:spMk id="5" creationId="{D69A3EF6-BB67-4057-9662-D1830D1615A5}"/>
          </ac:spMkLst>
        </pc:spChg>
        <pc:spChg chg="add mod">
          <ac:chgData name="Jean-Louis SCOTTO-DI-QUAQUERO" userId="5b7c4864-d3b3-4c12-a33e-5ea7a2094109" providerId="ADAL" clId="{DA1762EA-E75F-42B2-A027-556BE24C83D1}" dt="2020-12-04T07:54:34.652" v="893" actId="164"/>
          <ac:spMkLst>
            <pc:docMk/>
            <pc:sldMk cId="655317910" sldId="584"/>
            <ac:spMk id="7" creationId="{3D0BC698-CFB5-4D93-8179-0C543FC2C0F7}"/>
          </ac:spMkLst>
        </pc:spChg>
        <pc:spChg chg="add mod">
          <ac:chgData name="Jean-Louis SCOTTO-DI-QUAQUERO" userId="5b7c4864-d3b3-4c12-a33e-5ea7a2094109" providerId="ADAL" clId="{DA1762EA-E75F-42B2-A027-556BE24C83D1}" dt="2020-12-04T07:54:34.652" v="893" actId="164"/>
          <ac:spMkLst>
            <pc:docMk/>
            <pc:sldMk cId="655317910" sldId="584"/>
            <ac:spMk id="8" creationId="{9906704D-6185-4B0C-A768-E71AF6F7286F}"/>
          </ac:spMkLst>
        </pc:spChg>
        <pc:spChg chg="add mod">
          <ac:chgData name="Jean-Louis SCOTTO-DI-QUAQUERO" userId="5b7c4864-d3b3-4c12-a33e-5ea7a2094109" providerId="ADAL" clId="{DA1762EA-E75F-42B2-A027-556BE24C83D1}" dt="2020-12-04T07:54:34.652" v="893" actId="164"/>
          <ac:spMkLst>
            <pc:docMk/>
            <pc:sldMk cId="655317910" sldId="584"/>
            <ac:spMk id="9" creationId="{D266E5ED-B08B-4627-931C-10D37B328B6A}"/>
          </ac:spMkLst>
        </pc:spChg>
        <pc:spChg chg="add mod">
          <ac:chgData name="Jean-Louis SCOTTO-DI-QUAQUERO" userId="5b7c4864-d3b3-4c12-a33e-5ea7a2094109" providerId="ADAL" clId="{DA1762EA-E75F-42B2-A027-556BE24C83D1}" dt="2020-12-04T07:54:34.652" v="893" actId="164"/>
          <ac:spMkLst>
            <pc:docMk/>
            <pc:sldMk cId="655317910" sldId="584"/>
            <ac:spMk id="10" creationId="{5D5AE5E5-A3BC-46C3-90AE-0E860F033DC8}"/>
          </ac:spMkLst>
        </pc:spChg>
        <pc:grpChg chg="add mod">
          <ac:chgData name="Jean-Louis SCOTTO-DI-QUAQUERO" userId="5b7c4864-d3b3-4c12-a33e-5ea7a2094109" providerId="ADAL" clId="{DA1762EA-E75F-42B2-A027-556BE24C83D1}" dt="2020-12-04T07:55:54.120" v="943" actId="1076"/>
          <ac:grpSpMkLst>
            <pc:docMk/>
            <pc:sldMk cId="655317910" sldId="584"/>
            <ac:grpSpMk id="11" creationId="{0BA14C2E-83F8-4B92-8A8E-11EED05899A8}"/>
          </ac:grpSpMkLst>
        </pc:grpChg>
        <pc:picChg chg="add mod">
          <ac:chgData name="Jean-Louis SCOTTO-DI-QUAQUERO" userId="5b7c4864-d3b3-4c12-a33e-5ea7a2094109" providerId="ADAL" clId="{DA1762EA-E75F-42B2-A027-556BE24C83D1}" dt="2020-12-04T07:54:34.652" v="893" actId="164"/>
          <ac:picMkLst>
            <pc:docMk/>
            <pc:sldMk cId="655317910" sldId="584"/>
            <ac:picMk id="6" creationId="{4CAF8DEE-15BD-42CE-8D20-E6116317EED8}"/>
          </ac:picMkLst>
        </pc:picChg>
      </pc:sldChg>
      <pc:sldChg chg="addSp delSp modSp add">
        <pc:chgData name="Jean-Louis SCOTTO-DI-QUAQUERO" userId="5b7c4864-d3b3-4c12-a33e-5ea7a2094109" providerId="ADAL" clId="{DA1762EA-E75F-42B2-A027-556BE24C83D1}" dt="2020-12-04T07:57:13.332" v="950" actId="1076"/>
        <pc:sldMkLst>
          <pc:docMk/>
          <pc:sldMk cId="2848675774" sldId="585"/>
        </pc:sldMkLst>
        <pc:spChg chg="mod">
          <ac:chgData name="Jean-Louis SCOTTO-DI-QUAQUERO" userId="5b7c4864-d3b3-4c12-a33e-5ea7a2094109" providerId="ADAL" clId="{DA1762EA-E75F-42B2-A027-556BE24C83D1}" dt="2020-12-04T07:57:01.636" v="947" actId="20577"/>
          <ac:spMkLst>
            <pc:docMk/>
            <pc:sldMk cId="2848675774" sldId="585"/>
            <ac:spMk id="4" creationId="{AFF78888-65BD-4CDB-B2FC-9B7669F8B834}"/>
          </ac:spMkLst>
        </pc:spChg>
        <pc:spChg chg="del">
          <ac:chgData name="Jean-Louis SCOTTO-DI-QUAQUERO" userId="5b7c4864-d3b3-4c12-a33e-5ea7a2094109" providerId="ADAL" clId="{DA1762EA-E75F-42B2-A027-556BE24C83D1}" dt="2020-12-04T07:57:09.384" v="948" actId="478"/>
          <ac:spMkLst>
            <pc:docMk/>
            <pc:sldMk cId="2848675774" sldId="585"/>
            <ac:spMk id="5" creationId="{D69A3EF6-BB67-4057-9662-D1830D1615A5}"/>
          </ac:spMkLst>
        </pc:spChg>
        <pc:spChg chg="add mod">
          <ac:chgData name="Jean-Louis SCOTTO-DI-QUAQUERO" userId="5b7c4864-d3b3-4c12-a33e-5ea7a2094109" providerId="ADAL" clId="{DA1762EA-E75F-42B2-A027-556BE24C83D1}" dt="2020-12-04T07:57:13.332" v="950" actId="1076"/>
          <ac:spMkLst>
            <pc:docMk/>
            <pc:sldMk cId="2848675774" sldId="585"/>
            <ac:spMk id="8" creationId="{3B7AFA94-5ACB-4E01-9CCE-0A5A185A9274}"/>
          </ac:spMkLst>
        </pc:spChg>
        <pc:picChg chg="add mod">
          <ac:chgData name="Jean-Louis SCOTTO-DI-QUAQUERO" userId="5b7c4864-d3b3-4c12-a33e-5ea7a2094109" providerId="ADAL" clId="{DA1762EA-E75F-42B2-A027-556BE24C83D1}" dt="2020-12-04T07:57:13.332" v="950" actId="1076"/>
          <ac:picMkLst>
            <pc:docMk/>
            <pc:sldMk cId="2848675774" sldId="585"/>
            <ac:picMk id="6" creationId="{AD014235-5A70-4738-90E7-08D8F36B2294}"/>
          </ac:picMkLst>
        </pc:picChg>
        <pc:cxnChg chg="add mod">
          <ac:chgData name="Jean-Louis SCOTTO-DI-QUAQUERO" userId="5b7c4864-d3b3-4c12-a33e-5ea7a2094109" providerId="ADAL" clId="{DA1762EA-E75F-42B2-A027-556BE24C83D1}" dt="2020-12-04T07:57:13.332" v="950" actId="1076"/>
          <ac:cxnSpMkLst>
            <pc:docMk/>
            <pc:sldMk cId="2848675774" sldId="585"/>
            <ac:cxnSpMk id="7" creationId="{8A924941-808A-4AC4-BD14-89C93C6A4416}"/>
          </ac:cxnSpMkLst>
        </pc:cxnChg>
      </pc:sldChg>
      <pc:sldChg chg="modSp add">
        <pc:chgData name="Jean-Louis SCOTTO-DI-QUAQUERO" userId="5b7c4864-d3b3-4c12-a33e-5ea7a2094109" providerId="ADAL" clId="{DA1762EA-E75F-42B2-A027-556BE24C83D1}" dt="2020-12-04T07:58:45.394" v="968"/>
        <pc:sldMkLst>
          <pc:docMk/>
          <pc:sldMk cId="3994019027" sldId="586"/>
        </pc:sldMkLst>
        <pc:spChg chg="mod">
          <ac:chgData name="Jean-Louis SCOTTO-DI-QUAQUERO" userId="5b7c4864-d3b3-4c12-a33e-5ea7a2094109" providerId="ADAL" clId="{DA1762EA-E75F-42B2-A027-556BE24C83D1}" dt="2020-12-04T07:58:14.161" v="959" actId="20577"/>
          <ac:spMkLst>
            <pc:docMk/>
            <pc:sldMk cId="3994019027" sldId="586"/>
            <ac:spMk id="4" creationId="{6F9DFF0A-A79B-4803-9403-1CEFC4A915B8}"/>
          </ac:spMkLst>
        </pc:spChg>
        <pc:spChg chg="mod">
          <ac:chgData name="Jean-Louis SCOTTO-DI-QUAQUERO" userId="5b7c4864-d3b3-4c12-a33e-5ea7a2094109" providerId="ADAL" clId="{DA1762EA-E75F-42B2-A027-556BE24C83D1}" dt="2020-12-04T07:58:45.394" v="968"/>
          <ac:spMkLst>
            <pc:docMk/>
            <pc:sldMk cId="3994019027" sldId="586"/>
            <ac:spMk id="5" creationId="{8C157250-826D-4134-AD93-7DCB3FC8C7C6}"/>
          </ac:spMkLst>
        </pc:spChg>
      </pc:sldChg>
      <pc:sldChg chg="addSp modSp add">
        <pc:chgData name="Jean-Louis SCOTTO-DI-QUAQUERO" userId="5b7c4864-d3b3-4c12-a33e-5ea7a2094109" providerId="ADAL" clId="{DA1762EA-E75F-42B2-A027-556BE24C83D1}" dt="2020-12-04T07:59:49.797" v="987" actId="164"/>
        <pc:sldMkLst>
          <pc:docMk/>
          <pc:sldMk cId="365902232" sldId="587"/>
        </pc:sldMkLst>
        <pc:spChg chg="mod">
          <ac:chgData name="Jean-Louis SCOTTO-DI-QUAQUERO" userId="5b7c4864-d3b3-4c12-a33e-5ea7a2094109" providerId="ADAL" clId="{DA1762EA-E75F-42B2-A027-556BE24C83D1}" dt="2020-12-04T07:59:04.615" v="970" actId="20577"/>
          <ac:spMkLst>
            <pc:docMk/>
            <pc:sldMk cId="365902232" sldId="587"/>
            <ac:spMk id="4" creationId="{6F9DFF0A-A79B-4803-9403-1CEFC4A915B8}"/>
          </ac:spMkLst>
        </pc:spChg>
        <pc:spChg chg="mod">
          <ac:chgData name="Jean-Louis SCOTTO-DI-QUAQUERO" userId="5b7c4864-d3b3-4c12-a33e-5ea7a2094109" providerId="ADAL" clId="{DA1762EA-E75F-42B2-A027-556BE24C83D1}" dt="2020-12-04T07:59:29.619" v="984" actId="20577"/>
          <ac:spMkLst>
            <pc:docMk/>
            <pc:sldMk cId="365902232" sldId="587"/>
            <ac:spMk id="5" creationId="{8C157250-826D-4134-AD93-7DCB3FC8C7C6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7" creationId="{8D8CC369-7917-4326-BB7D-73362BACAC69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8" creationId="{FFAEB371-D664-46D1-8139-080C070A39E9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9" creationId="{2321396B-BE4B-44FA-9EC2-E5C294B5570C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10" creationId="{C9800304-C18D-4D54-8B2A-24AC181887CF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11" creationId="{9C25259F-ED1C-424F-875F-E1016497E242}"/>
          </ac:spMkLst>
        </pc:spChg>
        <pc:spChg chg="add mod">
          <ac:chgData name="Jean-Louis SCOTTO-DI-QUAQUERO" userId="5b7c4864-d3b3-4c12-a33e-5ea7a2094109" providerId="ADAL" clId="{DA1762EA-E75F-42B2-A027-556BE24C83D1}" dt="2020-12-04T07:59:49.797" v="987" actId="164"/>
          <ac:spMkLst>
            <pc:docMk/>
            <pc:sldMk cId="365902232" sldId="587"/>
            <ac:spMk id="12" creationId="{7F7D6784-ADD3-4113-B610-75C59E555983}"/>
          </ac:spMkLst>
        </pc:spChg>
        <pc:grpChg chg="add mod">
          <ac:chgData name="Jean-Louis SCOTTO-DI-QUAQUERO" userId="5b7c4864-d3b3-4c12-a33e-5ea7a2094109" providerId="ADAL" clId="{DA1762EA-E75F-42B2-A027-556BE24C83D1}" dt="2020-12-04T07:59:49.797" v="987" actId="164"/>
          <ac:grpSpMkLst>
            <pc:docMk/>
            <pc:sldMk cId="365902232" sldId="587"/>
            <ac:grpSpMk id="13" creationId="{F3FB8D4D-B850-423A-9A47-CD3A407C8D34}"/>
          </ac:grpSpMkLst>
        </pc:grpChg>
        <pc:grpChg chg="add mod">
          <ac:chgData name="Jean-Louis SCOTTO-DI-QUAQUERO" userId="5b7c4864-d3b3-4c12-a33e-5ea7a2094109" providerId="ADAL" clId="{DA1762EA-E75F-42B2-A027-556BE24C83D1}" dt="2020-12-04T07:59:49.797" v="987" actId="164"/>
          <ac:grpSpMkLst>
            <pc:docMk/>
            <pc:sldMk cId="365902232" sldId="587"/>
            <ac:grpSpMk id="16" creationId="{714A9923-F870-4C95-8EA8-53400D94704B}"/>
          </ac:grpSpMkLst>
        </pc:grpChg>
        <pc:grpChg chg="add mod">
          <ac:chgData name="Jean-Louis SCOTTO-DI-QUAQUERO" userId="5b7c4864-d3b3-4c12-a33e-5ea7a2094109" providerId="ADAL" clId="{DA1762EA-E75F-42B2-A027-556BE24C83D1}" dt="2020-12-04T07:59:49.797" v="987" actId="164"/>
          <ac:grpSpMkLst>
            <pc:docMk/>
            <pc:sldMk cId="365902232" sldId="587"/>
            <ac:grpSpMk id="19" creationId="{C6034981-1191-4C22-B5D4-99B7793D49E7}"/>
          </ac:grpSpMkLst>
        </pc:grpChg>
        <pc:grpChg chg="add mod">
          <ac:chgData name="Jean-Louis SCOTTO-DI-QUAQUERO" userId="5b7c4864-d3b3-4c12-a33e-5ea7a2094109" providerId="ADAL" clId="{DA1762EA-E75F-42B2-A027-556BE24C83D1}" dt="2020-12-04T07:59:49.797" v="987" actId="164"/>
          <ac:grpSpMkLst>
            <pc:docMk/>
            <pc:sldMk cId="365902232" sldId="587"/>
            <ac:grpSpMk id="22" creationId="{5E0FFEC3-AE44-49D7-ADB5-DB36A1EDF8E2}"/>
          </ac:grpSpMkLst>
        </pc:grpChg>
        <pc:picChg chg="add mod">
          <ac:chgData name="Jean-Louis SCOTTO-DI-QUAQUERO" userId="5b7c4864-d3b3-4c12-a33e-5ea7a2094109" providerId="ADAL" clId="{DA1762EA-E75F-42B2-A027-556BE24C83D1}" dt="2020-12-04T07:59:49.797" v="987" actId="164"/>
          <ac:picMkLst>
            <pc:docMk/>
            <pc:sldMk cId="365902232" sldId="587"/>
            <ac:picMk id="6" creationId="{D9A238A3-B540-480F-BD01-2D8E2ACED2C4}"/>
          </ac:picMkLst>
        </pc:picChg>
      </pc:sldChg>
      <pc:sldChg chg="addSp delSp modSp add">
        <pc:chgData name="Jean-Louis SCOTTO-DI-QUAQUERO" userId="5b7c4864-d3b3-4c12-a33e-5ea7a2094109" providerId="ADAL" clId="{DA1762EA-E75F-42B2-A027-556BE24C83D1}" dt="2020-12-04T08:00:18.891" v="991"/>
        <pc:sldMkLst>
          <pc:docMk/>
          <pc:sldMk cId="2917632955" sldId="588"/>
        </pc:sldMkLst>
        <pc:spChg chg="mod">
          <ac:chgData name="Jean-Louis SCOTTO-DI-QUAQUERO" userId="5b7c4864-d3b3-4c12-a33e-5ea7a2094109" providerId="ADAL" clId="{DA1762EA-E75F-42B2-A027-556BE24C83D1}" dt="2020-12-04T08:00:10.480" v="989" actId="20577"/>
          <ac:spMkLst>
            <pc:docMk/>
            <pc:sldMk cId="2917632955" sldId="588"/>
            <ac:spMk id="4" creationId="{6F9DFF0A-A79B-4803-9403-1CEFC4A915B8}"/>
          </ac:spMkLst>
        </pc:spChg>
        <pc:spChg chg="del">
          <ac:chgData name="Jean-Louis SCOTTO-DI-QUAQUERO" userId="5b7c4864-d3b3-4c12-a33e-5ea7a2094109" providerId="ADAL" clId="{DA1762EA-E75F-42B2-A027-556BE24C83D1}" dt="2020-12-04T08:00:18.526" v="990" actId="478"/>
          <ac:spMkLst>
            <pc:docMk/>
            <pc:sldMk cId="2917632955" sldId="588"/>
            <ac:spMk id="5" creationId="{8C157250-826D-4134-AD93-7DCB3FC8C7C6}"/>
          </ac:spMkLst>
        </pc:spChg>
        <pc:picChg chg="add">
          <ac:chgData name="Jean-Louis SCOTTO-DI-QUAQUERO" userId="5b7c4864-d3b3-4c12-a33e-5ea7a2094109" providerId="ADAL" clId="{DA1762EA-E75F-42B2-A027-556BE24C83D1}" dt="2020-12-04T08:00:18.891" v="991"/>
          <ac:picMkLst>
            <pc:docMk/>
            <pc:sldMk cId="2917632955" sldId="588"/>
            <ac:picMk id="6" creationId="{EAA96B40-3A3F-41BC-96B8-EAE863240B32}"/>
          </ac:picMkLst>
        </pc:picChg>
      </pc:sldChg>
      <pc:sldChg chg="modSp add del ord">
        <pc:chgData name="Jean-Louis SCOTTO-DI-QUAQUERO" userId="5b7c4864-d3b3-4c12-a33e-5ea7a2094109" providerId="ADAL" clId="{DA1762EA-E75F-42B2-A027-556BE24C83D1}" dt="2020-12-04T15:51:33.603" v="3422" actId="2696"/>
        <pc:sldMkLst>
          <pc:docMk/>
          <pc:sldMk cId="2738202755" sldId="589"/>
        </pc:sldMkLst>
        <pc:spChg chg="mod">
          <ac:chgData name="Jean-Louis SCOTTO-DI-QUAQUERO" userId="5b7c4864-d3b3-4c12-a33e-5ea7a2094109" providerId="ADAL" clId="{DA1762EA-E75F-42B2-A027-556BE24C83D1}" dt="2020-12-04T08:00:31.966" v="993" actId="20577"/>
          <ac:spMkLst>
            <pc:docMk/>
            <pc:sldMk cId="2738202755" sldId="589"/>
            <ac:spMk id="4" creationId="{6F9DFF0A-A79B-4803-9403-1CEFC4A915B8}"/>
          </ac:spMkLst>
        </pc:spChg>
      </pc:sldChg>
      <pc:sldChg chg="addSp delSp modSp add">
        <pc:chgData name="Jean-Louis SCOTTO-DI-QUAQUERO" userId="5b7c4864-d3b3-4c12-a33e-5ea7a2094109" providerId="ADAL" clId="{DA1762EA-E75F-42B2-A027-556BE24C83D1}" dt="2020-12-10T10:15:56.193" v="5343" actId="164"/>
        <pc:sldMkLst>
          <pc:docMk/>
          <pc:sldMk cId="538683575" sldId="590"/>
        </pc:sldMkLst>
        <pc:spChg chg="mod">
          <ac:chgData name="Jean-Louis SCOTTO-DI-QUAQUERO" userId="5b7c4864-d3b3-4c12-a33e-5ea7a2094109" providerId="ADAL" clId="{DA1762EA-E75F-42B2-A027-556BE24C83D1}" dt="2020-12-04T15:51:27.976" v="3421" actId="20577"/>
          <ac:spMkLst>
            <pc:docMk/>
            <pc:sldMk cId="538683575" sldId="590"/>
            <ac:spMk id="4" creationId="{12A837BE-49CE-4FA0-8D1C-41F484DE54DE}"/>
          </ac:spMkLst>
        </pc:spChg>
        <pc:spChg chg="mod">
          <ac:chgData name="Jean-Louis SCOTTO-DI-QUAQUERO" userId="5b7c4864-d3b3-4c12-a33e-5ea7a2094109" providerId="ADAL" clId="{DA1762EA-E75F-42B2-A027-556BE24C83D1}" dt="2020-12-10T10:14:23.020" v="5337" actId="20577"/>
          <ac:spMkLst>
            <pc:docMk/>
            <pc:sldMk cId="538683575" sldId="590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DA1762EA-E75F-42B2-A027-556BE24C83D1}" dt="2020-12-10T10:15:56.193" v="5343" actId="164"/>
          <ac:spMkLst>
            <pc:docMk/>
            <pc:sldMk cId="538683575" sldId="590"/>
            <ac:spMk id="7" creationId="{01107C40-537F-42FA-B52C-C7F17647F456}"/>
          </ac:spMkLst>
        </pc:spChg>
        <pc:spChg chg="add mod">
          <ac:chgData name="Jean-Louis SCOTTO-DI-QUAQUERO" userId="5b7c4864-d3b3-4c12-a33e-5ea7a2094109" providerId="ADAL" clId="{DA1762EA-E75F-42B2-A027-556BE24C83D1}" dt="2020-12-07T14:58:42.256" v="4812" actId="164"/>
          <ac:spMkLst>
            <pc:docMk/>
            <pc:sldMk cId="538683575" sldId="590"/>
            <ac:spMk id="22" creationId="{02063472-396F-4D1E-8E68-3E856601B553}"/>
          </ac:spMkLst>
        </pc:spChg>
        <pc:spChg chg="add mod">
          <ac:chgData name="Jean-Louis SCOTTO-DI-QUAQUERO" userId="5b7c4864-d3b3-4c12-a33e-5ea7a2094109" providerId="ADAL" clId="{DA1762EA-E75F-42B2-A027-556BE24C83D1}" dt="2020-12-07T14:58:42.256" v="4812" actId="164"/>
          <ac:spMkLst>
            <pc:docMk/>
            <pc:sldMk cId="538683575" sldId="590"/>
            <ac:spMk id="23" creationId="{FA74D862-75F6-4775-820D-6953E9DADD4A}"/>
          </ac:spMkLst>
        </pc:spChg>
        <pc:spChg chg="add mod topLvl">
          <ac:chgData name="Jean-Louis SCOTTO-DI-QUAQUERO" userId="5b7c4864-d3b3-4c12-a33e-5ea7a2094109" providerId="ADAL" clId="{DA1762EA-E75F-42B2-A027-556BE24C83D1}" dt="2020-12-07T15:24:26.052" v="5269" actId="164"/>
          <ac:spMkLst>
            <pc:docMk/>
            <pc:sldMk cId="538683575" sldId="590"/>
            <ac:spMk id="28" creationId="{3DAA80DB-C424-449A-A8CC-477FB297272F}"/>
          </ac:spMkLst>
        </pc:spChg>
        <pc:spChg chg="add mod topLvl">
          <ac:chgData name="Jean-Louis SCOTTO-DI-QUAQUERO" userId="5b7c4864-d3b3-4c12-a33e-5ea7a2094109" providerId="ADAL" clId="{DA1762EA-E75F-42B2-A027-556BE24C83D1}" dt="2020-12-07T15:24:26.052" v="5269" actId="164"/>
          <ac:spMkLst>
            <pc:docMk/>
            <pc:sldMk cId="538683575" sldId="590"/>
            <ac:spMk id="29" creationId="{613F94DC-D97A-45C1-8DFF-EAE70B8E3B7C}"/>
          </ac:spMkLst>
        </pc:spChg>
        <pc:grpChg chg="add mod">
          <ac:chgData name="Jean-Louis SCOTTO-DI-QUAQUERO" userId="5b7c4864-d3b3-4c12-a33e-5ea7a2094109" providerId="ADAL" clId="{DA1762EA-E75F-42B2-A027-556BE24C83D1}" dt="2020-12-10T10:15:56.193" v="5343" actId="164"/>
          <ac:grpSpMkLst>
            <pc:docMk/>
            <pc:sldMk cId="538683575" sldId="590"/>
            <ac:grpSpMk id="8" creationId="{6BCE8FBB-E0BC-4234-89FF-CB1B3B93BAE1}"/>
          </ac:grpSpMkLst>
        </pc:grpChg>
        <pc:grpChg chg="del">
          <ac:chgData name="Jean-Louis SCOTTO-DI-QUAQUERO" userId="5b7c4864-d3b3-4c12-a33e-5ea7a2094109" providerId="ADAL" clId="{DA1762EA-E75F-42B2-A027-556BE24C83D1}" dt="2020-12-07T14:51:21.834" v="4756" actId="478"/>
          <ac:grpSpMkLst>
            <pc:docMk/>
            <pc:sldMk cId="538683575" sldId="590"/>
            <ac:grpSpMk id="10" creationId="{038508F8-B550-476C-8E43-ECD23319E0B2}"/>
          </ac:grpSpMkLst>
        </pc:grpChg>
        <pc:grpChg chg="del">
          <ac:chgData name="Jean-Louis SCOTTO-DI-QUAQUERO" userId="5b7c4864-d3b3-4c12-a33e-5ea7a2094109" providerId="ADAL" clId="{DA1762EA-E75F-42B2-A027-556BE24C83D1}" dt="2020-12-07T14:51:22.332" v="4757" actId="478"/>
          <ac:grpSpMkLst>
            <pc:docMk/>
            <pc:sldMk cId="538683575" sldId="590"/>
            <ac:grpSpMk id="14" creationId="{BF608062-7523-4E3A-8EDD-0311CFDC8B9F}"/>
          </ac:grpSpMkLst>
        </pc:grpChg>
        <pc:grpChg chg="del">
          <ac:chgData name="Jean-Louis SCOTTO-DI-QUAQUERO" userId="5b7c4864-d3b3-4c12-a33e-5ea7a2094109" providerId="ADAL" clId="{DA1762EA-E75F-42B2-A027-556BE24C83D1}" dt="2020-12-07T14:51:25.184" v="4758" actId="478"/>
          <ac:grpSpMkLst>
            <pc:docMk/>
            <pc:sldMk cId="538683575" sldId="590"/>
            <ac:grpSpMk id="18" creationId="{B6D06AFD-94E2-4DB4-A5D5-F6C65406802E}"/>
          </ac:grpSpMkLst>
        </pc:grpChg>
        <pc:grpChg chg="add mod ord">
          <ac:chgData name="Jean-Louis SCOTTO-DI-QUAQUERO" userId="5b7c4864-d3b3-4c12-a33e-5ea7a2094109" providerId="ADAL" clId="{DA1762EA-E75F-42B2-A027-556BE24C83D1}" dt="2020-12-07T15:22:51.433" v="5243" actId="1076"/>
          <ac:grpSpMkLst>
            <pc:docMk/>
            <pc:sldMk cId="538683575" sldId="590"/>
            <ac:grpSpMk id="24" creationId="{EB6ED696-5E3D-486D-94DA-B2620DD3A5EA}"/>
          </ac:grpSpMkLst>
        </pc:grpChg>
        <pc:grpChg chg="add del mod">
          <ac:chgData name="Jean-Louis SCOTTO-DI-QUAQUERO" userId="5b7c4864-d3b3-4c12-a33e-5ea7a2094109" providerId="ADAL" clId="{DA1762EA-E75F-42B2-A027-556BE24C83D1}" dt="2020-12-07T15:23:31.289" v="5249" actId="165"/>
          <ac:grpSpMkLst>
            <pc:docMk/>
            <pc:sldMk cId="538683575" sldId="590"/>
            <ac:grpSpMk id="30" creationId="{74986234-5AE4-4346-8A5D-A4C3C44E197A}"/>
          </ac:grpSpMkLst>
        </pc:grpChg>
        <pc:grpChg chg="add mod">
          <ac:chgData name="Jean-Louis SCOTTO-DI-QUAQUERO" userId="5b7c4864-d3b3-4c12-a33e-5ea7a2094109" providerId="ADAL" clId="{DA1762EA-E75F-42B2-A027-556BE24C83D1}" dt="2020-12-07T15:24:26.052" v="5269" actId="164"/>
          <ac:grpSpMkLst>
            <pc:docMk/>
            <pc:sldMk cId="538683575" sldId="590"/>
            <ac:grpSpMk id="46" creationId="{37E31639-42EE-46BC-92C7-710C77FA5F22}"/>
          </ac:grpSpMkLst>
        </pc:grpChg>
        <pc:picChg chg="add mod">
          <ac:chgData name="Jean-Louis SCOTTO-DI-QUAQUERO" userId="5b7c4864-d3b3-4c12-a33e-5ea7a2094109" providerId="ADAL" clId="{DA1762EA-E75F-42B2-A027-556BE24C83D1}" dt="2020-12-04T15:53:34.512" v="3520" actId="1076"/>
          <ac:picMkLst>
            <pc:docMk/>
            <pc:sldMk cId="538683575" sldId="590"/>
            <ac:picMk id="6" creationId="{C49E7082-F4F5-44A5-93BC-195992959EBC}"/>
          </ac:picMkLst>
        </pc:picChg>
        <pc:picChg chg="add mod modCrop">
          <ac:chgData name="Jean-Louis SCOTTO-DI-QUAQUERO" userId="5b7c4864-d3b3-4c12-a33e-5ea7a2094109" providerId="ADAL" clId="{DA1762EA-E75F-42B2-A027-556BE24C83D1}" dt="2020-12-10T10:15:56.193" v="5343" actId="164"/>
          <ac:picMkLst>
            <pc:docMk/>
            <pc:sldMk cId="538683575" sldId="590"/>
            <ac:picMk id="19" creationId="{201B0716-5A1C-414D-9A03-8865A0B0CCB3}"/>
          </ac:picMkLst>
        </pc:picChg>
        <pc:picChg chg="del">
          <ac:chgData name="Jean-Louis SCOTTO-DI-QUAQUERO" userId="5b7c4864-d3b3-4c12-a33e-5ea7a2094109" providerId="ADAL" clId="{DA1762EA-E75F-42B2-A027-556BE24C83D1}" dt="2020-12-04T15:51:42.173" v="3424" actId="478"/>
          <ac:picMkLst>
            <pc:docMk/>
            <pc:sldMk cId="538683575" sldId="590"/>
            <ac:picMk id="19" creationId="{5341754D-C4EA-481F-A936-326ED94B9AC7}"/>
          </ac:picMkLst>
        </pc:picChg>
        <pc:picChg chg="add mod">
          <ac:chgData name="Jean-Louis SCOTTO-DI-QUAQUERO" userId="5b7c4864-d3b3-4c12-a33e-5ea7a2094109" providerId="ADAL" clId="{DA1762EA-E75F-42B2-A027-556BE24C83D1}" dt="2020-12-07T14:58:42.256" v="4812" actId="164"/>
          <ac:picMkLst>
            <pc:docMk/>
            <pc:sldMk cId="538683575" sldId="590"/>
            <ac:picMk id="20" creationId="{42D027F7-3381-4C48-BF71-9A6F30F2E420}"/>
          </ac:picMkLst>
        </pc:picChg>
        <pc:picChg chg="del">
          <ac:chgData name="Jean-Louis SCOTTO-DI-QUAQUERO" userId="5b7c4864-d3b3-4c12-a33e-5ea7a2094109" providerId="ADAL" clId="{DA1762EA-E75F-42B2-A027-556BE24C83D1}" dt="2020-12-04T15:51:40.159" v="3423" actId="478"/>
          <ac:picMkLst>
            <pc:docMk/>
            <pc:sldMk cId="538683575" sldId="590"/>
            <ac:picMk id="20" creationId="{F546119A-D0AD-4C70-A579-EFC6A67E42CA}"/>
          </ac:picMkLst>
        </pc:picChg>
        <pc:picChg chg="add mod">
          <ac:chgData name="Jean-Louis SCOTTO-DI-QUAQUERO" userId="5b7c4864-d3b3-4c12-a33e-5ea7a2094109" providerId="ADAL" clId="{DA1762EA-E75F-42B2-A027-556BE24C83D1}" dt="2020-12-04T15:53:58.871" v="3522" actId="1076"/>
          <ac:picMkLst>
            <pc:docMk/>
            <pc:sldMk cId="538683575" sldId="590"/>
            <ac:picMk id="21" creationId="{2A9703A1-4A3C-4D0E-AC8A-08A9FF0860EF}"/>
          </ac:picMkLst>
        </pc:picChg>
        <pc:picChg chg="add mod topLvl">
          <ac:chgData name="Jean-Louis SCOTTO-DI-QUAQUERO" userId="5b7c4864-d3b3-4c12-a33e-5ea7a2094109" providerId="ADAL" clId="{DA1762EA-E75F-42B2-A027-556BE24C83D1}" dt="2020-12-07T15:24:26.052" v="5269" actId="164"/>
          <ac:picMkLst>
            <pc:docMk/>
            <pc:sldMk cId="538683575" sldId="590"/>
            <ac:picMk id="25" creationId="{363A9F57-C7EF-4DE9-926E-40B36606DE4E}"/>
          </ac:picMkLst>
        </pc:picChg>
        <pc:picChg chg="add mod topLvl">
          <ac:chgData name="Jean-Louis SCOTTO-DI-QUAQUERO" userId="5b7c4864-d3b3-4c12-a33e-5ea7a2094109" providerId="ADAL" clId="{DA1762EA-E75F-42B2-A027-556BE24C83D1}" dt="2020-12-07T15:24:26.052" v="5269" actId="164"/>
          <ac:picMkLst>
            <pc:docMk/>
            <pc:sldMk cId="538683575" sldId="590"/>
            <ac:picMk id="26" creationId="{ED219C62-69CE-4B07-8A68-453C8C9D8483}"/>
          </ac:picMkLst>
        </pc:picChg>
        <pc:picChg chg="add mod topLvl">
          <ac:chgData name="Jean-Louis SCOTTO-DI-QUAQUERO" userId="5b7c4864-d3b3-4c12-a33e-5ea7a2094109" providerId="ADAL" clId="{DA1762EA-E75F-42B2-A027-556BE24C83D1}" dt="2020-12-07T15:24:26.052" v="5269" actId="164"/>
          <ac:picMkLst>
            <pc:docMk/>
            <pc:sldMk cId="538683575" sldId="590"/>
            <ac:picMk id="27" creationId="{0A9945EA-B281-41FE-87CF-0CEBEEAC6864}"/>
          </ac:picMkLst>
        </pc:picChg>
        <pc:cxnChg chg="add del mod">
          <ac:chgData name="Jean-Louis SCOTTO-DI-QUAQUERO" userId="5b7c4864-d3b3-4c12-a33e-5ea7a2094109" providerId="ADAL" clId="{DA1762EA-E75F-42B2-A027-556BE24C83D1}" dt="2020-12-07T15:23:28.747" v="5248" actId="11529"/>
          <ac:cxnSpMkLst>
            <pc:docMk/>
            <pc:sldMk cId="538683575" sldId="590"/>
            <ac:cxnSpMk id="32" creationId="{D5758608-6B22-47AC-8E9F-89D4B68CFDDB}"/>
          </ac:cxnSpMkLst>
        </pc:cxnChg>
        <pc:cxnChg chg="add mod">
          <ac:chgData name="Jean-Louis SCOTTO-DI-QUAQUERO" userId="5b7c4864-d3b3-4c12-a33e-5ea7a2094109" providerId="ADAL" clId="{DA1762EA-E75F-42B2-A027-556BE24C83D1}" dt="2020-12-07T15:24:26.052" v="5269" actId="164"/>
          <ac:cxnSpMkLst>
            <pc:docMk/>
            <pc:sldMk cId="538683575" sldId="590"/>
            <ac:cxnSpMk id="34" creationId="{F96586DF-6378-4019-BD49-2DA10F9F6AB7}"/>
          </ac:cxnSpMkLst>
        </pc:cxnChg>
        <pc:cxnChg chg="add mod">
          <ac:chgData name="Jean-Louis SCOTTO-DI-QUAQUERO" userId="5b7c4864-d3b3-4c12-a33e-5ea7a2094109" providerId="ADAL" clId="{DA1762EA-E75F-42B2-A027-556BE24C83D1}" dt="2020-12-07T15:24:26.052" v="5269" actId="164"/>
          <ac:cxnSpMkLst>
            <pc:docMk/>
            <pc:sldMk cId="538683575" sldId="590"/>
            <ac:cxnSpMk id="35" creationId="{6C3029EE-403A-4631-970C-67A87AB4A6DB}"/>
          </ac:cxnSpMkLst>
        </pc:cxnChg>
        <pc:cxnChg chg="add mod">
          <ac:chgData name="Jean-Louis SCOTTO-DI-QUAQUERO" userId="5b7c4864-d3b3-4c12-a33e-5ea7a2094109" providerId="ADAL" clId="{DA1762EA-E75F-42B2-A027-556BE24C83D1}" dt="2020-12-07T15:24:26.052" v="5269" actId="164"/>
          <ac:cxnSpMkLst>
            <pc:docMk/>
            <pc:sldMk cId="538683575" sldId="590"/>
            <ac:cxnSpMk id="39" creationId="{53E39837-B931-4557-A44A-18116F44D7E4}"/>
          </ac:cxnSpMkLst>
        </pc:cxnChg>
        <pc:cxnChg chg="add mod">
          <ac:chgData name="Jean-Louis SCOTTO-DI-QUAQUERO" userId="5b7c4864-d3b3-4c12-a33e-5ea7a2094109" providerId="ADAL" clId="{DA1762EA-E75F-42B2-A027-556BE24C83D1}" dt="2020-12-07T15:24:26.052" v="5269" actId="164"/>
          <ac:cxnSpMkLst>
            <pc:docMk/>
            <pc:sldMk cId="538683575" sldId="590"/>
            <ac:cxnSpMk id="42" creationId="{B38D21D0-8177-4B19-9180-66B3325ECC0E}"/>
          </ac:cxnSpMkLst>
        </pc:cxnChg>
        <pc:cxnChg chg="add mod">
          <ac:chgData name="Jean-Louis SCOTTO-DI-QUAQUERO" userId="5b7c4864-d3b3-4c12-a33e-5ea7a2094109" providerId="ADAL" clId="{DA1762EA-E75F-42B2-A027-556BE24C83D1}" dt="2020-12-07T15:24:48.295" v="5273" actId="14100"/>
          <ac:cxnSpMkLst>
            <pc:docMk/>
            <pc:sldMk cId="538683575" sldId="590"/>
            <ac:cxnSpMk id="47" creationId="{99EDB439-5E51-435D-81EC-9BAC8D16B0AD}"/>
          </ac:cxnSpMkLst>
        </pc:cxnChg>
      </pc:sldChg>
      <pc:sldChg chg="addSp delSp modSp add">
        <pc:chgData name="Jean-Louis SCOTTO-DI-QUAQUERO" userId="5b7c4864-d3b3-4c12-a33e-5ea7a2094109" providerId="ADAL" clId="{DA1762EA-E75F-42B2-A027-556BE24C83D1}" dt="2020-12-07T15:15:12.637" v="5218" actId="1076"/>
        <pc:sldMkLst>
          <pc:docMk/>
          <pc:sldMk cId="2816116897" sldId="591"/>
        </pc:sldMkLst>
        <pc:spChg chg="mod">
          <ac:chgData name="Jean-Louis SCOTTO-DI-QUAQUERO" userId="5b7c4864-d3b3-4c12-a33e-5ea7a2094109" providerId="ADAL" clId="{DA1762EA-E75F-42B2-A027-556BE24C83D1}" dt="2020-12-07T14:50:20.636" v="4687" actId="20577"/>
          <ac:spMkLst>
            <pc:docMk/>
            <pc:sldMk cId="2816116897" sldId="591"/>
            <ac:spMk id="4" creationId="{12A837BE-49CE-4FA0-8D1C-41F484DE54DE}"/>
          </ac:spMkLst>
        </pc:spChg>
        <pc:spChg chg="mod">
          <ac:chgData name="Jean-Louis SCOTTO-DI-QUAQUERO" userId="5b7c4864-d3b3-4c12-a33e-5ea7a2094109" providerId="ADAL" clId="{DA1762EA-E75F-42B2-A027-556BE24C83D1}" dt="2020-12-07T15:15:07.653" v="5217" actId="6549"/>
          <ac:spMkLst>
            <pc:docMk/>
            <pc:sldMk cId="2816116897" sldId="591"/>
            <ac:spMk id="5" creationId="{A2AB1583-36D6-43AD-9C5B-80D82DFBDFA8}"/>
          </ac:spMkLst>
        </pc:spChg>
        <pc:grpChg chg="del">
          <ac:chgData name="Jean-Louis SCOTTO-DI-QUAQUERO" userId="5b7c4864-d3b3-4c12-a33e-5ea7a2094109" providerId="ADAL" clId="{DA1762EA-E75F-42B2-A027-556BE24C83D1}" dt="2020-12-07T14:51:14.208" v="4753" actId="478"/>
          <ac:grpSpMkLst>
            <pc:docMk/>
            <pc:sldMk cId="2816116897" sldId="591"/>
            <ac:grpSpMk id="10" creationId="{038508F8-B550-476C-8E43-ECD23319E0B2}"/>
          </ac:grpSpMkLst>
        </pc:grpChg>
        <pc:grpChg chg="del">
          <ac:chgData name="Jean-Louis SCOTTO-DI-QUAQUERO" userId="5b7c4864-d3b3-4c12-a33e-5ea7a2094109" providerId="ADAL" clId="{DA1762EA-E75F-42B2-A027-556BE24C83D1}" dt="2020-12-07T14:51:14.908" v="4754" actId="478"/>
          <ac:grpSpMkLst>
            <pc:docMk/>
            <pc:sldMk cId="2816116897" sldId="591"/>
            <ac:grpSpMk id="14" creationId="{BF608062-7523-4E3A-8EDD-0311CFDC8B9F}"/>
          </ac:grpSpMkLst>
        </pc:grpChg>
        <pc:grpChg chg="del">
          <ac:chgData name="Jean-Louis SCOTTO-DI-QUAQUERO" userId="5b7c4864-d3b3-4c12-a33e-5ea7a2094109" providerId="ADAL" clId="{DA1762EA-E75F-42B2-A027-556BE24C83D1}" dt="2020-12-07T14:51:15.513" v="4755" actId="478"/>
          <ac:grpSpMkLst>
            <pc:docMk/>
            <pc:sldMk cId="2816116897" sldId="591"/>
            <ac:grpSpMk id="18" creationId="{B6D06AFD-94E2-4DB4-A5D5-F6C65406802E}"/>
          </ac:grpSpMkLst>
        </pc:grpChg>
        <pc:picChg chg="del">
          <ac:chgData name="Jean-Louis SCOTTO-DI-QUAQUERO" userId="5b7c4864-d3b3-4c12-a33e-5ea7a2094109" providerId="ADAL" clId="{DA1762EA-E75F-42B2-A027-556BE24C83D1}" dt="2020-12-07T14:50:33.808" v="4689" actId="478"/>
          <ac:picMkLst>
            <pc:docMk/>
            <pc:sldMk cId="2816116897" sldId="591"/>
            <ac:picMk id="6" creationId="{C49E7082-F4F5-44A5-93BC-195992959EBC}"/>
          </ac:picMkLst>
        </pc:picChg>
        <pc:picChg chg="add mod ord">
          <ac:chgData name="Jean-Louis SCOTTO-DI-QUAQUERO" userId="5b7c4864-d3b3-4c12-a33e-5ea7a2094109" providerId="ADAL" clId="{DA1762EA-E75F-42B2-A027-556BE24C83D1}" dt="2020-12-07T15:15:12.637" v="5218" actId="1076"/>
          <ac:picMkLst>
            <pc:docMk/>
            <pc:sldMk cId="2816116897" sldId="591"/>
            <ac:picMk id="19" creationId="{48A079E5-6E55-4B9C-8742-7BF6ED515FF4}"/>
          </ac:picMkLst>
        </pc:picChg>
        <pc:picChg chg="del">
          <ac:chgData name="Jean-Louis SCOTTO-DI-QUAQUERO" userId="5b7c4864-d3b3-4c12-a33e-5ea7a2094109" providerId="ADAL" clId="{DA1762EA-E75F-42B2-A027-556BE24C83D1}" dt="2020-12-07T14:50:33.808" v="4689" actId="478"/>
          <ac:picMkLst>
            <pc:docMk/>
            <pc:sldMk cId="2816116897" sldId="591"/>
            <ac:picMk id="21" creationId="{2A9703A1-4A3C-4D0E-AC8A-08A9FF0860EF}"/>
          </ac:picMkLst>
        </pc:picChg>
      </pc:sldChg>
    </pc:docChg>
  </pc:docChgLst>
  <pc:docChgLst>
    <pc:chgData name="Jean-Louis SCOTTO-DI-QUAQUERO" userId="5b7c4864-d3b3-4c12-a33e-5ea7a2094109" providerId="ADAL" clId="{CF61744B-8256-4E18-9D7E-9AECE42DE071}"/>
    <pc:docChg chg="undo custSel modSld">
      <pc:chgData name="Jean-Louis SCOTTO-DI-QUAQUERO" userId="5b7c4864-d3b3-4c12-a33e-5ea7a2094109" providerId="ADAL" clId="{CF61744B-8256-4E18-9D7E-9AECE42DE071}" dt="2022-02-25T09:43:58.279" v="165" actId="20577"/>
      <pc:docMkLst>
        <pc:docMk/>
      </pc:docMkLst>
      <pc:sldChg chg="modSp mod">
        <pc:chgData name="Jean-Louis SCOTTO-DI-QUAQUERO" userId="5b7c4864-d3b3-4c12-a33e-5ea7a2094109" providerId="ADAL" clId="{CF61744B-8256-4E18-9D7E-9AECE42DE071}" dt="2022-02-25T09:43:58.279" v="165" actId="20577"/>
        <pc:sldMkLst>
          <pc:docMk/>
          <pc:sldMk cId="1581097946" sldId="579"/>
        </pc:sldMkLst>
        <pc:spChg chg="mod">
          <ac:chgData name="Jean-Louis SCOTTO-DI-QUAQUERO" userId="5b7c4864-d3b3-4c12-a33e-5ea7a2094109" providerId="ADAL" clId="{CF61744B-8256-4E18-9D7E-9AECE42DE071}" dt="2022-02-25T09:43:58.279" v="165" actId="20577"/>
          <ac:spMkLst>
            <pc:docMk/>
            <pc:sldMk cId="1581097946" sldId="579"/>
            <ac:spMk id="5" creationId="{A2AB1583-36D6-43AD-9C5B-80D82DFBDFA8}"/>
          </ac:spMkLst>
        </pc:spChg>
        <pc:picChg chg="mod">
          <ac:chgData name="Jean-Louis SCOTTO-DI-QUAQUERO" userId="5b7c4864-d3b3-4c12-a33e-5ea7a2094109" providerId="ADAL" clId="{CF61744B-8256-4E18-9D7E-9AECE42DE071}" dt="2022-02-25T09:42:41.048" v="112" actId="1076"/>
          <ac:picMkLst>
            <pc:docMk/>
            <pc:sldMk cId="1581097946" sldId="579"/>
            <ac:picMk id="22" creationId="{194E8DEA-E56A-4488-BBEF-B9D3EE42BC4D}"/>
          </ac:picMkLst>
        </pc:picChg>
      </pc:sldChg>
    </pc:docChg>
  </pc:docChgLst>
  <pc:docChgLst>
    <pc:chgData name="Jean-Louis SCOTTO-DI-QUAQUERO" userId="S::jean-louis.scotto-di-quaquero@yncrea.fr::5b7c4864-d3b3-4c12-a33e-5ea7a2094109" providerId="AD" clId="Web-{E4218793-BEA3-490F-A650-C16BDEC0C3A3}"/>
    <pc:docChg chg="addSld modSld modSection">
      <pc:chgData name="Jean-Louis SCOTTO-DI-QUAQUERO" userId="S::jean-louis.scotto-di-quaquero@yncrea.fr::5b7c4864-d3b3-4c12-a33e-5ea7a2094109" providerId="AD" clId="Web-{E4218793-BEA3-490F-A650-C16BDEC0C3A3}" dt="2020-03-06T16:34:40.675" v="2" actId="20577"/>
      <pc:docMkLst>
        <pc:docMk/>
      </pc:docMkLst>
      <pc:sldChg chg="modSp">
        <pc:chgData name="Jean-Louis SCOTTO-DI-QUAQUERO" userId="S::jean-louis.scotto-di-quaquero@yncrea.fr::5b7c4864-d3b3-4c12-a33e-5ea7a2094109" providerId="AD" clId="Web-{E4218793-BEA3-490F-A650-C16BDEC0C3A3}" dt="2020-03-06T16:34:40.675" v="2" actId="20577"/>
        <pc:sldMkLst>
          <pc:docMk/>
          <pc:sldMk cId="3915493480" sldId="491"/>
        </pc:sldMkLst>
        <pc:spChg chg="mod">
          <ac:chgData name="Jean-Louis SCOTTO-DI-QUAQUERO" userId="S::jean-louis.scotto-di-quaquero@yncrea.fr::5b7c4864-d3b3-4c12-a33e-5ea7a2094109" providerId="AD" clId="Web-{E4218793-BEA3-490F-A650-C16BDEC0C3A3}" dt="2020-03-06T16:34:40.675" v="2" actId="20577"/>
          <ac:spMkLst>
            <pc:docMk/>
            <pc:sldMk cId="3915493480" sldId="491"/>
            <ac:spMk id="5" creationId="{4E3CE0C1-D838-4FAA-BFBA-95DE4F15BAD0}"/>
          </ac:spMkLst>
        </pc:spChg>
      </pc:sldChg>
      <pc:sldChg chg="add mod replId modShow">
        <pc:chgData name="Jean-Louis SCOTTO-DI-QUAQUERO" userId="S::jean-louis.scotto-di-quaquero@yncrea.fr::5b7c4864-d3b3-4c12-a33e-5ea7a2094109" providerId="AD" clId="Web-{E4218793-BEA3-490F-A650-C16BDEC0C3A3}" dt="2020-03-06T16:34:32.159" v="1"/>
        <pc:sldMkLst>
          <pc:docMk/>
          <pc:sldMk cId="2705965178" sldId="559"/>
        </pc:sldMkLst>
      </pc:sldChg>
    </pc:docChg>
  </pc:docChgLst>
  <pc:docChgLst>
    <pc:chgData name="Benjamin Chalant" userId="cabb13c0-a7df-412e-9f67-0dcd9496df7e" providerId="ADAL" clId="{92348BB5-C35E-4850-BA93-8EF5A1AA2DE9}"/>
    <pc:docChg chg="undo custSel addSld delSld modSld modSection">
      <pc:chgData name="Benjamin Chalant" userId="cabb13c0-a7df-412e-9f67-0dcd9496df7e" providerId="ADAL" clId="{92348BB5-C35E-4850-BA93-8EF5A1AA2DE9}" dt="2023-01-17T17:40:16.358" v="924" actId="478"/>
      <pc:docMkLst>
        <pc:docMk/>
      </pc:docMkLst>
      <pc:sldChg chg="addSp delSp modSp mod">
        <pc:chgData name="Benjamin Chalant" userId="cabb13c0-a7df-412e-9f67-0dcd9496df7e" providerId="ADAL" clId="{92348BB5-C35E-4850-BA93-8EF5A1AA2DE9}" dt="2023-01-17T17:39:18.062" v="915" actId="14100"/>
        <pc:sldMkLst>
          <pc:docMk/>
          <pc:sldMk cId="1581097946" sldId="579"/>
        </pc:sldMkLst>
        <pc:spChg chg="mod">
          <ac:chgData name="Benjamin Chalant" userId="cabb13c0-a7df-412e-9f67-0dcd9496df7e" providerId="ADAL" clId="{92348BB5-C35E-4850-BA93-8EF5A1AA2DE9}" dt="2023-01-17T17:39:18.062" v="915" actId="14100"/>
          <ac:spMkLst>
            <pc:docMk/>
            <pc:sldMk cId="1581097946" sldId="579"/>
            <ac:spMk id="5" creationId="{A2AB1583-36D6-43AD-9C5B-80D82DFBDFA8}"/>
          </ac:spMkLst>
        </pc:spChg>
        <pc:picChg chg="add del mod">
          <ac:chgData name="Benjamin Chalant" userId="cabb13c0-a7df-412e-9f67-0dcd9496df7e" providerId="ADAL" clId="{92348BB5-C35E-4850-BA93-8EF5A1AA2DE9}" dt="2023-01-17T17:35:31.866" v="836" actId="478"/>
          <ac:picMkLst>
            <pc:docMk/>
            <pc:sldMk cId="1581097946" sldId="579"/>
            <ac:picMk id="6" creationId="{0F0FA171-C9BE-EC04-BF73-D1C3CEC93302}"/>
          </ac:picMkLst>
        </pc:picChg>
        <pc:picChg chg="add del mod">
          <ac:chgData name="Benjamin Chalant" userId="cabb13c0-a7df-412e-9f67-0dcd9496df7e" providerId="ADAL" clId="{92348BB5-C35E-4850-BA93-8EF5A1AA2DE9}" dt="2023-01-17T17:35:33.550" v="837" actId="478"/>
          <ac:picMkLst>
            <pc:docMk/>
            <pc:sldMk cId="1581097946" sldId="579"/>
            <ac:picMk id="7" creationId="{037A46C5-0C25-1A4F-AF98-C9492C5AEDFE}"/>
          </ac:picMkLst>
        </pc:picChg>
        <pc:picChg chg="add mod">
          <ac:chgData name="Benjamin Chalant" userId="cabb13c0-a7df-412e-9f67-0dcd9496df7e" providerId="ADAL" clId="{92348BB5-C35E-4850-BA93-8EF5A1AA2DE9}" dt="2023-01-17T17:38:41.584" v="909" actId="1076"/>
          <ac:picMkLst>
            <pc:docMk/>
            <pc:sldMk cId="1581097946" sldId="579"/>
            <ac:picMk id="8" creationId="{EBC3B598-FE5F-C831-95B6-E6D450765CC2}"/>
          </ac:picMkLst>
        </pc:picChg>
        <pc:picChg chg="add mod">
          <ac:chgData name="Benjamin Chalant" userId="cabb13c0-a7df-412e-9f67-0dcd9496df7e" providerId="ADAL" clId="{92348BB5-C35E-4850-BA93-8EF5A1AA2DE9}" dt="2023-01-17T17:36:05.026" v="847" actId="1076"/>
          <ac:picMkLst>
            <pc:docMk/>
            <pc:sldMk cId="1581097946" sldId="579"/>
            <ac:picMk id="9" creationId="{0BE3FD69-E07A-E433-8CA7-DB23613F8F5B}"/>
          </ac:picMkLst>
        </pc:picChg>
        <pc:picChg chg="del">
          <ac:chgData name="Benjamin Chalant" userId="cabb13c0-a7df-412e-9f67-0dcd9496df7e" providerId="ADAL" clId="{92348BB5-C35E-4850-BA93-8EF5A1AA2DE9}" dt="2023-01-17T17:01:15.922" v="275" actId="478"/>
          <ac:picMkLst>
            <pc:docMk/>
            <pc:sldMk cId="1581097946" sldId="579"/>
            <ac:picMk id="20" creationId="{F546119A-D0AD-4C70-A579-EFC6A67E42CA}"/>
          </ac:picMkLst>
        </pc:picChg>
        <pc:picChg chg="mod">
          <ac:chgData name="Benjamin Chalant" userId="cabb13c0-a7df-412e-9f67-0dcd9496df7e" providerId="ADAL" clId="{92348BB5-C35E-4850-BA93-8EF5A1AA2DE9}" dt="2023-01-17T17:38:33.513" v="906" actId="1076"/>
          <ac:picMkLst>
            <pc:docMk/>
            <pc:sldMk cId="1581097946" sldId="579"/>
            <ac:picMk id="21" creationId="{DF94AF36-D825-49D4-94DA-464725DF6203}"/>
          </ac:picMkLst>
        </pc:picChg>
        <pc:picChg chg="mod">
          <ac:chgData name="Benjamin Chalant" userId="cabb13c0-a7df-412e-9f67-0dcd9496df7e" providerId="ADAL" clId="{92348BB5-C35E-4850-BA93-8EF5A1AA2DE9}" dt="2023-01-17T17:38:38.145" v="908" actId="14100"/>
          <ac:picMkLst>
            <pc:docMk/>
            <pc:sldMk cId="1581097946" sldId="579"/>
            <ac:picMk id="22" creationId="{194E8DEA-E56A-4488-BBEF-B9D3EE42BC4D}"/>
          </ac:picMkLst>
        </pc:picChg>
        <pc:picChg chg="del">
          <ac:chgData name="Benjamin Chalant" userId="cabb13c0-a7df-412e-9f67-0dcd9496df7e" providerId="ADAL" clId="{92348BB5-C35E-4850-BA93-8EF5A1AA2DE9}" dt="2023-01-17T17:01:14.180" v="274" actId="478"/>
          <ac:picMkLst>
            <pc:docMk/>
            <pc:sldMk cId="1581097946" sldId="579"/>
            <ac:picMk id="25" creationId="{C492242C-97EF-4E1F-996F-0825A4B327A0}"/>
          </ac:picMkLst>
        </pc:picChg>
      </pc:sldChg>
      <pc:sldChg chg="addSp delSp modSp mod">
        <pc:chgData name="Benjamin Chalant" userId="cabb13c0-a7df-412e-9f67-0dcd9496df7e" providerId="ADAL" clId="{92348BB5-C35E-4850-BA93-8EF5A1AA2DE9}" dt="2023-01-17T16:45:57.646" v="102" actId="14100"/>
        <pc:sldMkLst>
          <pc:docMk/>
          <pc:sldMk cId="1778304777" sldId="582"/>
        </pc:sldMkLst>
        <pc:spChg chg="mod">
          <ac:chgData name="Benjamin Chalant" userId="cabb13c0-a7df-412e-9f67-0dcd9496df7e" providerId="ADAL" clId="{92348BB5-C35E-4850-BA93-8EF5A1AA2DE9}" dt="2023-01-17T16:44:56.808" v="58" actId="20577"/>
          <ac:spMkLst>
            <pc:docMk/>
            <pc:sldMk cId="1778304777" sldId="582"/>
            <ac:spMk id="5" creationId="{FF92A2B0-B840-41A4-81FD-C726CAF14469}"/>
          </ac:spMkLst>
        </pc:spChg>
        <pc:picChg chg="add del mod">
          <ac:chgData name="Benjamin Chalant" userId="cabb13c0-a7df-412e-9f67-0dcd9496df7e" providerId="ADAL" clId="{92348BB5-C35E-4850-BA93-8EF5A1AA2DE9}" dt="2023-01-17T09:09:52.194" v="51"/>
          <ac:picMkLst>
            <pc:docMk/>
            <pc:sldMk cId="1778304777" sldId="582"/>
            <ac:picMk id="6" creationId="{D8EF3169-95F2-AAF9-97D4-D02E7E4BE0C5}"/>
          </ac:picMkLst>
        </pc:picChg>
        <pc:picChg chg="add mod">
          <ac:chgData name="Benjamin Chalant" userId="cabb13c0-a7df-412e-9f67-0dcd9496df7e" providerId="ADAL" clId="{92348BB5-C35E-4850-BA93-8EF5A1AA2DE9}" dt="2023-01-17T16:45:57.646" v="102" actId="14100"/>
          <ac:picMkLst>
            <pc:docMk/>
            <pc:sldMk cId="1778304777" sldId="582"/>
            <ac:picMk id="8" creationId="{631E615B-108D-E461-7CEF-14FB0CC6372C}"/>
          </ac:picMkLst>
        </pc:picChg>
        <pc:picChg chg="mod">
          <ac:chgData name="Benjamin Chalant" userId="cabb13c0-a7df-412e-9f67-0dcd9496df7e" providerId="ADAL" clId="{92348BB5-C35E-4850-BA93-8EF5A1AA2DE9}" dt="2023-01-17T16:44:50.641" v="56" actId="14100"/>
          <ac:picMkLst>
            <pc:docMk/>
            <pc:sldMk cId="1778304777" sldId="582"/>
            <ac:picMk id="9" creationId="{A936A247-40F6-41A7-9198-5CDE755A7DB5}"/>
          </ac:picMkLst>
        </pc:picChg>
        <pc:cxnChg chg="mod">
          <ac:chgData name="Benjamin Chalant" userId="cabb13c0-a7df-412e-9f67-0dcd9496df7e" providerId="ADAL" clId="{92348BB5-C35E-4850-BA93-8EF5A1AA2DE9}" dt="2023-01-17T16:44:53.527" v="57" actId="14100"/>
          <ac:cxnSpMkLst>
            <pc:docMk/>
            <pc:sldMk cId="1778304777" sldId="582"/>
            <ac:cxnSpMk id="11" creationId="{EF8730E6-C73C-4E68-B33C-1943182FA6BB}"/>
          </ac:cxnSpMkLst>
        </pc:cxnChg>
      </pc:sldChg>
      <pc:sldChg chg="del">
        <pc:chgData name="Benjamin Chalant" userId="cabb13c0-a7df-412e-9f67-0dcd9496df7e" providerId="ADAL" clId="{92348BB5-C35E-4850-BA93-8EF5A1AA2DE9}" dt="2023-01-17T16:47:53.935" v="121" actId="47"/>
        <pc:sldMkLst>
          <pc:docMk/>
          <pc:sldMk cId="391205874" sldId="583"/>
        </pc:sldMkLst>
      </pc:sldChg>
      <pc:sldChg chg="addSp delSp modSp new del mod">
        <pc:chgData name="Benjamin Chalant" userId="cabb13c0-a7df-412e-9f67-0dcd9496df7e" providerId="ADAL" clId="{92348BB5-C35E-4850-BA93-8EF5A1AA2DE9}" dt="2023-01-17T16:46:14.043" v="110" actId="47"/>
        <pc:sldMkLst>
          <pc:docMk/>
          <pc:sldMk cId="50693900" sldId="589"/>
        </pc:sldMkLst>
        <pc:spChg chg="mod">
          <ac:chgData name="Benjamin Chalant" userId="cabb13c0-a7df-412e-9f67-0dcd9496df7e" providerId="ADAL" clId="{92348BB5-C35E-4850-BA93-8EF5A1AA2DE9}" dt="2023-01-17T09:08:48.223" v="40" actId="20577"/>
          <ac:spMkLst>
            <pc:docMk/>
            <pc:sldMk cId="50693900" sldId="589"/>
            <ac:spMk id="4" creationId="{ACC15CD9-3227-A646-8EEF-028139C30FF1}"/>
          </ac:spMkLst>
        </pc:spChg>
        <pc:spChg chg="del">
          <ac:chgData name="Benjamin Chalant" userId="cabb13c0-a7df-412e-9f67-0dcd9496df7e" providerId="ADAL" clId="{92348BB5-C35E-4850-BA93-8EF5A1AA2DE9}" dt="2023-01-17T09:10:00.770" v="53" actId="478"/>
          <ac:spMkLst>
            <pc:docMk/>
            <pc:sldMk cId="50693900" sldId="589"/>
            <ac:spMk id="5" creationId="{CCB8125A-88D8-3926-5077-38E69F3C8239}"/>
          </ac:spMkLst>
        </pc:spChg>
        <pc:picChg chg="add del mod">
          <ac:chgData name="Benjamin Chalant" userId="cabb13c0-a7df-412e-9f67-0dcd9496df7e" providerId="ADAL" clId="{92348BB5-C35E-4850-BA93-8EF5A1AA2DE9}" dt="2023-01-17T16:45:45.936" v="98" actId="21"/>
          <ac:picMkLst>
            <pc:docMk/>
            <pc:sldMk cId="50693900" sldId="589"/>
            <ac:picMk id="6" creationId="{050E86E5-E7B4-4CB6-3506-52B2BABA5857}"/>
          </ac:picMkLst>
        </pc:picChg>
      </pc:sldChg>
      <pc:sldChg chg="addSp delSp modSp add mod">
        <pc:chgData name="Benjamin Chalant" userId="cabb13c0-a7df-412e-9f67-0dcd9496df7e" providerId="ADAL" clId="{92348BB5-C35E-4850-BA93-8EF5A1AA2DE9}" dt="2023-01-17T16:47:26.272" v="120" actId="1076"/>
        <pc:sldMkLst>
          <pc:docMk/>
          <pc:sldMk cId="1904908824" sldId="590"/>
        </pc:sldMkLst>
        <pc:spChg chg="mod">
          <ac:chgData name="Benjamin Chalant" userId="cabb13c0-a7df-412e-9f67-0dcd9496df7e" providerId="ADAL" clId="{92348BB5-C35E-4850-BA93-8EF5A1AA2DE9}" dt="2023-01-17T16:46:31.807" v="111"/>
          <ac:spMkLst>
            <pc:docMk/>
            <pc:sldMk cId="1904908824" sldId="590"/>
            <ac:spMk id="4" creationId="{97F81402-FA90-4957-92DA-4F8FD660C800}"/>
          </ac:spMkLst>
        </pc:spChg>
        <pc:spChg chg="mod">
          <ac:chgData name="Benjamin Chalant" userId="cabb13c0-a7df-412e-9f67-0dcd9496df7e" providerId="ADAL" clId="{92348BB5-C35E-4850-BA93-8EF5A1AA2DE9}" dt="2023-01-17T16:47:12.799" v="118" actId="1076"/>
          <ac:spMkLst>
            <pc:docMk/>
            <pc:sldMk cId="1904908824" sldId="590"/>
            <ac:spMk id="5" creationId="{FF92A2B0-B840-41A4-81FD-C726CAF14469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8" creationId="{5D8179BF-707A-DC2E-753C-994759B46CB0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0" creationId="{217DB82F-7494-1678-5B44-42717D009BAD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3" creationId="{61FE4EB2-BC5D-FB3E-27DC-B596112AA556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6" creationId="{722DA1E7-4E03-D7C6-EC6E-E990C221153F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7" creationId="{F73DB8ED-C5FE-665C-3E94-034A22AF46F1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8" creationId="{D1BD3E72-CD36-E76E-B896-186E86788C13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19" creationId="{C5863D2A-7BA2-4495-F913-30B035075774}"/>
          </ac:spMkLst>
        </pc:spChg>
        <pc:spChg chg="mod">
          <ac:chgData name="Benjamin Chalant" userId="cabb13c0-a7df-412e-9f67-0dcd9496df7e" providerId="ADAL" clId="{92348BB5-C35E-4850-BA93-8EF5A1AA2DE9}" dt="2023-01-17T16:47:26.272" v="120" actId="1076"/>
          <ac:spMkLst>
            <pc:docMk/>
            <pc:sldMk cId="1904908824" sldId="590"/>
            <ac:spMk id="26" creationId="{65376EE9-97A7-DA36-E51C-FBF67FDC8E1A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28" creationId="{B697BD8B-1C6B-03B3-BF9B-1EC15E727F6A}"/>
          </ac:spMkLst>
        </pc:spChg>
        <pc:spChg chg="mod">
          <ac:chgData name="Benjamin Chalant" userId="cabb13c0-a7df-412e-9f67-0dcd9496df7e" providerId="ADAL" clId="{92348BB5-C35E-4850-BA93-8EF5A1AA2DE9}" dt="2023-01-17T16:46:56.326" v="113"/>
          <ac:spMkLst>
            <pc:docMk/>
            <pc:sldMk cId="1904908824" sldId="590"/>
            <ac:spMk id="29" creationId="{A7D90F51-623E-6CC5-4F85-A553EE3C2285}"/>
          </ac:spMkLst>
        </pc:spChg>
        <pc:grpChg chg="add mod">
          <ac:chgData name="Benjamin Chalant" userId="cabb13c0-a7df-412e-9f67-0dcd9496df7e" providerId="ADAL" clId="{92348BB5-C35E-4850-BA93-8EF5A1AA2DE9}" dt="2023-01-17T16:47:22.029" v="119" actId="14100"/>
          <ac:grpSpMkLst>
            <pc:docMk/>
            <pc:sldMk cId="1904908824" sldId="590"/>
            <ac:grpSpMk id="7" creationId="{A5BD97AF-CB5E-C18D-0324-5A045A0082D4}"/>
          </ac:grpSpMkLst>
        </pc:grpChg>
        <pc:grpChg chg="mod">
          <ac:chgData name="Benjamin Chalant" userId="cabb13c0-a7df-412e-9f67-0dcd9496df7e" providerId="ADAL" clId="{92348BB5-C35E-4850-BA93-8EF5A1AA2DE9}" dt="2023-01-17T16:46:56.326" v="113"/>
          <ac:grpSpMkLst>
            <pc:docMk/>
            <pc:sldMk cId="1904908824" sldId="590"/>
            <ac:grpSpMk id="25" creationId="{FC92BAE9-7275-550E-563C-0EC825C6DA62}"/>
          </ac:grpSpMkLst>
        </pc:grpChg>
        <pc:grpChg chg="mod">
          <ac:chgData name="Benjamin Chalant" userId="cabb13c0-a7df-412e-9f67-0dcd9496df7e" providerId="ADAL" clId="{92348BB5-C35E-4850-BA93-8EF5A1AA2DE9}" dt="2023-01-17T16:46:56.326" v="113"/>
          <ac:grpSpMkLst>
            <pc:docMk/>
            <pc:sldMk cId="1904908824" sldId="590"/>
            <ac:grpSpMk id="27" creationId="{96BFD1DF-ACBA-7913-9A4B-8E61CD05EA8C}"/>
          </ac:grpSpMkLst>
        </pc:grpChg>
        <pc:picChg chg="del mod">
          <ac:chgData name="Benjamin Chalant" userId="cabb13c0-a7df-412e-9f67-0dcd9496df7e" providerId="ADAL" clId="{92348BB5-C35E-4850-BA93-8EF5A1AA2DE9}" dt="2023-01-17T16:46:11.564" v="109" actId="478"/>
          <ac:picMkLst>
            <pc:docMk/>
            <pc:sldMk cId="1904908824" sldId="590"/>
            <ac:picMk id="9" creationId="{A936A247-40F6-41A7-9198-5CDE755A7DB5}"/>
          </ac:picMkLst>
        </pc:picChg>
        <pc:picChg chg="mod">
          <ac:chgData name="Benjamin Chalant" userId="cabb13c0-a7df-412e-9f67-0dcd9496df7e" providerId="ADAL" clId="{92348BB5-C35E-4850-BA93-8EF5A1AA2DE9}" dt="2023-01-17T16:46:56.326" v="113"/>
          <ac:picMkLst>
            <pc:docMk/>
            <pc:sldMk cId="1904908824" sldId="590"/>
            <ac:picMk id="15" creationId="{C0F22348-E408-F2BA-EDA9-448E1D0D76C1}"/>
          </ac:picMkLst>
        </pc:picChg>
        <pc:cxnChg chg="del mod">
          <ac:chgData name="Benjamin Chalant" userId="cabb13c0-a7df-412e-9f67-0dcd9496df7e" providerId="ADAL" clId="{92348BB5-C35E-4850-BA93-8EF5A1AA2DE9}" dt="2023-01-17T16:46:10.769" v="108" actId="478"/>
          <ac:cxnSpMkLst>
            <pc:docMk/>
            <pc:sldMk cId="1904908824" sldId="590"/>
            <ac:cxnSpMk id="11" creationId="{EF8730E6-C73C-4E68-B33C-1943182FA6BB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12" creationId="{084BC50A-3666-7651-0243-BA8E86D8662F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14" creationId="{881FA54D-D84F-DF2A-2922-586C8F3B414A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20" creationId="{B5F5C9EA-3AA9-CB06-DB69-EAE65F2C85FE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21" creationId="{819A5C59-8F36-5269-1C14-1D9502640E3D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22" creationId="{2673DF17-222D-3716-1F7E-91773E265BBF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23" creationId="{622D47D7-7DD8-EFD0-A500-72482C88DCEF}"/>
          </ac:cxnSpMkLst>
        </pc:cxnChg>
        <pc:cxnChg chg="mod">
          <ac:chgData name="Benjamin Chalant" userId="cabb13c0-a7df-412e-9f67-0dcd9496df7e" providerId="ADAL" clId="{92348BB5-C35E-4850-BA93-8EF5A1AA2DE9}" dt="2023-01-17T16:46:56.326" v="113"/>
          <ac:cxnSpMkLst>
            <pc:docMk/>
            <pc:sldMk cId="1904908824" sldId="590"/>
            <ac:cxnSpMk id="24" creationId="{BB408537-F887-7C39-22C0-D4F76C9182F3}"/>
          </ac:cxnSpMkLst>
        </pc:cxnChg>
      </pc:sldChg>
      <pc:sldChg chg="addSp delSp modSp add mod">
        <pc:chgData name="Benjamin Chalant" userId="cabb13c0-a7df-412e-9f67-0dcd9496df7e" providerId="ADAL" clId="{92348BB5-C35E-4850-BA93-8EF5A1AA2DE9}" dt="2023-01-17T17:40:16.358" v="924" actId="478"/>
        <pc:sldMkLst>
          <pc:docMk/>
          <pc:sldMk cId="890892054" sldId="591"/>
        </pc:sldMkLst>
        <pc:spChg chg="mod">
          <ac:chgData name="Benjamin Chalant" userId="cabb13c0-a7df-412e-9f67-0dcd9496df7e" providerId="ADAL" clId="{92348BB5-C35E-4850-BA93-8EF5A1AA2DE9}" dt="2023-01-17T17:40:02.959" v="920" actId="313"/>
          <ac:spMkLst>
            <pc:docMk/>
            <pc:sldMk cId="890892054" sldId="591"/>
            <ac:spMk id="5" creationId="{A2AB1583-36D6-43AD-9C5B-80D82DFBDFA8}"/>
          </ac:spMkLst>
        </pc:spChg>
        <pc:spChg chg="add del">
          <ac:chgData name="Benjamin Chalant" userId="cabb13c0-a7df-412e-9f67-0dcd9496df7e" providerId="ADAL" clId="{92348BB5-C35E-4850-BA93-8EF5A1AA2DE9}" dt="2023-01-17T17:35:55.356" v="842" actId="22"/>
          <ac:spMkLst>
            <pc:docMk/>
            <pc:sldMk cId="890892054" sldId="591"/>
            <ac:spMk id="7" creationId="{E8B272A8-9C27-F826-085A-77C31CAC6315}"/>
          </ac:spMkLst>
        </pc:spChg>
        <pc:picChg chg="del">
          <ac:chgData name="Benjamin Chalant" userId="cabb13c0-a7df-412e-9f67-0dcd9496df7e" providerId="ADAL" clId="{92348BB5-C35E-4850-BA93-8EF5A1AA2DE9}" dt="2023-01-17T17:36:00.986" v="845" actId="21"/>
          <ac:picMkLst>
            <pc:docMk/>
            <pc:sldMk cId="890892054" sldId="591"/>
            <ac:picMk id="20" creationId="{F546119A-D0AD-4C70-A579-EFC6A67E42CA}"/>
          </ac:picMkLst>
        </pc:picChg>
        <pc:picChg chg="del">
          <ac:chgData name="Benjamin Chalant" userId="cabb13c0-a7df-412e-9f67-0dcd9496df7e" providerId="ADAL" clId="{92348BB5-C35E-4850-BA93-8EF5A1AA2DE9}" dt="2023-01-17T17:40:16.358" v="924" actId="478"/>
          <ac:picMkLst>
            <pc:docMk/>
            <pc:sldMk cId="890892054" sldId="591"/>
            <ac:picMk id="21" creationId="{DF94AF36-D825-49D4-94DA-464725DF6203}"/>
          </ac:picMkLst>
        </pc:picChg>
        <pc:picChg chg="del">
          <ac:chgData name="Benjamin Chalant" userId="cabb13c0-a7df-412e-9f67-0dcd9496df7e" providerId="ADAL" clId="{92348BB5-C35E-4850-BA93-8EF5A1AA2DE9}" dt="2023-01-17T17:40:12.293" v="921" actId="478"/>
          <ac:picMkLst>
            <pc:docMk/>
            <pc:sldMk cId="890892054" sldId="591"/>
            <ac:picMk id="22" creationId="{194E8DEA-E56A-4488-BBEF-B9D3EE42BC4D}"/>
          </ac:picMkLst>
        </pc:picChg>
        <pc:picChg chg="del">
          <ac:chgData name="Benjamin Chalant" userId="cabb13c0-a7df-412e-9f67-0dcd9496df7e" providerId="ADAL" clId="{92348BB5-C35E-4850-BA93-8EF5A1AA2DE9}" dt="2023-01-17T17:40:15.086" v="922" actId="478"/>
          <ac:picMkLst>
            <pc:docMk/>
            <pc:sldMk cId="890892054" sldId="591"/>
            <ac:picMk id="23" creationId="{94B02311-601E-4D75-A8C8-B793BB88C700}"/>
          </ac:picMkLst>
        </pc:picChg>
        <pc:picChg chg="del">
          <ac:chgData name="Benjamin Chalant" userId="cabb13c0-a7df-412e-9f67-0dcd9496df7e" providerId="ADAL" clId="{92348BB5-C35E-4850-BA93-8EF5A1AA2DE9}" dt="2023-01-17T17:35:56.948" v="843" actId="21"/>
          <ac:picMkLst>
            <pc:docMk/>
            <pc:sldMk cId="890892054" sldId="591"/>
            <ac:picMk id="25" creationId="{C492242C-97EF-4E1F-996F-0825A4B327A0}"/>
          </ac:picMkLst>
        </pc:picChg>
        <pc:cxnChg chg="del">
          <ac:chgData name="Benjamin Chalant" userId="cabb13c0-a7df-412e-9f67-0dcd9496df7e" providerId="ADAL" clId="{92348BB5-C35E-4850-BA93-8EF5A1AA2DE9}" dt="2023-01-17T17:40:15.824" v="923" actId="478"/>
          <ac:cxnSpMkLst>
            <pc:docMk/>
            <pc:sldMk cId="890892054" sldId="591"/>
            <ac:cxnSpMk id="24" creationId="{12CE9D1D-98B0-4C49-93D1-CF12DE22F885}"/>
          </ac:cxnSpMkLst>
        </pc:cxnChg>
      </pc:sldChg>
    </pc:docChg>
  </pc:docChgLst>
  <pc:docChgLst>
    <pc:chgData name="Jean-Louis SCOTTO-DI-QUAQUERO" userId="5b7c4864-d3b3-4c12-a33e-5ea7a2094109" providerId="ADAL" clId="{46511943-2599-4F70-B086-889326B82725}"/>
    <pc:docChg chg="undo custSel delSld modSld modSection">
      <pc:chgData name="Jean-Louis SCOTTO-DI-QUAQUERO" userId="5b7c4864-d3b3-4c12-a33e-5ea7a2094109" providerId="ADAL" clId="{46511943-2599-4F70-B086-889326B82725}" dt="2022-01-19T15:41:35.583" v="633" actId="478"/>
      <pc:docMkLst>
        <pc:docMk/>
      </pc:docMkLst>
      <pc:sldChg chg="delSp mod">
        <pc:chgData name="Jean-Louis SCOTTO-DI-QUAQUERO" userId="5b7c4864-d3b3-4c12-a33e-5ea7a2094109" providerId="ADAL" clId="{46511943-2599-4F70-B086-889326B82725}" dt="2022-01-19T15:41:35.583" v="633" actId="478"/>
        <pc:sldMkLst>
          <pc:docMk/>
          <pc:sldMk cId="788354266" sldId="347"/>
        </pc:sldMkLst>
        <pc:spChg chg="del">
          <ac:chgData name="Jean-Louis SCOTTO-DI-QUAQUERO" userId="5b7c4864-d3b3-4c12-a33e-5ea7a2094109" providerId="ADAL" clId="{46511943-2599-4F70-B086-889326B82725}" dt="2022-01-19T15:41:35.583" v="633" actId="478"/>
          <ac:spMkLst>
            <pc:docMk/>
            <pc:sldMk cId="788354266" sldId="347"/>
            <ac:spMk id="20" creationId="{0C4D1173-DC30-4503-BE0D-4EA0627C674C}"/>
          </ac:spMkLst>
        </pc:spChg>
      </pc:sldChg>
      <pc:sldChg chg="modSp mod">
        <pc:chgData name="Jean-Louis SCOTTO-DI-QUAQUERO" userId="5b7c4864-d3b3-4c12-a33e-5ea7a2094109" providerId="ADAL" clId="{46511943-2599-4F70-B086-889326B82725}" dt="2022-01-19T14:02:02.974" v="20" actId="1076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46511943-2599-4F70-B086-889326B82725}" dt="2022-01-19T14:01:47.961" v="0" actId="20577"/>
          <ac:spMkLst>
            <pc:docMk/>
            <pc:sldMk cId="1232820293" sldId="461"/>
            <ac:spMk id="5" creationId="{00000000-0000-0000-0000-000000000000}"/>
          </ac:spMkLst>
        </pc:spChg>
        <pc:spChg chg="mod">
          <ac:chgData name="Jean-Louis SCOTTO-DI-QUAQUERO" userId="5b7c4864-d3b3-4c12-a33e-5ea7a2094109" providerId="ADAL" clId="{46511943-2599-4F70-B086-889326B82725}" dt="2022-01-19T14:02:02.974" v="20" actId="1076"/>
          <ac:spMkLst>
            <pc:docMk/>
            <pc:sldMk cId="1232820293" sldId="461"/>
            <ac:spMk id="9" creationId="{66B75A39-2557-4215-8253-B3BFA97C535A}"/>
          </ac:spMkLst>
        </pc:spChg>
      </pc:sldChg>
      <pc:sldChg chg="addSp delSp modSp mod">
        <pc:chgData name="Jean-Louis SCOTTO-DI-QUAQUERO" userId="5b7c4864-d3b3-4c12-a33e-5ea7a2094109" providerId="ADAL" clId="{46511943-2599-4F70-B086-889326B82725}" dt="2022-01-19T15:18:39.888" v="632" actId="20577"/>
        <pc:sldMkLst>
          <pc:docMk/>
          <pc:sldMk cId="1581097946" sldId="579"/>
        </pc:sldMkLst>
        <pc:spChg chg="mod">
          <ac:chgData name="Jean-Louis SCOTTO-DI-QUAQUERO" userId="5b7c4864-d3b3-4c12-a33e-5ea7a2094109" providerId="ADAL" clId="{46511943-2599-4F70-B086-889326B82725}" dt="2022-01-19T15:18:39.888" v="632" actId="20577"/>
          <ac:spMkLst>
            <pc:docMk/>
            <pc:sldMk cId="1581097946" sldId="579"/>
            <ac:spMk id="4" creationId="{12A837BE-49CE-4FA0-8D1C-41F484DE54DE}"/>
          </ac:spMkLst>
        </pc:spChg>
        <pc:spChg chg="mod ord">
          <ac:chgData name="Jean-Louis SCOTTO-DI-QUAQUERO" userId="5b7c4864-d3b3-4c12-a33e-5ea7a2094109" providerId="ADAL" clId="{46511943-2599-4F70-B086-889326B82725}" dt="2022-01-19T15:17:52.288" v="626" actId="166"/>
          <ac:spMkLst>
            <pc:docMk/>
            <pc:sldMk cId="1581097946" sldId="579"/>
            <ac:spMk id="5" creationId="{A2AB1583-36D6-43AD-9C5B-80D82DFBDFA8}"/>
          </ac:spMkLst>
        </pc:spChg>
        <pc:grpChg chg="del">
          <ac:chgData name="Jean-Louis SCOTTO-DI-QUAQUERO" userId="5b7c4864-d3b3-4c12-a33e-5ea7a2094109" providerId="ADAL" clId="{46511943-2599-4F70-B086-889326B82725}" dt="2022-01-19T14:08:07.718" v="22" actId="478"/>
          <ac:grpSpMkLst>
            <pc:docMk/>
            <pc:sldMk cId="1581097946" sldId="579"/>
            <ac:grpSpMk id="10" creationId="{038508F8-B550-476C-8E43-ECD23319E0B2}"/>
          </ac:grpSpMkLst>
        </pc:grpChg>
        <pc:grpChg chg="del">
          <ac:chgData name="Jean-Louis SCOTTO-DI-QUAQUERO" userId="5b7c4864-d3b3-4c12-a33e-5ea7a2094109" providerId="ADAL" clId="{46511943-2599-4F70-B086-889326B82725}" dt="2022-01-19T14:08:07.718" v="22" actId="478"/>
          <ac:grpSpMkLst>
            <pc:docMk/>
            <pc:sldMk cId="1581097946" sldId="579"/>
            <ac:grpSpMk id="14" creationId="{BF608062-7523-4E3A-8EDD-0311CFDC8B9F}"/>
          </ac:grpSpMkLst>
        </pc:grpChg>
        <pc:grpChg chg="del">
          <ac:chgData name="Jean-Louis SCOTTO-DI-QUAQUERO" userId="5b7c4864-d3b3-4c12-a33e-5ea7a2094109" providerId="ADAL" clId="{46511943-2599-4F70-B086-889326B82725}" dt="2022-01-19T14:08:07.718" v="22" actId="478"/>
          <ac:grpSpMkLst>
            <pc:docMk/>
            <pc:sldMk cId="1581097946" sldId="579"/>
            <ac:grpSpMk id="18" creationId="{B6D06AFD-94E2-4DB4-A5D5-F6C65406802E}"/>
          </ac:grpSpMkLst>
        </pc:grpChg>
        <pc:picChg chg="del">
          <ac:chgData name="Jean-Louis SCOTTO-DI-QUAQUERO" userId="5b7c4864-d3b3-4c12-a33e-5ea7a2094109" providerId="ADAL" clId="{46511943-2599-4F70-B086-889326B82725}" dt="2022-01-19T14:08:07.718" v="22" actId="478"/>
          <ac:picMkLst>
            <pc:docMk/>
            <pc:sldMk cId="1581097946" sldId="579"/>
            <ac:picMk id="6" creationId="{718D22DC-6E47-4D85-ACC7-F334075A96D4}"/>
          </ac:picMkLst>
        </pc:picChg>
        <pc:picChg chg="add del">
          <ac:chgData name="Jean-Louis SCOTTO-DI-QUAQUERO" userId="5b7c4864-d3b3-4c12-a33e-5ea7a2094109" providerId="ADAL" clId="{46511943-2599-4F70-B086-889326B82725}" dt="2022-01-19T15:13:40.216" v="377" actId="478"/>
          <ac:picMkLst>
            <pc:docMk/>
            <pc:sldMk cId="1581097946" sldId="579"/>
            <ac:picMk id="19" creationId="{5341754D-C4EA-481F-A936-326ED94B9AC7}"/>
          </ac:picMkLst>
        </pc:picChg>
        <pc:picChg chg="add del mod">
          <ac:chgData name="Jean-Louis SCOTTO-DI-QUAQUERO" userId="5b7c4864-d3b3-4c12-a33e-5ea7a2094109" providerId="ADAL" clId="{46511943-2599-4F70-B086-889326B82725}" dt="2022-01-19T14:49:28.319" v="35" actId="1076"/>
          <ac:picMkLst>
            <pc:docMk/>
            <pc:sldMk cId="1581097946" sldId="579"/>
            <ac:picMk id="20" creationId="{F546119A-D0AD-4C70-A579-EFC6A67E42CA}"/>
          </ac:picMkLst>
        </pc:picChg>
        <pc:picChg chg="add mod">
          <ac:chgData name="Jean-Louis SCOTTO-DI-QUAQUERO" userId="5b7c4864-d3b3-4c12-a33e-5ea7a2094109" providerId="ADAL" clId="{46511943-2599-4F70-B086-889326B82725}" dt="2022-01-19T14:08:08.944" v="23"/>
          <ac:picMkLst>
            <pc:docMk/>
            <pc:sldMk cId="1581097946" sldId="579"/>
            <ac:picMk id="21" creationId="{DF94AF36-D825-49D4-94DA-464725DF6203}"/>
          </ac:picMkLst>
        </pc:picChg>
        <pc:picChg chg="add mod modCrop">
          <ac:chgData name="Jean-Louis SCOTTO-DI-QUAQUERO" userId="5b7c4864-d3b3-4c12-a33e-5ea7a2094109" providerId="ADAL" clId="{46511943-2599-4F70-B086-889326B82725}" dt="2022-01-19T15:18:03.825" v="627" actId="732"/>
          <ac:picMkLst>
            <pc:docMk/>
            <pc:sldMk cId="1581097946" sldId="579"/>
            <ac:picMk id="22" creationId="{194E8DEA-E56A-4488-BBEF-B9D3EE42BC4D}"/>
          </ac:picMkLst>
        </pc:picChg>
        <pc:picChg chg="add mod">
          <ac:chgData name="Jean-Louis SCOTTO-DI-QUAQUERO" userId="5b7c4864-d3b3-4c12-a33e-5ea7a2094109" providerId="ADAL" clId="{46511943-2599-4F70-B086-889326B82725}" dt="2022-01-19T14:08:08.944" v="23"/>
          <ac:picMkLst>
            <pc:docMk/>
            <pc:sldMk cId="1581097946" sldId="579"/>
            <ac:picMk id="23" creationId="{94B02311-601E-4D75-A8C8-B793BB88C700}"/>
          </ac:picMkLst>
        </pc:picChg>
        <pc:picChg chg="add mod">
          <ac:chgData name="Jean-Louis SCOTTO-DI-QUAQUERO" userId="5b7c4864-d3b3-4c12-a33e-5ea7a2094109" providerId="ADAL" clId="{46511943-2599-4F70-B086-889326B82725}" dt="2022-01-19T14:08:08.944" v="23"/>
          <ac:picMkLst>
            <pc:docMk/>
            <pc:sldMk cId="1581097946" sldId="579"/>
            <ac:picMk id="25" creationId="{C492242C-97EF-4E1F-996F-0825A4B327A0}"/>
          </ac:picMkLst>
        </pc:picChg>
        <pc:cxnChg chg="add mod">
          <ac:chgData name="Jean-Louis SCOTTO-DI-QUAQUERO" userId="5b7c4864-d3b3-4c12-a33e-5ea7a2094109" providerId="ADAL" clId="{46511943-2599-4F70-B086-889326B82725}" dt="2022-01-19T14:08:08.944" v="23"/>
          <ac:cxnSpMkLst>
            <pc:docMk/>
            <pc:sldMk cId="1581097946" sldId="579"/>
            <ac:cxnSpMk id="24" creationId="{12CE9D1D-98B0-4C49-93D1-CF12DE22F885}"/>
          </ac:cxnSpMkLst>
        </pc:cxnChg>
      </pc:sldChg>
      <pc:sldChg chg="mod modShow">
        <pc:chgData name="Jean-Louis SCOTTO-DI-QUAQUERO" userId="5b7c4864-d3b3-4c12-a33e-5ea7a2094109" providerId="ADAL" clId="{46511943-2599-4F70-B086-889326B82725}" dt="2022-01-19T14:02:41.266" v="21" actId="729"/>
        <pc:sldMkLst>
          <pc:docMk/>
          <pc:sldMk cId="2848675774" sldId="585"/>
        </pc:sldMkLst>
      </pc:sldChg>
      <pc:sldChg chg="del">
        <pc:chgData name="Jean-Louis SCOTTO-DI-QUAQUERO" userId="5b7c4864-d3b3-4c12-a33e-5ea7a2094109" providerId="ADAL" clId="{46511943-2599-4F70-B086-889326B82725}" dt="2022-01-19T15:18:31.561" v="628" actId="47"/>
        <pc:sldMkLst>
          <pc:docMk/>
          <pc:sldMk cId="538683575" sldId="590"/>
        </pc:sldMkLst>
      </pc:sldChg>
      <pc:sldChg chg="del">
        <pc:chgData name="Jean-Louis SCOTTO-DI-QUAQUERO" userId="5b7c4864-d3b3-4c12-a33e-5ea7a2094109" providerId="ADAL" clId="{46511943-2599-4F70-B086-889326B82725}" dt="2022-01-19T15:18:33.188" v="629" actId="47"/>
        <pc:sldMkLst>
          <pc:docMk/>
          <pc:sldMk cId="2816116897" sldId="591"/>
        </pc:sldMkLst>
      </pc:sldChg>
    </pc:docChg>
  </pc:docChgLst>
  <pc:docChgLst>
    <pc:chgData name="Jean-Louis SCOTTO-DI-QUAQUERO" userId="5b7c4864-d3b3-4c12-a33e-5ea7a2094109" providerId="ADAL" clId="{C2A4E5CE-3788-493B-94F6-2A0E9BE473C0}"/>
    <pc:docChg chg="undo custSel addSld delSld modSld sldOrd modSection">
      <pc:chgData name="Jean-Louis SCOTTO-DI-QUAQUERO" userId="5b7c4864-d3b3-4c12-a33e-5ea7a2094109" providerId="ADAL" clId="{C2A4E5CE-3788-493B-94F6-2A0E9BE473C0}" dt="2020-12-01T10:04:38.451" v="4689" actId="1076"/>
      <pc:docMkLst>
        <pc:docMk/>
      </pc:docMkLst>
      <pc:sldChg chg="del">
        <pc:chgData name="Jean-Louis SCOTTO-DI-QUAQUERO" userId="5b7c4864-d3b3-4c12-a33e-5ea7a2094109" providerId="ADAL" clId="{C2A4E5CE-3788-493B-94F6-2A0E9BE473C0}" dt="2020-11-27T09:24:00.482" v="25" actId="2696"/>
        <pc:sldMkLst>
          <pc:docMk/>
          <pc:sldMk cId="2209574824" sldId="263"/>
        </pc:sldMkLst>
      </pc:sldChg>
      <pc:sldChg chg="add del">
        <pc:chgData name="Jean-Louis SCOTTO-DI-QUAQUERO" userId="5b7c4864-d3b3-4c12-a33e-5ea7a2094109" providerId="ADAL" clId="{C2A4E5CE-3788-493B-94F6-2A0E9BE473C0}" dt="2020-11-27T11:35:47.859" v="2882" actId="2696"/>
        <pc:sldMkLst>
          <pc:docMk/>
          <pc:sldMk cId="2560068498" sldId="275"/>
        </pc:sldMkLst>
      </pc:sldChg>
      <pc:sldChg chg="addSp delSp modSp add">
        <pc:chgData name="Jean-Louis SCOTTO-DI-QUAQUERO" userId="5b7c4864-d3b3-4c12-a33e-5ea7a2094109" providerId="ADAL" clId="{C2A4E5CE-3788-493B-94F6-2A0E9BE473C0}" dt="2020-11-27T11:36:41.354" v="2945" actId="20577"/>
        <pc:sldMkLst>
          <pc:docMk/>
          <pc:sldMk cId="3320234982" sldId="333"/>
        </pc:sldMkLst>
        <pc:spChg chg="del mod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3320234982" sldId="333"/>
            <ac:spMk id="2" creationId="{326BDA52-D354-C74A-8443-99D413E5B164}"/>
          </ac:spMkLst>
        </pc:spChg>
        <pc:spChg chg="add del mod">
          <ac:chgData name="Jean-Louis SCOTTO-DI-QUAQUERO" userId="5b7c4864-d3b3-4c12-a33e-5ea7a2094109" providerId="ADAL" clId="{C2A4E5CE-3788-493B-94F6-2A0E9BE473C0}" dt="2020-11-27T11:36:41.354" v="2945" actId="20577"/>
          <ac:spMkLst>
            <pc:docMk/>
            <pc:sldMk cId="3320234982" sldId="333"/>
            <ac:spMk id="4" creationId="{AF6D1A42-9D9E-46EA-ADEB-CDC95EDB9A0E}"/>
          </ac:spMkLst>
        </pc:spChg>
        <pc:spChg chg="add del mod">
          <ac:chgData name="Jean-Louis SCOTTO-DI-QUAQUERO" userId="5b7c4864-d3b3-4c12-a33e-5ea7a2094109" providerId="ADAL" clId="{C2A4E5CE-3788-493B-94F6-2A0E9BE473C0}" dt="2020-11-27T11:35:55.877" v="2884" actId="478"/>
          <ac:spMkLst>
            <pc:docMk/>
            <pc:sldMk cId="3320234982" sldId="333"/>
            <ac:spMk id="6" creationId="{07248244-F4A1-48A9-AF84-E79545D71BDF}"/>
          </ac:spMkLst>
        </pc:spChg>
      </pc:sldChg>
      <pc:sldChg chg="addSp delSp modSp add">
        <pc:chgData name="Jean-Louis SCOTTO-DI-QUAQUERO" userId="5b7c4864-d3b3-4c12-a33e-5ea7a2094109" providerId="ADAL" clId="{C2A4E5CE-3788-493B-94F6-2A0E9BE473C0}" dt="2020-11-27T11:37:05.360" v="3006" actId="20577"/>
        <pc:sldMkLst>
          <pc:docMk/>
          <pc:sldMk cId="2681599172" sldId="334"/>
        </pc:sldMkLst>
        <pc:spChg chg="del mod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2681599172" sldId="334"/>
            <ac:spMk id="2" creationId="{54D4072F-591F-EA44-A537-352CB6AFE484}"/>
          </ac:spMkLst>
        </pc:spChg>
        <pc:spChg chg="add del mod">
          <ac:chgData name="Jean-Louis SCOTTO-DI-QUAQUERO" userId="5b7c4864-d3b3-4c12-a33e-5ea7a2094109" providerId="ADAL" clId="{C2A4E5CE-3788-493B-94F6-2A0E9BE473C0}" dt="2020-11-27T11:36:03.254" v="2886" actId="478"/>
          <ac:spMkLst>
            <pc:docMk/>
            <pc:sldMk cId="2681599172" sldId="334"/>
            <ac:spMk id="4" creationId="{99055C4E-77FF-46FA-9828-C496B1495F38}"/>
          </ac:spMkLst>
        </pc:spChg>
        <pc:spChg chg="add del mod">
          <ac:chgData name="Jean-Louis SCOTTO-DI-QUAQUERO" userId="5b7c4864-d3b3-4c12-a33e-5ea7a2094109" providerId="ADAL" clId="{C2A4E5CE-3788-493B-94F6-2A0E9BE473C0}" dt="2020-11-27T11:35:58.738" v="2885" actId="478"/>
          <ac:spMkLst>
            <pc:docMk/>
            <pc:sldMk cId="2681599172" sldId="334"/>
            <ac:spMk id="8" creationId="{5F1EAAAF-F54A-49A0-AC47-32681404BE73}"/>
          </ac:spMkLst>
        </pc:spChg>
        <pc:spChg chg="add mod">
          <ac:chgData name="Jean-Louis SCOTTO-DI-QUAQUERO" userId="5b7c4864-d3b3-4c12-a33e-5ea7a2094109" providerId="ADAL" clId="{C2A4E5CE-3788-493B-94F6-2A0E9BE473C0}" dt="2020-11-27T11:37:05.360" v="3006" actId="20577"/>
          <ac:spMkLst>
            <pc:docMk/>
            <pc:sldMk cId="2681599172" sldId="334"/>
            <ac:spMk id="10" creationId="{74ED9C4A-529F-4400-B084-F49158EE8554}"/>
          </ac:spMkLst>
        </pc:spChg>
      </pc:sldChg>
      <pc:sldChg chg="addSp delSp modSp add">
        <pc:chgData name="Jean-Louis SCOTTO-DI-QUAQUERO" userId="5b7c4864-d3b3-4c12-a33e-5ea7a2094109" providerId="ADAL" clId="{C2A4E5CE-3788-493B-94F6-2A0E9BE473C0}" dt="2020-11-27T11:35:37.305" v="2880" actId="478"/>
        <pc:sldMkLst>
          <pc:docMk/>
          <pc:sldMk cId="4177442620" sldId="335"/>
        </pc:sldMkLst>
        <pc:spChg chg="del mod">
          <ac:chgData name="Jean-Louis SCOTTO-DI-QUAQUERO" userId="5b7c4864-d3b3-4c12-a33e-5ea7a2094109" providerId="ADAL" clId="{C2A4E5CE-3788-493B-94F6-2A0E9BE473C0}" dt="2020-11-27T11:35:33.660" v="2878" actId="478"/>
          <ac:spMkLst>
            <pc:docMk/>
            <pc:sldMk cId="4177442620" sldId="335"/>
            <ac:spMk id="2" creationId="{FDF568EB-D0AF-2C44-9E57-1AA47DC4A3AD}"/>
          </ac:spMkLst>
        </pc:spChg>
        <pc:spChg chg="add mod">
          <ac:chgData name="Jean-Louis SCOTTO-DI-QUAQUERO" userId="5b7c4864-d3b3-4c12-a33e-5ea7a2094109" providerId="ADAL" clId="{C2A4E5CE-3788-493B-94F6-2A0E9BE473C0}" dt="2020-11-27T11:35:35.415" v="2879"/>
          <ac:spMkLst>
            <pc:docMk/>
            <pc:sldMk cId="4177442620" sldId="335"/>
            <ac:spMk id="4" creationId="{4E7ECDD4-B951-467D-8DEB-8F72060663E3}"/>
          </ac:spMkLst>
        </pc:spChg>
        <pc:spChg chg="add del mod">
          <ac:chgData name="Jean-Louis SCOTTO-DI-QUAQUERO" userId="5b7c4864-d3b3-4c12-a33e-5ea7a2094109" providerId="ADAL" clId="{C2A4E5CE-3788-493B-94F6-2A0E9BE473C0}" dt="2020-11-27T11:35:37.305" v="2880" actId="478"/>
          <ac:spMkLst>
            <pc:docMk/>
            <pc:sldMk cId="4177442620" sldId="335"/>
            <ac:spMk id="7" creationId="{81E9B5A6-59AA-42D1-BC99-D007CCAF4107}"/>
          </ac:spMkLst>
        </pc:spChg>
      </pc:sldChg>
      <pc:sldChg chg="addSp modSp add">
        <pc:chgData name="Jean-Louis SCOTTO-DI-QUAQUERO" userId="5b7c4864-d3b3-4c12-a33e-5ea7a2094109" providerId="ADAL" clId="{C2A4E5CE-3788-493B-94F6-2A0E9BE473C0}" dt="2020-11-27T11:35:44.908" v="2881"/>
        <pc:sldMkLst>
          <pc:docMk/>
          <pc:sldMk cId="1833176489" sldId="336"/>
        </pc:sldMkLst>
        <pc:spChg chg="add mod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1833176489" sldId="336"/>
            <ac:spMk id="2" creationId="{F7E37BBC-8EFD-4DF8-BED1-B16DAB88729A}"/>
          </ac:spMkLst>
        </pc:spChg>
        <pc:spChg chg="add mod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1833176489" sldId="336"/>
            <ac:spMk id="4" creationId="{A85A58C4-3486-4760-A65A-E52F6E90721E}"/>
          </ac:spMkLst>
        </pc:spChg>
        <pc:spChg chg="mod">
          <ac:chgData name="Jean-Louis SCOTTO-DI-QUAQUERO" userId="5b7c4864-d3b3-4c12-a33e-5ea7a2094109" providerId="ADAL" clId="{C2A4E5CE-3788-493B-94F6-2A0E9BE473C0}" dt="2020-11-27T11:34:59.623" v="2869" actId="27636"/>
          <ac:spMkLst>
            <pc:docMk/>
            <pc:sldMk cId="1833176489" sldId="336"/>
            <ac:spMk id="5" creationId="{A67A8D74-9E1E-A345-AB0F-74FC4B502F59}"/>
          </ac:spMkLst>
        </pc:spChg>
      </pc:sldChg>
      <pc:sldChg chg="addSp delSp modSp add">
        <pc:chgData name="Jean-Louis SCOTTO-DI-QUAQUERO" userId="5b7c4864-d3b3-4c12-a33e-5ea7a2094109" providerId="ADAL" clId="{C2A4E5CE-3788-493B-94F6-2A0E9BE473C0}" dt="2020-11-27T11:41:46.040" v="3549" actId="20577"/>
        <pc:sldMkLst>
          <pc:docMk/>
          <pc:sldMk cId="1276127810" sldId="339"/>
        </pc:sldMkLst>
        <pc:spChg chg="del mod">
          <ac:chgData name="Jean-Louis SCOTTO-DI-QUAQUERO" userId="5b7c4864-d3b3-4c12-a33e-5ea7a2094109" providerId="ADAL" clId="{C2A4E5CE-3788-493B-94F6-2A0E9BE473C0}" dt="2020-11-27T11:39:25.143" v="3434" actId="478"/>
          <ac:spMkLst>
            <pc:docMk/>
            <pc:sldMk cId="1276127810" sldId="339"/>
            <ac:spMk id="2" creationId="{4BC82F9D-0F76-244A-BE88-374BD963360B}"/>
          </ac:spMkLst>
        </pc:spChg>
        <pc:spChg chg="mod">
          <ac:chgData name="Jean-Louis SCOTTO-DI-QUAQUERO" userId="5b7c4864-d3b3-4c12-a33e-5ea7a2094109" providerId="ADAL" clId="{C2A4E5CE-3788-493B-94F6-2A0E9BE473C0}" dt="2020-11-27T11:40:15.066" v="3440" actId="1076"/>
          <ac:spMkLst>
            <pc:docMk/>
            <pc:sldMk cId="1276127810" sldId="339"/>
            <ac:spMk id="4" creationId="{C4D8BBCA-B94F-4AB2-9137-FAEAC65BEC86}"/>
          </ac:spMkLst>
        </pc:spChg>
        <pc:spChg chg="mod">
          <ac:chgData name="Jean-Louis SCOTTO-DI-QUAQUERO" userId="5b7c4864-d3b3-4c12-a33e-5ea7a2094109" providerId="ADAL" clId="{C2A4E5CE-3788-493B-94F6-2A0E9BE473C0}" dt="2020-11-27T11:40:18.930" v="3441" actId="14100"/>
          <ac:spMkLst>
            <pc:docMk/>
            <pc:sldMk cId="1276127810" sldId="339"/>
            <ac:spMk id="5" creationId="{63DD391E-740F-4C4B-945F-6DD5FDAAE778}"/>
          </ac:spMkLst>
        </pc:spChg>
        <pc:spChg chg="add mod">
          <ac:chgData name="Jean-Louis SCOTTO-DI-QUAQUERO" userId="5b7c4864-d3b3-4c12-a33e-5ea7a2094109" providerId="ADAL" clId="{C2A4E5CE-3788-493B-94F6-2A0E9BE473C0}" dt="2020-11-27T11:41:46.040" v="3549" actId="20577"/>
          <ac:spMkLst>
            <pc:docMk/>
            <pc:sldMk cId="1276127810" sldId="339"/>
            <ac:spMk id="7" creationId="{2800F87A-395B-4FA0-B329-C5A10B0CD7DF}"/>
          </ac:spMkLst>
        </pc:spChg>
        <pc:spChg chg="add del mod">
          <ac:chgData name="Jean-Louis SCOTTO-DI-QUAQUERO" userId="5b7c4864-d3b3-4c12-a33e-5ea7a2094109" providerId="ADAL" clId="{C2A4E5CE-3788-493B-94F6-2A0E9BE473C0}" dt="2020-11-27T11:39:29.370" v="3435" actId="478"/>
          <ac:spMkLst>
            <pc:docMk/>
            <pc:sldMk cId="1276127810" sldId="339"/>
            <ac:spMk id="10" creationId="{3B8DC0AC-B233-469F-A684-F625677D9AC1}"/>
          </ac:spMkLst>
        </pc:spChg>
        <pc:spChg chg="mod">
          <ac:chgData name="Jean-Louis SCOTTO-DI-QUAQUERO" userId="5b7c4864-d3b3-4c12-a33e-5ea7a2094109" providerId="ADAL" clId="{C2A4E5CE-3788-493B-94F6-2A0E9BE473C0}" dt="2020-11-27T11:40:15.066" v="3440" actId="1076"/>
          <ac:spMkLst>
            <pc:docMk/>
            <pc:sldMk cId="1276127810" sldId="339"/>
            <ac:spMk id="12" creationId="{CCC3D192-BF00-4C88-8A7E-E993EE5B6EF2}"/>
          </ac:spMkLst>
        </pc:spChg>
        <pc:spChg chg="add mod">
          <ac:chgData name="Jean-Louis SCOTTO-DI-QUAQUERO" userId="5b7c4864-d3b3-4c12-a33e-5ea7a2094109" providerId="ADAL" clId="{C2A4E5CE-3788-493B-94F6-2A0E9BE473C0}" dt="2020-11-27T11:41:23.163" v="3525" actId="14100"/>
          <ac:spMkLst>
            <pc:docMk/>
            <pc:sldMk cId="1276127810" sldId="339"/>
            <ac:spMk id="13" creationId="{3DDC1F27-E04D-47D6-BDEB-87D1F4012D0F}"/>
          </ac:spMkLst>
        </pc:spChg>
        <pc:picChg chg="mod">
          <ac:chgData name="Jean-Louis SCOTTO-DI-QUAQUERO" userId="5b7c4864-d3b3-4c12-a33e-5ea7a2094109" providerId="ADAL" clId="{C2A4E5CE-3788-493B-94F6-2A0E9BE473C0}" dt="2020-11-27T11:40:26.833" v="3442" actId="1076"/>
          <ac:picMkLst>
            <pc:docMk/>
            <pc:sldMk cId="1276127810" sldId="339"/>
            <ac:picMk id="6" creationId="{361DDFC1-869F-1F43-8A13-8725FF72BAD4}"/>
          </ac:picMkLst>
        </pc:picChg>
        <pc:cxnChg chg="mod">
          <ac:chgData name="Jean-Louis SCOTTO-DI-QUAQUERO" userId="5b7c4864-d3b3-4c12-a33e-5ea7a2094109" providerId="ADAL" clId="{C2A4E5CE-3788-493B-94F6-2A0E9BE473C0}" dt="2020-11-27T11:40:34.468" v="3444" actId="14100"/>
          <ac:cxnSpMkLst>
            <pc:docMk/>
            <pc:sldMk cId="1276127810" sldId="339"/>
            <ac:cxnSpMk id="8" creationId="{D5B3DE3D-EDF1-4858-9289-715E9A8210AF}"/>
          </ac:cxnSpMkLst>
        </pc:cxnChg>
        <pc:cxnChg chg="mod">
          <ac:chgData name="Jean-Louis SCOTTO-DI-QUAQUERO" userId="5b7c4864-d3b3-4c12-a33e-5ea7a2094109" providerId="ADAL" clId="{C2A4E5CE-3788-493B-94F6-2A0E9BE473C0}" dt="2020-11-27T11:40:36.874" v="3445" actId="14100"/>
          <ac:cxnSpMkLst>
            <pc:docMk/>
            <pc:sldMk cId="1276127810" sldId="339"/>
            <ac:cxnSpMk id="9" creationId="{979460EF-BD1E-4DF6-8580-CDD3A13DC456}"/>
          </ac:cxnSpMkLst>
        </pc:cxnChg>
      </pc:sldChg>
      <pc:sldChg chg="addSp delSp modSp add del">
        <pc:chgData name="Jean-Louis SCOTTO-DI-QUAQUERO" userId="5b7c4864-d3b3-4c12-a33e-5ea7a2094109" providerId="ADAL" clId="{C2A4E5CE-3788-493B-94F6-2A0E9BE473C0}" dt="2020-11-27T11:41:36.667" v="3526" actId="2696"/>
        <pc:sldMkLst>
          <pc:docMk/>
          <pc:sldMk cId="4289881555" sldId="340"/>
        </pc:sldMkLst>
        <pc:spChg chg="del mod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4289881555" sldId="340"/>
            <ac:spMk id="2" creationId="{4004F649-9433-5340-89D2-34942F1BBEE2}"/>
          </ac:spMkLst>
        </pc:spChg>
        <pc:spChg chg="del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4289881555" sldId="340"/>
            <ac:spMk id="4" creationId="{3527063F-3A25-3047-BBAE-BA7974F1025A}"/>
          </ac:spMkLst>
        </pc:spChg>
        <pc:spChg chg="mod">
          <ac:chgData name="Jean-Louis SCOTTO-DI-QUAQUERO" userId="5b7c4864-d3b3-4c12-a33e-5ea7a2094109" providerId="ADAL" clId="{C2A4E5CE-3788-493B-94F6-2A0E9BE473C0}" dt="2020-11-27T11:39:09.058" v="3418" actId="1076"/>
          <ac:spMkLst>
            <pc:docMk/>
            <pc:sldMk cId="4289881555" sldId="340"/>
            <ac:spMk id="6" creationId="{74767AA4-22E1-BB49-8613-0EBF3146DBC5}"/>
          </ac:spMkLst>
        </pc:spChg>
        <pc:spChg chg="add mod">
          <ac:chgData name="Jean-Louis SCOTTO-DI-QUAQUERO" userId="5b7c4864-d3b3-4c12-a33e-5ea7a2094109" providerId="ADAL" clId="{C2A4E5CE-3788-493B-94F6-2A0E9BE473C0}" dt="2020-11-27T11:37:13.729" v="3020" actId="20577"/>
          <ac:spMkLst>
            <pc:docMk/>
            <pc:sldMk cId="4289881555" sldId="340"/>
            <ac:spMk id="7" creationId="{D5F4DAC4-33D7-40A1-88EB-521BC63FD37F}"/>
          </ac:spMkLst>
        </pc:spChg>
        <pc:spChg chg="add mod">
          <ac:chgData name="Jean-Louis SCOTTO-DI-QUAQUERO" userId="5b7c4864-d3b3-4c12-a33e-5ea7a2094109" providerId="ADAL" clId="{C2A4E5CE-3788-493B-94F6-2A0E9BE473C0}" dt="2020-11-27T11:39:13.068" v="3419" actId="404"/>
          <ac:spMkLst>
            <pc:docMk/>
            <pc:sldMk cId="4289881555" sldId="340"/>
            <ac:spMk id="8" creationId="{C05F1B7B-73D6-4198-9E13-BD162B75347A}"/>
          </ac:spMkLst>
        </pc:spChg>
      </pc:sldChg>
      <pc:sldChg chg="add del">
        <pc:chgData name="Jean-Louis SCOTTO-DI-QUAQUERO" userId="5b7c4864-d3b3-4c12-a33e-5ea7a2094109" providerId="ADAL" clId="{C2A4E5CE-3788-493B-94F6-2A0E9BE473C0}" dt="2020-11-27T11:35:03.728" v="2876" actId="2696"/>
        <pc:sldMkLst>
          <pc:docMk/>
          <pc:sldMk cId="2921959824" sldId="341"/>
        </pc:sldMkLst>
      </pc:sldChg>
      <pc:sldChg chg="addSp delSp modSp add">
        <pc:chgData name="Jean-Louis SCOTTO-DI-QUAQUERO" userId="5b7c4864-d3b3-4c12-a33e-5ea7a2094109" providerId="ADAL" clId="{C2A4E5CE-3788-493B-94F6-2A0E9BE473C0}" dt="2020-11-27T11:36:16.009" v="2905" actId="478"/>
        <pc:sldMkLst>
          <pc:docMk/>
          <pc:sldMk cId="788354266" sldId="347"/>
        </pc:sldMkLst>
        <pc:spChg chg="del mod">
          <ac:chgData name="Jean-Louis SCOTTO-DI-QUAQUERO" userId="5b7c4864-d3b3-4c12-a33e-5ea7a2094109" providerId="ADAL" clId="{C2A4E5CE-3788-493B-94F6-2A0E9BE473C0}" dt="2020-11-27T11:36:16.009" v="2905" actId="478"/>
          <ac:spMkLst>
            <pc:docMk/>
            <pc:sldMk cId="788354266" sldId="347"/>
            <ac:spMk id="2" creationId="{702EB9A7-3635-A84D-85AA-3597499A4477}"/>
          </ac:spMkLst>
        </pc:spChg>
        <pc:spChg chg="del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788354266" sldId="347"/>
            <ac:spMk id="4" creationId="{30E11DC5-7CBC-EE4E-A556-872DA30116D8}"/>
          </ac:spMkLst>
        </pc:spChg>
        <pc:spChg chg="add mod">
          <ac:chgData name="Jean-Louis SCOTTO-DI-QUAQUERO" userId="5b7c4864-d3b3-4c12-a33e-5ea7a2094109" providerId="ADAL" clId="{C2A4E5CE-3788-493B-94F6-2A0E9BE473C0}" dt="2020-11-27T11:36:11.380" v="2903" actId="20577"/>
          <ac:spMkLst>
            <pc:docMk/>
            <pc:sldMk cId="788354266" sldId="347"/>
            <ac:spMk id="6" creationId="{5605A7EF-F205-4DA6-AE22-D0CDC0EDC1B6}"/>
          </ac:spMkLst>
        </pc:spChg>
        <pc:spChg chg="add del mod">
          <ac:chgData name="Jean-Louis SCOTTO-DI-QUAQUERO" userId="5b7c4864-d3b3-4c12-a33e-5ea7a2094109" providerId="ADAL" clId="{C2A4E5CE-3788-493B-94F6-2A0E9BE473C0}" dt="2020-11-27T11:36:14.014" v="2904" actId="478"/>
          <ac:spMkLst>
            <pc:docMk/>
            <pc:sldMk cId="788354266" sldId="347"/>
            <ac:spMk id="7" creationId="{8C515E33-75BA-4273-9075-FCF27498A7B7}"/>
          </ac:spMkLst>
        </pc:spChg>
      </pc:sldChg>
      <pc:sldChg chg="addSp delSp modSp add">
        <pc:chgData name="Jean-Louis SCOTTO-DI-QUAQUERO" userId="5b7c4864-d3b3-4c12-a33e-5ea7a2094109" providerId="ADAL" clId="{C2A4E5CE-3788-493B-94F6-2A0E9BE473C0}" dt="2020-11-27T11:41:58.932" v="3565" actId="478"/>
        <pc:sldMkLst>
          <pc:docMk/>
          <pc:sldMk cId="3483972827" sldId="348"/>
        </pc:sldMkLst>
        <pc:spChg chg="del mod">
          <ac:chgData name="Jean-Louis SCOTTO-DI-QUAQUERO" userId="5b7c4864-d3b3-4c12-a33e-5ea7a2094109" providerId="ADAL" clId="{C2A4E5CE-3788-493B-94F6-2A0E9BE473C0}" dt="2020-11-27T11:41:57.060" v="3564" actId="478"/>
          <ac:spMkLst>
            <pc:docMk/>
            <pc:sldMk cId="3483972827" sldId="348"/>
            <ac:spMk id="2" creationId="{1BF15B4C-C80C-204D-8AF6-19AF4273BECE}"/>
          </ac:spMkLst>
        </pc:spChg>
        <pc:spChg chg="del">
          <ac:chgData name="Jean-Louis SCOTTO-DI-QUAQUERO" userId="5b7c4864-d3b3-4c12-a33e-5ea7a2094109" providerId="ADAL" clId="{C2A4E5CE-3788-493B-94F6-2A0E9BE473C0}" dt="2020-11-27T11:35:44.908" v="2881"/>
          <ac:spMkLst>
            <pc:docMk/>
            <pc:sldMk cId="3483972827" sldId="348"/>
            <ac:spMk id="4" creationId="{C6347C7A-02CE-5F47-96AC-81935FD25BEE}"/>
          </ac:spMkLst>
        </pc:spChg>
        <pc:spChg chg="add mod">
          <ac:chgData name="Jean-Louis SCOTTO-DI-QUAQUERO" userId="5b7c4864-d3b3-4c12-a33e-5ea7a2094109" providerId="ADAL" clId="{C2A4E5CE-3788-493B-94F6-2A0E9BE473C0}" dt="2020-11-27T11:41:53.861" v="3563" actId="20577"/>
          <ac:spMkLst>
            <pc:docMk/>
            <pc:sldMk cId="3483972827" sldId="348"/>
            <ac:spMk id="6" creationId="{529FEEA5-224D-45D2-B3D9-6BAE1742E4B8}"/>
          </ac:spMkLst>
        </pc:spChg>
        <pc:spChg chg="add del mod">
          <ac:chgData name="Jean-Louis SCOTTO-DI-QUAQUERO" userId="5b7c4864-d3b3-4c12-a33e-5ea7a2094109" providerId="ADAL" clId="{C2A4E5CE-3788-493B-94F6-2A0E9BE473C0}" dt="2020-11-27T11:41:58.932" v="3565" actId="478"/>
          <ac:spMkLst>
            <pc:docMk/>
            <pc:sldMk cId="3483972827" sldId="348"/>
            <ac:spMk id="8" creationId="{AA7CF838-717D-4BFF-B842-37368CE037FD}"/>
          </ac:spMkLst>
        </pc:spChg>
      </pc:sldChg>
      <pc:sldChg chg="del">
        <pc:chgData name="Jean-Louis SCOTTO-DI-QUAQUERO" userId="5b7c4864-d3b3-4c12-a33e-5ea7a2094109" providerId="ADAL" clId="{C2A4E5CE-3788-493B-94F6-2A0E9BE473C0}" dt="2020-11-27T09:24:00.466" v="23" actId="2696"/>
        <pc:sldMkLst>
          <pc:docMk/>
          <pc:sldMk cId="2197845740" sldId="459"/>
        </pc:sldMkLst>
      </pc:sldChg>
      <pc:sldChg chg="modSp modNotesTx">
        <pc:chgData name="Jean-Louis SCOTTO-DI-QUAQUERO" userId="5b7c4864-d3b3-4c12-a33e-5ea7a2094109" providerId="ADAL" clId="{C2A4E5CE-3788-493B-94F6-2A0E9BE473C0}" dt="2020-11-27T09:25:26.738" v="115" actId="6549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C2A4E5CE-3788-493B-94F6-2A0E9BE473C0}" dt="2020-11-27T09:24:25.031" v="114" actId="20577"/>
          <ac:spMkLst>
            <pc:docMk/>
            <pc:sldMk cId="1232820293" sldId="461"/>
            <ac:spMk id="5" creationId="{00000000-0000-0000-0000-000000000000}"/>
          </ac:spMkLst>
        </pc:spChg>
      </pc:sldChg>
      <pc:sldChg chg="del">
        <pc:chgData name="Jean-Louis SCOTTO-DI-QUAQUERO" userId="5b7c4864-d3b3-4c12-a33e-5ea7a2094109" providerId="ADAL" clId="{C2A4E5CE-3788-493B-94F6-2A0E9BE473C0}" dt="2020-11-27T09:24:00.601" v="38" actId="2696"/>
        <pc:sldMkLst>
          <pc:docMk/>
          <pc:sldMk cId="3384642203" sldId="465"/>
        </pc:sldMkLst>
      </pc:sldChg>
      <pc:sldChg chg="del">
        <pc:chgData name="Jean-Louis SCOTTO-DI-QUAQUERO" userId="5b7c4864-d3b3-4c12-a33e-5ea7a2094109" providerId="ADAL" clId="{C2A4E5CE-3788-493B-94F6-2A0E9BE473C0}" dt="2020-11-27T09:24:00.611" v="39" actId="2696"/>
        <pc:sldMkLst>
          <pc:docMk/>
          <pc:sldMk cId="3389831098" sldId="466"/>
        </pc:sldMkLst>
      </pc:sldChg>
      <pc:sldChg chg="del">
        <pc:chgData name="Jean-Louis SCOTTO-DI-QUAQUERO" userId="5b7c4864-d3b3-4c12-a33e-5ea7a2094109" providerId="ADAL" clId="{C2A4E5CE-3788-493B-94F6-2A0E9BE473C0}" dt="2020-11-27T09:24:00.626" v="40" actId="2696"/>
        <pc:sldMkLst>
          <pc:docMk/>
          <pc:sldMk cId="1764272056" sldId="467"/>
        </pc:sldMkLst>
      </pc:sldChg>
      <pc:sldChg chg="del">
        <pc:chgData name="Jean-Louis SCOTTO-DI-QUAQUERO" userId="5b7c4864-d3b3-4c12-a33e-5ea7a2094109" providerId="ADAL" clId="{C2A4E5CE-3788-493B-94F6-2A0E9BE473C0}" dt="2020-11-27T09:24:00.632" v="41" actId="2696"/>
        <pc:sldMkLst>
          <pc:docMk/>
          <pc:sldMk cId="1827155440" sldId="468"/>
        </pc:sldMkLst>
      </pc:sldChg>
      <pc:sldChg chg="del">
        <pc:chgData name="Jean-Louis SCOTTO-DI-QUAQUERO" userId="5b7c4864-d3b3-4c12-a33e-5ea7a2094109" providerId="ADAL" clId="{C2A4E5CE-3788-493B-94F6-2A0E9BE473C0}" dt="2020-11-27T09:24:00.638" v="42" actId="2696"/>
        <pc:sldMkLst>
          <pc:docMk/>
          <pc:sldMk cId="3436890610" sldId="469"/>
        </pc:sldMkLst>
      </pc:sldChg>
      <pc:sldChg chg="del">
        <pc:chgData name="Jean-Louis SCOTTO-DI-QUAQUERO" userId="5b7c4864-d3b3-4c12-a33e-5ea7a2094109" providerId="ADAL" clId="{C2A4E5CE-3788-493B-94F6-2A0E9BE473C0}" dt="2020-11-27T09:24:00.657" v="43" actId="2696"/>
        <pc:sldMkLst>
          <pc:docMk/>
          <pc:sldMk cId="2698444329" sldId="470"/>
        </pc:sldMkLst>
      </pc:sldChg>
      <pc:sldChg chg="del">
        <pc:chgData name="Jean-Louis SCOTTO-DI-QUAQUERO" userId="5b7c4864-d3b3-4c12-a33e-5ea7a2094109" providerId="ADAL" clId="{C2A4E5CE-3788-493B-94F6-2A0E9BE473C0}" dt="2020-11-27T09:24:00.665" v="44" actId="2696"/>
        <pc:sldMkLst>
          <pc:docMk/>
          <pc:sldMk cId="2294064126" sldId="471"/>
        </pc:sldMkLst>
      </pc:sldChg>
      <pc:sldChg chg="del">
        <pc:chgData name="Jean-Louis SCOTTO-DI-QUAQUERO" userId="5b7c4864-d3b3-4c12-a33e-5ea7a2094109" providerId="ADAL" clId="{C2A4E5CE-3788-493B-94F6-2A0E9BE473C0}" dt="2020-11-27T09:24:00.670" v="45" actId="2696"/>
        <pc:sldMkLst>
          <pc:docMk/>
          <pc:sldMk cId="3758076490" sldId="472"/>
        </pc:sldMkLst>
      </pc:sldChg>
      <pc:sldChg chg="del">
        <pc:chgData name="Jean-Louis SCOTTO-DI-QUAQUERO" userId="5b7c4864-d3b3-4c12-a33e-5ea7a2094109" providerId="ADAL" clId="{C2A4E5CE-3788-493B-94F6-2A0E9BE473C0}" dt="2020-11-27T09:24:00.707" v="48" actId="2696"/>
        <pc:sldMkLst>
          <pc:docMk/>
          <pc:sldMk cId="980472646" sldId="473"/>
        </pc:sldMkLst>
      </pc:sldChg>
      <pc:sldChg chg="del">
        <pc:chgData name="Jean-Louis SCOTTO-DI-QUAQUERO" userId="5b7c4864-d3b3-4c12-a33e-5ea7a2094109" providerId="ADAL" clId="{C2A4E5CE-3788-493B-94F6-2A0E9BE473C0}" dt="2020-11-27T09:24:00.712" v="49" actId="2696"/>
        <pc:sldMkLst>
          <pc:docMk/>
          <pc:sldMk cId="868591742" sldId="474"/>
        </pc:sldMkLst>
      </pc:sldChg>
      <pc:sldChg chg="del">
        <pc:chgData name="Jean-Louis SCOTTO-DI-QUAQUERO" userId="5b7c4864-d3b3-4c12-a33e-5ea7a2094109" providerId="ADAL" clId="{C2A4E5CE-3788-493B-94F6-2A0E9BE473C0}" dt="2020-11-27T09:24:00.717" v="50" actId="2696"/>
        <pc:sldMkLst>
          <pc:docMk/>
          <pc:sldMk cId="3397912197" sldId="475"/>
        </pc:sldMkLst>
      </pc:sldChg>
      <pc:sldChg chg="del">
        <pc:chgData name="Jean-Louis SCOTTO-DI-QUAQUERO" userId="5b7c4864-d3b3-4c12-a33e-5ea7a2094109" providerId="ADAL" clId="{C2A4E5CE-3788-493B-94F6-2A0E9BE473C0}" dt="2020-11-27T09:24:00.726" v="51" actId="2696"/>
        <pc:sldMkLst>
          <pc:docMk/>
          <pc:sldMk cId="994566128" sldId="476"/>
        </pc:sldMkLst>
      </pc:sldChg>
      <pc:sldChg chg="del">
        <pc:chgData name="Jean-Louis SCOTTO-DI-QUAQUERO" userId="5b7c4864-d3b3-4c12-a33e-5ea7a2094109" providerId="ADAL" clId="{C2A4E5CE-3788-493B-94F6-2A0E9BE473C0}" dt="2020-11-27T09:24:00.731" v="52" actId="2696"/>
        <pc:sldMkLst>
          <pc:docMk/>
          <pc:sldMk cId="2364681587" sldId="477"/>
        </pc:sldMkLst>
      </pc:sldChg>
      <pc:sldChg chg="del">
        <pc:chgData name="Jean-Louis SCOTTO-DI-QUAQUERO" userId="5b7c4864-d3b3-4c12-a33e-5ea7a2094109" providerId="ADAL" clId="{C2A4E5CE-3788-493B-94F6-2A0E9BE473C0}" dt="2020-11-27T09:24:00.736" v="53" actId="2696"/>
        <pc:sldMkLst>
          <pc:docMk/>
          <pc:sldMk cId="1654790235" sldId="478"/>
        </pc:sldMkLst>
      </pc:sldChg>
      <pc:sldChg chg="del">
        <pc:chgData name="Jean-Louis SCOTTO-DI-QUAQUERO" userId="5b7c4864-d3b3-4c12-a33e-5ea7a2094109" providerId="ADAL" clId="{C2A4E5CE-3788-493B-94F6-2A0E9BE473C0}" dt="2020-11-27T09:24:00.748" v="55" actId="2696"/>
        <pc:sldMkLst>
          <pc:docMk/>
          <pc:sldMk cId="2918888441" sldId="479"/>
        </pc:sldMkLst>
      </pc:sldChg>
      <pc:sldChg chg="del">
        <pc:chgData name="Jean-Louis SCOTTO-DI-QUAQUERO" userId="5b7c4864-d3b3-4c12-a33e-5ea7a2094109" providerId="ADAL" clId="{C2A4E5CE-3788-493B-94F6-2A0E9BE473C0}" dt="2020-11-27T09:24:00.583" v="36" actId="2696"/>
        <pc:sldMkLst>
          <pc:docMk/>
          <pc:sldMk cId="3602046563" sldId="480"/>
        </pc:sldMkLst>
      </pc:sldChg>
      <pc:sldChg chg="del">
        <pc:chgData name="Jean-Louis SCOTTO-DI-QUAQUERO" userId="5b7c4864-d3b3-4c12-a33e-5ea7a2094109" providerId="ADAL" clId="{C2A4E5CE-3788-493B-94F6-2A0E9BE473C0}" dt="2020-11-27T09:24:00.744" v="54" actId="2696"/>
        <pc:sldMkLst>
          <pc:docMk/>
          <pc:sldMk cId="1389499144" sldId="481"/>
        </pc:sldMkLst>
      </pc:sldChg>
      <pc:sldChg chg="del">
        <pc:chgData name="Jean-Louis SCOTTO-DI-QUAQUERO" userId="5b7c4864-d3b3-4c12-a33e-5ea7a2094109" providerId="ADAL" clId="{C2A4E5CE-3788-493B-94F6-2A0E9BE473C0}" dt="2020-11-27T09:24:00.760" v="56" actId="2696"/>
        <pc:sldMkLst>
          <pc:docMk/>
          <pc:sldMk cId="219931156" sldId="482"/>
        </pc:sldMkLst>
      </pc:sldChg>
      <pc:sldChg chg="del">
        <pc:chgData name="Jean-Louis SCOTTO-DI-QUAQUERO" userId="5b7c4864-d3b3-4c12-a33e-5ea7a2094109" providerId="ADAL" clId="{C2A4E5CE-3788-493B-94F6-2A0E9BE473C0}" dt="2020-11-27T09:24:00.767" v="57" actId="2696"/>
        <pc:sldMkLst>
          <pc:docMk/>
          <pc:sldMk cId="3756539530" sldId="484"/>
        </pc:sldMkLst>
      </pc:sldChg>
      <pc:sldChg chg="del">
        <pc:chgData name="Jean-Louis SCOTTO-DI-QUAQUERO" userId="5b7c4864-d3b3-4c12-a33e-5ea7a2094109" providerId="ADAL" clId="{C2A4E5CE-3788-493B-94F6-2A0E9BE473C0}" dt="2020-11-27T09:24:00.776" v="58" actId="2696"/>
        <pc:sldMkLst>
          <pc:docMk/>
          <pc:sldMk cId="1617853305" sldId="485"/>
        </pc:sldMkLst>
      </pc:sldChg>
      <pc:sldChg chg="del">
        <pc:chgData name="Jean-Louis SCOTTO-DI-QUAQUERO" userId="5b7c4864-d3b3-4c12-a33e-5ea7a2094109" providerId="ADAL" clId="{C2A4E5CE-3788-493B-94F6-2A0E9BE473C0}" dt="2020-11-27T09:24:00.679" v="46" actId="2696"/>
        <pc:sldMkLst>
          <pc:docMk/>
          <pc:sldMk cId="802199368" sldId="486"/>
        </pc:sldMkLst>
      </pc:sldChg>
      <pc:sldChg chg="del">
        <pc:chgData name="Jean-Louis SCOTTO-DI-QUAQUERO" userId="5b7c4864-d3b3-4c12-a33e-5ea7a2094109" providerId="ADAL" clId="{C2A4E5CE-3788-493B-94F6-2A0E9BE473C0}" dt="2020-11-27T09:24:00.684" v="47" actId="2696"/>
        <pc:sldMkLst>
          <pc:docMk/>
          <pc:sldMk cId="642298236" sldId="487"/>
        </pc:sldMkLst>
      </pc:sldChg>
      <pc:sldChg chg="del">
        <pc:chgData name="Jean-Louis SCOTTO-DI-QUAQUERO" userId="5b7c4864-d3b3-4c12-a33e-5ea7a2094109" providerId="ADAL" clId="{C2A4E5CE-3788-493B-94F6-2A0E9BE473C0}" dt="2020-11-27T09:24:00.330" v="13" actId="2696"/>
        <pc:sldMkLst>
          <pc:docMk/>
          <pc:sldMk cId="142312782" sldId="493"/>
        </pc:sldMkLst>
      </pc:sldChg>
      <pc:sldChg chg="del">
        <pc:chgData name="Jean-Louis SCOTTO-DI-QUAQUERO" userId="5b7c4864-d3b3-4c12-a33e-5ea7a2094109" providerId="ADAL" clId="{C2A4E5CE-3788-493B-94F6-2A0E9BE473C0}" dt="2020-11-27T09:24:00.386" v="17" actId="2696"/>
        <pc:sldMkLst>
          <pc:docMk/>
          <pc:sldMk cId="1344065961" sldId="495"/>
        </pc:sldMkLst>
      </pc:sldChg>
      <pc:sldChg chg="del">
        <pc:chgData name="Jean-Louis SCOTTO-DI-QUAQUERO" userId="5b7c4864-d3b3-4c12-a33e-5ea7a2094109" providerId="ADAL" clId="{C2A4E5CE-3788-493B-94F6-2A0E9BE473C0}" dt="2020-11-27T09:24:00.452" v="22" actId="2696"/>
        <pc:sldMkLst>
          <pc:docMk/>
          <pc:sldMk cId="476574179" sldId="497"/>
        </pc:sldMkLst>
      </pc:sldChg>
      <pc:sldChg chg="del">
        <pc:chgData name="Jean-Louis SCOTTO-DI-QUAQUERO" userId="5b7c4864-d3b3-4c12-a33e-5ea7a2094109" providerId="ADAL" clId="{C2A4E5CE-3788-493B-94F6-2A0E9BE473C0}" dt="2020-11-27T09:24:00.492" v="26" actId="2696"/>
        <pc:sldMkLst>
          <pc:docMk/>
          <pc:sldMk cId="1858452635" sldId="498"/>
        </pc:sldMkLst>
      </pc:sldChg>
      <pc:sldChg chg="del">
        <pc:chgData name="Jean-Louis SCOTTO-DI-QUAQUERO" userId="5b7c4864-d3b3-4c12-a33e-5ea7a2094109" providerId="ADAL" clId="{C2A4E5CE-3788-493B-94F6-2A0E9BE473C0}" dt="2020-11-27T09:24:00.226" v="5" actId="2696"/>
        <pc:sldMkLst>
          <pc:docMk/>
          <pc:sldMk cId="1322698494" sldId="501"/>
        </pc:sldMkLst>
      </pc:sldChg>
      <pc:sldChg chg="del">
        <pc:chgData name="Jean-Louis SCOTTO-DI-QUAQUERO" userId="5b7c4864-d3b3-4c12-a33e-5ea7a2094109" providerId="ADAL" clId="{C2A4E5CE-3788-493B-94F6-2A0E9BE473C0}" dt="2020-11-27T09:24:00.215" v="4" actId="2696"/>
        <pc:sldMkLst>
          <pc:docMk/>
          <pc:sldMk cId="1025780504" sldId="503"/>
        </pc:sldMkLst>
      </pc:sldChg>
      <pc:sldChg chg="del">
        <pc:chgData name="Jean-Louis SCOTTO-DI-QUAQUERO" userId="5b7c4864-d3b3-4c12-a33e-5ea7a2094109" providerId="ADAL" clId="{C2A4E5CE-3788-493B-94F6-2A0E9BE473C0}" dt="2020-11-27T09:24:00.201" v="3" actId="2696"/>
        <pc:sldMkLst>
          <pc:docMk/>
          <pc:sldMk cId="1383808336" sldId="504"/>
        </pc:sldMkLst>
      </pc:sldChg>
      <pc:sldChg chg="del">
        <pc:chgData name="Jean-Louis SCOTTO-DI-QUAQUERO" userId="5b7c4864-d3b3-4c12-a33e-5ea7a2094109" providerId="ADAL" clId="{C2A4E5CE-3788-493B-94F6-2A0E9BE473C0}" dt="2020-11-27T09:24:00.175" v="0" actId="2696"/>
        <pc:sldMkLst>
          <pc:docMk/>
          <pc:sldMk cId="2338646425" sldId="512"/>
        </pc:sldMkLst>
      </pc:sldChg>
      <pc:sldChg chg="del">
        <pc:chgData name="Jean-Louis SCOTTO-DI-QUAQUERO" userId="5b7c4864-d3b3-4c12-a33e-5ea7a2094109" providerId="ADAL" clId="{C2A4E5CE-3788-493B-94F6-2A0E9BE473C0}" dt="2020-11-27T09:24:00.362" v="15" actId="2696"/>
        <pc:sldMkLst>
          <pc:docMk/>
          <pc:sldMk cId="185249087" sldId="516"/>
        </pc:sldMkLst>
      </pc:sldChg>
      <pc:sldChg chg="del">
        <pc:chgData name="Jean-Louis SCOTTO-DI-QUAQUERO" userId="5b7c4864-d3b3-4c12-a33e-5ea7a2094109" providerId="ADAL" clId="{C2A4E5CE-3788-493B-94F6-2A0E9BE473C0}" dt="2020-11-27T09:24:00.376" v="16" actId="2696"/>
        <pc:sldMkLst>
          <pc:docMk/>
          <pc:sldMk cId="1048736069" sldId="517"/>
        </pc:sldMkLst>
      </pc:sldChg>
      <pc:sldChg chg="del">
        <pc:chgData name="Jean-Louis SCOTTO-DI-QUAQUERO" userId="5b7c4864-d3b3-4c12-a33e-5ea7a2094109" providerId="ADAL" clId="{C2A4E5CE-3788-493B-94F6-2A0E9BE473C0}" dt="2020-11-27T09:24:00.399" v="18" actId="2696"/>
        <pc:sldMkLst>
          <pc:docMk/>
          <pc:sldMk cId="2559486382" sldId="518"/>
        </pc:sldMkLst>
      </pc:sldChg>
      <pc:sldChg chg="del">
        <pc:chgData name="Jean-Louis SCOTTO-DI-QUAQUERO" userId="5b7c4864-d3b3-4c12-a33e-5ea7a2094109" providerId="ADAL" clId="{C2A4E5CE-3788-493B-94F6-2A0E9BE473C0}" dt="2020-11-27T09:24:00.414" v="19" actId="2696"/>
        <pc:sldMkLst>
          <pc:docMk/>
          <pc:sldMk cId="1370644091" sldId="519"/>
        </pc:sldMkLst>
      </pc:sldChg>
      <pc:sldChg chg="del">
        <pc:chgData name="Jean-Louis SCOTTO-DI-QUAQUERO" userId="5b7c4864-d3b3-4c12-a33e-5ea7a2094109" providerId="ADAL" clId="{C2A4E5CE-3788-493B-94F6-2A0E9BE473C0}" dt="2020-11-27T09:24:00.431" v="20" actId="2696"/>
        <pc:sldMkLst>
          <pc:docMk/>
          <pc:sldMk cId="5807085" sldId="521"/>
        </pc:sldMkLst>
      </pc:sldChg>
      <pc:sldChg chg="del">
        <pc:chgData name="Jean-Louis SCOTTO-DI-QUAQUERO" userId="5b7c4864-d3b3-4c12-a33e-5ea7a2094109" providerId="ADAL" clId="{C2A4E5CE-3788-493B-94F6-2A0E9BE473C0}" dt="2020-11-27T09:24:00.841" v="68" actId="2696"/>
        <pc:sldMkLst>
          <pc:docMk/>
          <pc:sldMk cId="2386328224" sldId="522"/>
        </pc:sldMkLst>
      </pc:sldChg>
      <pc:sldChg chg="del">
        <pc:chgData name="Jean-Louis SCOTTO-DI-QUAQUERO" userId="5b7c4864-d3b3-4c12-a33e-5ea7a2094109" providerId="ADAL" clId="{C2A4E5CE-3788-493B-94F6-2A0E9BE473C0}" dt="2020-11-27T09:24:00.847" v="69" actId="2696"/>
        <pc:sldMkLst>
          <pc:docMk/>
          <pc:sldMk cId="3391648461" sldId="523"/>
        </pc:sldMkLst>
      </pc:sldChg>
      <pc:sldChg chg="del">
        <pc:chgData name="Jean-Louis SCOTTO-DI-QUAQUERO" userId="5b7c4864-d3b3-4c12-a33e-5ea7a2094109" providerId="ADAL" clId="{C2A4E5CE-3788-493B-94F6-2A0E9BE473C0}" dt="2020-11-27T09:24:00.851" v="70" actId="2696"/>
        <pc:sldMkLst>
          <pc:docMk/>
          <pc:sldMk cId="18142274" sldId="524"/>
        </pc:sldMkLst>
      </pc:sldChg>
      <pc:sldChg chg="del">
        <pc:chgData name="Jean-Louis SCOTTO-DI-QUAQUERO" userId="5b7c4864-d3b3-4c12-a33e-5ea7a2094109" providerId="ADAL" clId="{C2A4E5CE-3788-493B-94F6-2A0E9BE473C0}" dt="2020-11-27T09:24:00.834" v="67" actId="2696"/>
        <pc:sldMkLst>
          <pc:docMk/>
          <pc:sldMk cId="3792820403" sldId="525"/>
        </pc:sldMkLst>
      </pc:sldChg>
      <pc:sldChg chg="del">
        <pc:chgData name="Jean-Louis SCOTTO-DI-QUAQUERO" userId="5b7c4864-d3b3-4c12-a33e-5ea7a2094109" providerId="ADAL" clId="{C2A4E5CE-3788-493B-94F6-2A0E9BE473C0}" dt="2020-11-27T09:24:00.856" v="71" actId="2696"/>
        <pc:sldMkLst>
          <pc:docMk/>
          <pc:sldMk cId="2569755949" sldId="527"/>
        </pc:sldMkLst>
      </pc:sldChg>
      <pc:sldChg chg="del">
        <pc:chgData name="Jean-Louis SCOTTO-DI-QUAQUERO" userId="5b7c4864-d3b3-4c12-a33e-5ea7a2094109" providerId="ADAL" clId="{C2A4E5CE-3788-493B-94F6-2A0E9BE473C0}" dt="2020-11-27T09:24:00.876" v="72" actId="2696"/>
        <pc:sldMkLst>
          <pc:docMk/>
          <pc:sldMk cId="2095848829" sldId="528"/>
        </pc:sldMkLst>
      </pc:sldChg>
      <pc:sldChg chg="del">
        <pc:chgData name="Jean-Louis SCOTTO-DI-QUAQUERO" userId="5b7c4864-d3b3-4c12-a33e-5ea7a2094109" providerId="ADAL" clId="{C2A4E5CE-3788-493B-94F6-2A0E9BE473C0}" dt="2020-11-27T09:24:00.499" v="27" actId="2696"/>
        <pc:sldMkLst>
          <pc:docMk/>
          <pc:sldMk cId="997832779" sldId="530"/>
        </pc:sldMkLst>
      </pc:sldChg>
      <pc:sldChg chg="del">
        <pc:chgData name="Jean-Louis SCOTTO-DI-QUAQUERO" userId="5b7c4864-d3b3-4c12-a33e-5ea7a2094109" providerId="ADAL" clId="{C2A4E5CE-3788-493B-94F6-2A0E9BE473C0}" dt="2020-11-27T09:24:00.510" v="28" actId="2696"/>
        <pc:sldMkLst>
          <pc:docMk/>
          <pc:sldMk cId="711206993" sldId="531"/>
        </pc:sldMkLst>
      </pc:sldChg>
      <pc:sldChg chg="del">
        <pc:chgData name="Jean-Louis SCOTTO-DI-QUAQUERO" userId="5b7c4864-d3b3-4c12-a33e-5ea7a2094109" providerId="ADAL" clId="{C2A4E5CE-3788-493B-94F6-2A0E9BE473C0}" dt="2020-11-27T09:24:00.346" v="14" actId="2696"/>
        <pc:sldMkLst>
          <pc:docMk/>
          <pc:sldMk cId="3620096711" sldId="532"/>
        </pc:sldMkLst>
      </pc:sldChg>
      <pc:sldChg chg="del">
        <pc:chgData name="Jean-Louis SCOTTO-DI-QUAQUERO" userId="5b7c4864-d3b3-4c12-a33e-5ea7a2094109" providerId="ADAL" clId="{C2A4E5CE-3788-493B-94F6-2A0E9BE473C0}" dt="2020-11-27T09:24:00.793" v="60" actId="2696"/>
        <pc:sldMkLst>
          <pc:docMk/>
          <pc:sldMk cId="2305328957" sldId="535"/>
        </pc:sldMkLst>
      </pc:sldChg>
      <pc:sldChg chg="del">
        <pc:chgData name="Jean-Louis SCOTTO-DI-QUAQUERO" userId="5b7c4864-d3b3-4c12-a33e-5ea7a2094109" providerId="ADAL" clId="{C2A4E5CE-3788-493B-94F6-2A0E9BE473C0}" dt="2020-11-27T09:24:00.825" v="65" actId="2696"/>
        <pc:sldMkLst>
          <pc:docMk/>
          <pc:sldMk cId="55178631" sldId="536"/>
        </pc:sldMkLst>
      </pc:sldChg>
      <pc:sldChg chg="del">
        <pc:chgData name="Jean-Louis SCOTTO-DI-QUAQUERO" userId="5b7c4864-d3b3-4c12-a33e-5ea7a2094109" providerId="ADAL" clId="{C2A4E5CE-3788-493B-94F6-2A0E9BE473C0}" dt="2020-11-27T09:24:00.829" v="66" actId="2696"/>
        <pc:sldMkLst>
          <pc:docMk/>
          <pc:sldMk cId="3598721817" sldId="537"/>
        </pc:sldMkLst>
      </pc:sldChg>
      <pc:sldChg chg="del">
        <pc:chgData name="Jean-Louis SCOTTO-DI-QUAQUERO" userId="5b7c4864-d3b3-4c12-a33e-5ea7a2094109" providerId="ADAL" clId="{C2A4E5CE-3788-493B-94F6-2A0E9BE473C0}" dt="2020-11-27T09:24:00.314" v="12" actId="2696"/>
        <pc:sldMkLst>
          <pc:docMk/>
          <pc:sldMk cId="24699137" sldId="538"/>
        </pc:sldMkLst>
      </pc:sldChg>
      <pc:sldChg chg="del">
        <pc:chgData name="Jean-Louis SCOTTO-DI-QUAQUERO" userId="5b7c4864-d3b3-4c12-a33e-5ea7a2094109" providerId="ADAL" clId="{C2A4E5CE-3788-493B-94F6-2A0E9BE473C0}" dt="2020-11-27T09:24:00.593" v="37" actId="2696"/>
        <pc:sldMkLst>
          <pc:docMk/>
          <pc:sldMk cId="379059108" sldId="539"/>
        </pc:sldMkLst>
      </pc:sldChg>
      <pc:sldChg chg="del">
        <pc:chgData name="Jean-Louis SCOTTO-DI-QUAQUERO" userId="5b7c4864-d3b3-4c12-a33e-5ea7a2094109" providerId="ADAL" clId="{C2A4E5CE-3788-493B-94F6-2A0E9BE473C0}" dt="2020-11-27T09:24:00.537" v="30" actId="2696"/>
        <pc:sldMkLst>
          <pc:docMk/>
          <pc:sldMk cId="430276311" sldId="540"/>
        </pc:sldMkLst>
      </pc:sldChg>
      <pc:sldChg chg="del">
        <pc:chgData name="Jean-Louis SCOTTO-DI-QUAQUERO" userId="5b7c4864-d3b3-4c12-a33e-5ea7a2094109" providerId="ADAL" clId="{C2A4E5CE-3788-493B-94F6-2A0E9BE473C0}" dt="2020-11-27T09:24:00.548" v="31" actId="2696"/>
        <pc:sldMkLst>
          <pc:docMk/>
          <pc:sldMk cId="2133550673" sldId="541"/>
        </pc:sldMkLst>
      </pc:sldChg>
      <pc:sldChg chg="del">
        <pc:chgData name="Jean-Louis SCOTTO-DI-QUAQUERO" userId="5b7c4864-d3b3-4c12-a33e-5ea7a2094109" providerId="ADAL" clId="{C2A4E5CE-3788-493B-94F6-2A0E9BE473C0}" dt="2020-11-27T09:24:00.557" v="32" actId="2696"/>
        <pc:sldMkLst>
          <pc:docMk/>
          <pc:sldMk cId="3367409716" sldId="542"/>
        </pc:sldMkLst>
      </pc:sldChg>
      <pc:sldChg chg="del">
        <pc:chgData name="Jean-Louis SCOTTO-DI-QUAQUERO" userId="5b7c4864-d3b3-4c12-a33e-5ea7a2094109" providerId="ADAL" clId="{C2A4E5CE-3788-493B-94F6-2A0E9BE473C0}" dt="2020-11-27T09:24:00.563" v="33" actId="2696"/>
        <pc:sldMkLst>
          <pc:docMk/>
          <pc:sldMk cId="2795461813" sldId="543"/>
        </pc:sldMkLst>
      </pc:sldChg>
      <pc:sldChg chg="del">
        <pc:chgData name="Jean-Louis SCOTTO-DI-QUAQUERO" userId="5b7c4864-d3b3-4c12-a33e-5ea7a2094109" providerId="ADAL" clId="{C2A4E5CE-3788-493B-94F6-2A0E9BE473C0}" dt="2020-11-27T09:24:00.569" v="34" actId="2696"/>
        <pc:sldMkLst>
          <pc:docMk/>
          <pc:sldMk cId="1053168714" sldId="544"/>
        </pc:sldMkLst>
      </pc:sldChg>
      <pc:sldChg chg="del">
        <pc:chgData name="Jean-Louis SCOTTO-DI-QUAQUERO" userId="5b7c4864-d3b3-4c12-a33e-5ea7a2094109" providerId="ADAL" clId="{C2A4E5CE-3788-493B-94F6-2A0E9BE473C0}" dt="2020-11-27T09:24:00.576" v="35" actId="2696"/>
        <pc:sldMkLst>
          <pc:docMk/>
          <pc:sldMk cId="2540995011" sldId="545"/>
        </pc:sldMkLst>
      </pc:sldChg>
      <pc:sldChg chg="del">
        <pc:chgData name="Jean-Louis SCOTTO-DI-QUAQUERO" userId="5b7c4864-d3b3-4c12-a33e-5ea7a2094109" providerId="ADAL" clId="{C2A4E5CE-3788-493B-94F6-2A0E9BE473C0}" dt="2020-11-27T09:24:00.528" v="29" actId="2696"/>
        <pc:sldMkLst>
          <pc:docMk/>
          <pc:sldMk cId="3206520895" sldId="546"/>
        </pc:sldMkLst>
      </pc:sldChg>
      <pc:sldChg chg="del">
        <pc:chgData name="Jean-Louis SCOTTO-DI-QUAQUERO" userId="5b7c4864-d3b3-4c12-a33e-5ea7a2094109" providerId="ADAL" clId="{C2A4E5CE-3788-493B-94F6-2A0E9BE473C0}" dt="2020-11-27T09:24:00.780" v="59" actId="2696"/>
        <pc:sldMkLst>
          <pc:docMk/>
          <pc:sldMk cId="3754535242" sldId="547"/>
        </pc:sldMkLst>
      </pc:sldChg>
      <pc:sldChg chg="del">
        <pc:chgData name="Jean-Louis SCOTTO-DI-QUAQUERO" userId="5b7c4864-d3b3-4c12-a33e-5ea7a2094109" providerId="ADAL" clId="{C2A4E5CE-3788-493B-94F6-2A0E9BE473C0}" dt="2020-11-27T09:24:00.798" v="61" actId="2696"/>
        <pc:sldMkLst>
          <pc:docMk/>
          <pc:sldMk cId="2673922148" sldId="555"/>
        </pc:sldMkLst>
      </pc:sldChg>
      <pc:sldChg chg="del">
        <pc:chgData name="Jean-Louis SCOTTO-DI-QUAQUERO" userId="5b7c4864-d3b3-4c12-a33e-5ea7a2094109" providerId="ADAL" clId="{C2A4E5CE-3788-493B-94F6-2A0E9BE473C0}" dt="2020-11-27T09:24:00.801" v="62" actId="2696"/>
        <pc:sldMkLst>
          <pc:docMk/>
          <pc:sldMk cId="2094647734" sldId="556"/>
        </pc:sldMkLst>
      </pc:sldChg>
      <pc:sldChg chg="del">
        <pc:chgData name="Jean-Louis SCOTTO-DI-QUAQUERO" userId="5b7c4864-d3b3-4c12-a33e-5ea7a2094109" providerId="ADAL" clId="{C2A4E5CE-3788-493B-94F6-2A0E9BE473C0}" dt="2020-11-27T09:24:00.808" v="63" actId="2696"/>
        <pc:sldMkLst>
          <pc:docMk/>
          <pc:sldMk cId="2516998836" sldId="557"/>
        </pc:sldMkLst>
      </pc:sldChg>
      <pc:sldChg chg="del">
        <pc:chgData name="Jean-Louis SCOTTO-DI-QUAQUERO" userId="5b7c4864-d3b3-4c12-a33e-5ea7a2094109" providerId="ADAL" clId="{C2A4E5CE-3788-493B-94F6-2A0E9BE473C0}" dt="2020-11-27T09:24:00.812" v="64" actId="2696"/>
        <pc:sldMkLst>
          <pc:docMk/>
          <pc:sldMk cId="3479748878" sldId="558"/>
        </pc:sldMkLst>
      </pc:sldChg>
      <pc:sldChg chg="modSp">
        <pc:chgData name="Jean-Louis SCOTTO-DI-QUAQUERO" userId="5b7c4864-d3b3-4c12-a33e-5ea7a2094109" providerId="ADAL" clId="{C2A4E5CE-3788-493B-94F6-2A0E9BE473C0}" dt="2020-11-27T16:50:55.992" v="4684" actId="20577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C2A4E5CE-3788-493B-94F6-2A0E9BE473C0}" dt="2020-11-27T16:50:55.992" v="4684" actId="20577"/>
          <ac:spMkLst>
            <pc:docMk/>
            <pc:sldMk cId="4113719392" sldId="559"/>
            <ac:spMk id="4" creationId="{5E110484-7C01-4617-903A-503AD67ED395}"/>
          </ac:spMkLst>
        </pc:spChg>
        <pc:spChg chg="mod">
          <ac:chgData name="Jean-Louis SCOTTO-DI-QUAQUERO" userId="5b7c4864-d3b3-4c12-a33e-5ea7a2094109" providerId="ADAL" clId="{C2A4E5CE-3788-493B-94F6-2A0E9BE473C0}" dt="2020-11-27T09:35:01.484" v="879" actId="20577"/>
          <ac:spMkLst>
            <pc:docMk/>
            <pc:sldMk cId="4113719392" sldId="559"/>
            <ac:spMk id="5" creationId="{4A0BAB5A-BB55-46E0-9F57-B6937674FD25}"/>
          </ac:spMkLst>
        </pc:spChg>
      </pc:sldChg>
      <pc:sldChg chg="del">
        <pc:chgData name="Jean-Louis SCOTTO-DI-QUAQUERO" userId="5b7c4864-d3b3-4c12-a33e-5ea7a2094109" providerId="ADAL" clId="{C2A4E5CE-3788-493B-94F6-2A0E9BE473C0}" dt="2020-11-27T09:35:26.758" v="881" actId="2696"/>
        <pc:sldMkLst>
          <pc:docMk/>
          <pc:sldMk cId="622109117" sldId="560"/>
        </pc:sldMkLst>
      </pc:sldChg>
      <pc:sldChg chg="addSp delSp modSp add">
        <pc:chgData name="Jean-Louis SCOTTO-DI-QUAQUERO" userId="5b7c4864-d3b3-4c12-a33e-5ea7a2094109" providerId="ADAL" clId="{C2A4E5CE-3788-493B-94F6-2A0E9BE473C0}" dt="2020-11-27T09:39:30.290" v="967" actId="1076"/>
        <pc:sldMkLst>
          <pc:docMk/>
          <pc:sldMk cId="1615940845" sldId="560"/>
        </pc:sldMkLst>
        <pc:spChg chg="mod">
          <ac:chgData name="Jean-Louis SCOTTO-DI-QUAQUERO" userId="5b7c4864-d3b3-4c12-a33e-5ea7a2094109" providerId="ADAL" clId="{C2A4E5CE-3788-493B-94F6-2A0E9BE473C0}" dt="2020-11-27T09:35:43.548" v="884" actId="20577"/>
          <ac:spMkLst>
            <pc:docMk/>
            <pc:sldMk cId="1615940845" sldId="560"/>
            <ac:spMk id="4" creationId="{3106BADF-99BA-4F60-997F-D86FE354C3C2}"/>
          </ac:spMkLst>
        </pc:spChg>
        <pc:spChg chg="mod">
          <ac:chgData name="Jean-Louis SCOTTO-DI-QUAQUERO" userId="5b7c4864-d3b3-4c12-a33e-5ea7a2094109" providerId="ADAL" clId="{C2A4E5CE-3788-493B-94F6-2A0E9BE473C0}" dt="2020-11-27T09:39:26.591" v="966" actId="14100"/>
          <ac:spMkLst>
            <pc:docMk/>
            <pc:sldMk cId="1615940845" sldId="560"/>
            <ac:spMk id="5" creationId="{116613CC-0EAA-4114-8627-D9C9D3CB4DAB}"/>
          </ac:spMkLst>
        </pc:spChg>
        <pc:picChg chg="add del mod">
          <ac:chgData name="Jean-Louis SCOTTO-DI-QUAQUERO" userId="5b7c4864-d3b3-4c12-a33e-5ea7a2094109" providerId="ADAL" clId="{C2A4E5CE-3788-493B-94F6-2A0E9BE473C0}" dt="2020-11-27T09:39:18.558" v="962" actId="478"/>
          <ac:picMkLst>
            <pc:docMk/>
            <pc:sldMk cId="1615940845" sldId="560"/>
            <ac:picMk id="6" creationId="{45E0C350-82D9-4050-980F-622EC930CD68}"/>
          </ac:picMkLst>
        </pc:picChg>
        <pc:picChg chg="add mod">
          <ac:chgData name="Jean-Louis SCOTTO-DI-QUAQUERO" userId="5b7c4864-d3b3-4c12-a33e-5ea7a2094109" providerId="ADAL" clId="{C2A4E5CE-3788-493B-94F6-2A0E9BE473C0}" dt="2020-11-27T09:39:30.290" v="967" actId="1076"/>
          <ac:picMkLst>
            <pc:docMk/>
            <pc:sldMk cId="1615940845" sldId="560"/>
            <ac:picMk id="7" creationId="{BF348325-6F83-458C-9D78-DCFC6C5C3FC6}"/>
          </ac:picMkLst>
        </pc:picChg>
      </pc:sldChg>
      <pc:sldChg chg="modSp add del">
        <pc:chgData name="Jean-Louis SCOTTO-DI-QUAQUERO" userId="5b7c4864-d3b3-4c12-a33e-5ea7a2094109" providerId="ADAL" clId="{C2A4E5CE-3788-493B-94F6-2A0E9BE473C0}" dt="2020-11-27T16:50:40.584" v="4683" actId="2696"/>
        <pc:sldMkLst>
          <pc:docMk/>
          <pc:sldMk cId="1808685495" sldId="561"/>
        </pc:sldMkLst>
        <pc:spChg chg="mod">
          <ac:chgData name="Jean-Louis SCOTTO-DI-QUAQUERO" userId="5b7c4864-d3b3-4c12-a33e-5ea7a2094109" providerId="ADAL" clId="{C2A4E5CE-3788-493B-94F6-2A0E9BE473C0}" dt="2020-11-27T09:36:37.068" v="952" actId="20577"/>
          <ac:spMkLst>
            <pc:docMk/>
            <pc:sldMk cId="1808685495" sldId="561"/>
            <ac:spMk id="4" creationId="{6A4E6A2D-83A5-4F9B-BE9B-C7E14CDFEB62}"/>
          </ac:spMkLst>
        </pc:spChg>
      </pc:sldChg>
      <pc:sldChg chg="del">
        <pc:chgData name="Jean-Louis SCOTTO-DI-QUAQUERO" userId="5b7c4864-d3b3-4c12-a33e-5ea7a2094109" providerId="ADAL" clId="{C2A4E5CE-3788-493B-94F6-2A0E9BE473C0}" dt="2020-11-27T09:35:24.786" v="880" actId="2696"/>
        <pc:sldMkLst>
          <pc:docMk/>
          <pc:sldMk cId="2407603796" sldId="561"/>
        </pc:sldMkLst>
      </pc:sldChg>
      <pc:sldChg chg="addSp delSp modSp add">
        <pc:chgData name="Jean-Louis SCOTTO-DI-QUAQUERO" userId="5b7c4864-d3b3-4c12-a33e-5ea7a2094109" providerId="ADAL" clId="{C2A4E5CE-3788-493B-94F6-2A0E9BE473C0}" dt="2020-11-27T09:43:33.088" v="1230" actId="403"/>
        <pc:sldMkLst>
          <pc:docMk/>
          <pc:sldMk cId="1146536266" sldId="562"/>
        </pc:sldMkLst>
        <pc:spChg chg="mod">
          <ac:chgData name="Jean-Louis SCOTTO-DI-QUAQUERO" userId="5b7c4864-d3b3-4c12-a33e-5ea7a2094109" providerId="ADAL" clId="{C2A4E5CE-3788-493B-94F6-2A0E9BE473C0}" dt="2020-11-27T09:40:17.040" v="970" actId="20577"/>
          <ac:spMkLst>
            <pc:docMk/>
            <pc:sldMk cId="1146536266" sldId="562"/>
            <ac:spMk id="4" creationId="{F247BC29-F354-42EF-8D7E-6CD4EAC4DC26}"/>
          </ac:spMkLst>
        </pc:spChg>
        <pc:spChg chg="add del mod">
          <ac:chgData name="Jean-Louis SCOTTO-DI-QUAQUERO" userId="5b7c4864-d3b3-4c12-a33e-5ea7a2094109" providerId="ADAL" clId="{C2A4E5CE-3788-493B-94F6-2A0E9BE473C0}" dt="2020-11-27T09:43:33.088" v="1230" actId="403"/>
          <ac:spMkLst>
            <pc:docMk/>
            <pc:sldMk cId="1146536266" sldId="562"/>
            <ac:spMk id="5" creationId="{D03D3EA3-3044-40D6-B2FC-61EDC0BF3921}"/>
          </ac:spMkLst>
        </pc:spChg>
        <pc:spChg chg="add mod">
          <ac:chgData name="Jean-Louis SCOTTO-DI-QUAQUERO" userId="5b7c4864-d3b3-4c12-a33e-5ea7a2094109" providerId="ADAL" clId="{C2A4E5CE-3788-493B-94F6-2A0E9BE473C0}" dt="2020-11-27T09:40:42.553" v="976" actId="164"/>
          <ac:spMkLst>
            <pc:docMk/>
            <pc:sldMk cId="1146536266" sldId="562"/>
            <ac:spMk id="8" creationId="{D3509706-99D0-46B7-A1C2-04DE185E24C1}"/>
          </ac:spMkLst>
        </pc:spChg>
        <pc:spChg chg="add mod">
          <ac:chgData name="Jean-Louis SCOTTO-DI-QUAQUERO" userId="5b7c4864-d3b3-4c12-a33e-5ea7a2094109" providerId="ADAL" clId="{C2A4E5CE-3788-493B-94F6-2A0E9BE473C0}" dt="2020-11-27T09:40:42.553" v="976" actId="164"/>
          <ac:spMkLst>
            <pc:docMk/>
            <pc:sldMk cId="1146536266" sldId="562"/>
            <ac:spMk id="9" creationId="{1911143C-D8AB-455D-BCFE-E6B7C126EBBD}"/>
          </ac:spMkLst>
        </pc:spChg>
        <pc:spChg chg="add mod">
          <ac:chgData name="Jean-Louis SCOTTO-DI-QUAQUERO" userId="5b7c4864-d3b3-4c12-a33e-5ea7a2094109" providerId="ADAL" clId="{C2A4E5CE-3788-493B-94F6-2A0E9BE473C0}" dt="2020-11-27T09:40:42.553" v="976" actId="164"/>
          <ac:spMkLst>
            <pc:docMk/>
            <pc:sldMk cId="1146536266" sldId="562"/>
            <ac:spMk id="10" creationId="{871C5E99-A153-4EEA-BB19-186F157D7E77}"/>
          </ac:spMkLst>
        </pc:spChg>
        <pc:spChg chg="add mod">
          <ac:chgData name="Jean-Louis SCOTTO-DI-QUAQUERO" userId="5b7c4864-d3b3-4c12-a33e-5ea7a2094109" providerId="ADAL" clId="{C2A4E5CE-3788-493B-94F6-2A0E9BE473C0}" dt="2020-11-27T09:40:42.553" v="976" actId="164"/>
          <ac:spMkLst>
            <pc:docMk/>
            <pc:sldMk cId="1146536266" sldId="562"/>
            <ac:spMk id="11" creationId="{343821D9-68AC-423E-AA62-137F91C4FEEF}"/>
          </ac:spMkLst>
        </pc:spChg>
        <pc:grpChg chg="add mod">
          <ac:chgData name="Jean-Louis SCOTTO-DI-QUAQUERO" userId="5b7c4864-d3b3-4c12-a33e-5ea7a2094109" providerId="ADAL" clId="{C2A4E5CE-3788-493B-94F6-2A0E9BE473C0}" dt="2020-11-27T09:42:36.306" v="1212" actId="1035"/>
          <ac:grpSpMkLst>
            <pc:docMk/>
            <pc:sldMk cId="1146536266" sldId="562"/>
            <ac:grpSpMk id="12" creationId="{C5752E99-686D-4341-8769-D87FC7CB842C}"/>
          </ac:grpSpMkLst>
        </pc:grpChg>
        <pc:picChg chg="add del">
          <ac:chgData name="Jean-Louis SCOTTO-DI-QUAQUERO" userId="5b7c4864-d3b3-4c12-a33e-5ea7a2094109" providerId="ADAL" clId="{C2A4E5CE-3788-493B-94F6-2A0E9BE473C0}" dt="2020-11-27T09:40:31.475" v="974"/>
          <ac:picMkLst>
            <pc:docMk/>
            <pc:sldMk cId="1146536266" sldId="562"/>
            <ac:picMk id="6" creationId="{4658E4CF-AC76-4DBF-99CC-35C257352560}"/>
          </ac:picMkLst>
        </pc:picChg>
        <pc:picChg chg="add mod">
          <ac:chgData name="Jean-Louis SCOTTO-DI-QUAQUERO" userId="5b7c4864-d3b3-4c12-a33e-5ea7a2094109" providerId="ADAL" clId="{C2A4E5CE-3788-493B-94F6-2A0E9BE473C0}" dt="2020-11-27T09:40:42.553" v="976" actId="164"/>
          <ac:picMkLst>
            <pc:docMk/>
            <pc:sldMk cId="1146536266" sldId="562"/>
            <ac:picMk id="7" creationId="{A3AA43AB-17E6-4350-902E-FB4F6117D97B}"/>
          </ac:picMkLst>
        </pc:picChg>
      </pc:sldChg>
      <pc:sldChg chg="del">
        <pc:chgData name="Jean-Louis SCOTTO-DI-QUAQUERO" userId="5b7c4864-d3b3-4c12-a33e-5ea7a2094109" providerId="ADAL" clId="{C2A4E5CE-3788-493B-94F6-2A0E9BE473C0}" dt="2020-11-27T09:24:00.184" v="1" actId="2696"/>
        <pc:sldMkLst>
          <pc:docMk/>
          <pc:sldMk cId="4070197302" sldId="562"/>
        </pc:sldMkLst>
      </pc:sldChg>
      <pc:sldChg chg="del">
        <pc:chgData name="Jean-Louis SCOTTO-DI-QUAQUERO" userId="5b7c4864-d3b3-4c12-a33e-5ea7a2094109" providerId="ADAL" clId="{C2A4E5CE-3788-493B-94F6-2A0E9BE473C0}" dt="2020-11-27T09:24:00.236" v="6" actId="2696"/>
        <pc:sldMkLst>
          <pc:docMk/>
          <pc:sldMk cId="1586844024" sldId="563"/>
        </pc:sldMkLst>
      </pc:sldChg>
      <pc:sldChg chg="addSp delSp modSp add">
        <pc:chgData name="Jean-Louis SCOTTO-DI-QUAQUERO" userId="5b7c4864-d3b3-4c12-a33e-5ea7a2094109" providerId="ADAL" clId="{C2A4E5CE-3788-493B-94F6-2A0E9BE473C0}" dt="2020-11-27T09:44:22.197" v="1234"/>
        <pc:sldMkLst>
          <pc:docMk/>
          <pc:sldMk cId="2143436711" sldId="563"/>
        </pc:sldMkLst>
        <pc:spChg chg="mod">
          <ac:chgData name="Jean-Louis SCOTTO-DI-QUAQUERO" userId="5b7c4864-d3b3-4c12-a33e-5ea7a2094109" providerId="ADAL" clId="{C2A4E5CE-3788-493B-94F6-2A0E9BE473C0}" dt="2020-11-27T09:44:10.924" v="1232"/>
          <ac:spMkLst>
            <pc:docMk/>
            <pc:sldMk cId="2143436711" sldId="563"/>
            <ac:spMk id="4" creationId="{90A3A635-1850-40AC-AA78-CB3F684F318B}"/>
          </ac:spMkLst>
        </pc:spChg>
        <pc:spChg chg="del">
          <ac:chgData name="Jean-Louis SCOTTO-DI-QUAQUERO" userId="5b7c4864-d3b3-4c12-a33e-5ea7a2094109" providerId="ADAL" clId="{C2A4E5CE-3788-493B-94F6-2A0E9BE473C0}" dt="2020-11-27T09:44:21.684" v="1233" actId="478"/>
          <ac:spMkLst>
            <pc:docMk/>
            <pc:sldMk cId="2143436711" sldId="563"/>
            <ac:spMk id="5" creationId="{8494ABF2-63F7-4AAA-A0C3-D871E5CA00FB}"/>
          </ac:spMkLst>
        </pc:spChg>
        <pc:spChg chg="add">
          <ac:chgData name="Jean-Louis SCOTTO-DI-QUAQUERO" userId="5b7c4864-d3b3-4c12-a33e-5ea7a2094109" providerId="ADAL" clId="{C2A4E5CE-3788-493B-94F6-2A0E9BE473C0}" dt="2020-11-27T09:44:22.197" v="1234"/>
          <ac:spMkLst>
            <pc:docMk/>
            <pc:sldMk cId="2143436711" sldId="563"/>
            <ac:spMk id="7" creationId="{423042CA-4FCC-439E-8DDB-3D4FD5E6C0DF}"/>
          </ac:spMkLst>
        </pc:spChg>
        <pc:spChg chg="add">
          <ac:chgData name="Jean-Louis SCOTTO-DI-QUAQUERO" userId="5b7c4864-d3b3-4c12-a33e-5ea7a2094109" providerId="ADAL" clId="{C2A4E5CE-3788-493B-94F6-2A0E9BE473C0}" dt="2020-11-27T09:44:22.197" v="1234"/>
          <ac:spMkLst>
            <pc:docMk/>
            <pc:sldMk cId="2143436711" sldId="563"/>
            <ac:spMk id="9" creationId="{D50232DE-9350-4F19-AAAA-06C3512CB2AD}"/>
          </ac:spMkLst>
        </pc:spChg>
        <pc:picChg chg="add">
          <ac:chgData name="Jean-Louis SCOTTO-DI-QUAQUERO" userId="5b7c4864-d3b3-4c12-a33e-5ea7a2094109" providerId="ADAL" clId="{C2A4E5CE-3788-493B-94F6-2A0E9BE473C0}" dt="2020-11-27T09:44:22.197" v="1234"/>
          <ac:picMkLst>
            <pc:docMk/>
            <pc:sldMk cId="2143436711" sldId="563"/>
            <ac:picMk id="6" creationId="{5C09D076-BA62-48FA-8C2C-084CF4F8E3DE}"/>
          </ac:picMkLst>
        </pc:picChg>
        <pc:picChg chg="add">
          <ac:chgData name="Jean-Louis SCOTTO-DI-QUAQUERO" userId="5b7c4864-d3b3-4c12-a33e-5ea7a2094109" providerId="ADAL" clId="{C2A4E5CE-3788-493B-94F6-2A0E9BE473C0}" dt="2020-11-27T09:44:22.197" v="1234"/>
          <ac:picMkLst>
            <pc:docMk/>
            <pc:sldMk cId="2143436711" sldId="563"/>
            <ac:picMk id="8" creationId="{554E6386-C75C-41B5-8828-A0C0C37B9BE6}"/>
          </ac:picMkLst>
        </pc:picChg>
        <pc:picChg chg="add">
          <ac:chgData name="Jean-Louis SCOTTO-DI-QUAQUERO" userId="5b7c4864-d3b3-4c12-a33e-5ea7a2094109" providerId="ADAL" clId="{C2A4E5CE-3788-493B-94F6-2A0E9BE473C0}" dt="2020-11-27T09:44:22.197" v="1234"/>
          <ac:picMkLst>
            <pc:docMk/>
            <pc:sldMk cId="2143436711" sldId="563"/>
            <ac:picMk id="10" creationId="{E9B57587-4330-416C-97C1-A4BCBAB75B58}"/>
          </ac:picMkLst>
        </pc:picChg>
      </pc:sldChg>
      <pc:sldChg chg="del">
        <pc:chgData name="Jean-Louis SCOTTO-DI-QUAQUERO" userId="5b7c4864-d3b3-4c12-a33e-5ea7a2094109" providerId="ADAL" clId="{C2A4E5CE-3788-493B-94F6-2A0E9BE473C0}" dt="2020-11-27T09:24:00.249" v="7" actId="2696"/>
        <pc:sldMkLst>
          <pc:docMk/>
          <pc:sldMk cId="718485828" sldId="564"/>
        </pc:sldMkLst>
      </pc:sldChg>
      <pc:sldChg chg="addSp delSp modSp add">
        <pc:chgData name="Jean-Louis SCOTTO-DI-QUAQUERO" userId="5b7c4864-d3b3-4c12-a33e-5ea7a2094109" providerId="ADAL" clId="{C2A4E5CE-3788-493B-94F6-2A0E9BE473C0}" dt="2020-11-27T09:50:25.829" v="1248"/>
        <pc:sldMkLst>
          <pc:docMk/>
          <pc:sldMk cId="1809533977" sldId="564"/>
        </pc:sldMkLst>
        <pc:spChg chg="mod">
          <ac:chgData name="Jean-Louis SCOTTO-DI-QUAQUERO" userId="5b7c4864-d3b3-4c12-a33e-5ea7a2094109" providerId="ADAL" clId="{C2A4E5CE-3788-493B-94F6-2A0E9BE473C0}" dt="2020-11-27T09:50:20.225" v="1246" actId="20577"/>
          <ac:spMkLst>
            <pc:docMk/>
            <pc:sldMk cId="1809533977" sldId="564"/>
            <ac:spMk id="4" creationId="{E3D21075-FA1F-4532-8DAC-51A0B0C18C94}"/>
          </ac:spMkLst>
        </pc:spChg>
        <pc:spChg chg="del">
          <ac:chgData name="Jean-Louis SCOTTO-DI-QUAQUERO" userId="5b7c4864-d3b3-4c12-a33e-5ea7a2094109" providerId="ADAL" clId="{C2A4E5CE-3788-493B-94F6-2A0E9BE473C0}" dt="2020-11-27T09:50:25.493" v="1247" actId="478"/>
          <ac:spMkLst>
            <pc:docMk/>
            <pc:sldMk cId="1809533977" sldId="564"/>
            <ac:spMk id="5" creationId="{2FACC53D-B0DD-4353-9F2E-07B9E42BD690}"/>
          </ac:spMkLst>
        </pc:spChg>
        <pc:picChg chg="add">
          <ac:chgData name="Jean-Louis SCOTTO-DI-QUAQUERO" userId="5b7c4864-d3b3-4c12-a33e-5ea7a2094109" providerId="ADAL" clId="{C2A4E5CE-3788-493B-94F6-2A0E9BE473C0}" dt="2020-11-27T09:50:25.829" v="1248"/>
          <ac:picMkLst>
            <pc:docMk/>
            <pc:sldMk cId="1809533977" sldId="564"/>
            <ac:picMk id="6" creationId="{2D5E252B-7E65-4A4F-A8BF-350F9D33C7AB}"/>
          </ac:picMkLst>
        </pc:picChg>
      </pc:sldChg>
      <pc:sldChg chg="addSp modSp add">
        <pc:chgData name="Jean-Louis SCOTTO-DI-QUAQUERO" userId="5b7c4864-d3b3-4c12-a33e-5ea7a2094109" providerId="ADAL" clId="{C2A4E5CE-3788-493B-94F6-2A0E9BE473C0}" dt="2020-11-27T09:53:47.310" v="1581" actId="1035"/>
        <pc:sldMkLst>
          <pc:docMk/>
          <pc:sldMk cId="374357008" sldId="565"/>
        </pc:sldMkLst>
        <pc:spChg chg="mod">
          <ac:chgData name="Jean-Louis SCOTTO-DI-QUAQUERO" userId="5b7c4864-d3b3-4c12-a33e-5ea7a2094109" providerId="ADAL" clId="{C2A4E5CE-3788-493B-94F6-2A0E9BE473C0}" dt="2020-11-27T09:50:56.899" v="1250" actId="20577"/>
          <ac:spMkLst>
            <pc:docMk/>
            <pc:sldMk cId="374357008" sldId="565"/>
            <ac:spMk id="4" creationId="{E3D21075-FA1F-4532-8DAC-51A0B0C18C94}"/>
          </ac:spMkLst>
        </pc:spChg>
        <pc:spChg chg="mod">
          <ac:chgData name="Jean-Louis SCOTTO-DI-QUAQUERO" userId="5b7c4864-d3b3-4c12-a33e-5ea7a2094109" providerId="ADAL" clId="{C2A4E5CE-3788-493B-94F6-2A0E9BE473C0}" dt="2020-11-27T09:53:40.698" v="1577" actId="20577"/>
          <ac:spMkLst>
            <pc:docMk/>
            <pc:sldMk cId="374357008" sldId="565"/>
            <ac:spMk id="5" creationId="{2FACC53D-B0DD-4353-9F2E-07B9E42BD690}"/>
          </ac:spMkLst>
        </pc:spChg>
        <pc:picChg chg="add mod">
          <ac:chgData name="Jean-Louis SCOTTO-DI-QUAQUERO" userId="5b7c4864-d3b3-4c12-a33e-5ea7a2094109" providerId="ADAL" clId="{C2A4E5CE-3788-493B-94F6-2A0E9BE473C0}" dt="2020-11-27T09:53:47.310" v="1581" actId="1035"/>
          <ac:picMkLst>
            <pc:docMk/>
            <pc:sldMk cId="374357008" sldId="565"/>
            <ac:picMk id="6" creationId="{61E0ACFB-25C9-436B-9223-ABE58898D5F8}"/>
          </ac:picMkLst>
        </pc:picChg>
      </pc:sldChg>
      <pc:sldChg chg="del">
        <pc:chgData name="Jean-Louis SCOTTO-DI-QUAQUERO" userId="5b7c4864-d3b3-4c12-a33e-5ea7a2094109" providerId="ADAL" clId="{C2A4E5CE-3788-493B-94F6-2A0E9BE473C0}" dt="2020-11-27T09:24:00.262" v="8" actId="2696"/>
        <pc:sldMkLst>
          <pc:docMk/>
          <pc:sldMk cId="4167725259" sldId="565"/>
        </pc:sldMkLst>
      </pc:sldChg>
      <pc:sldChg chg="del">
        <pc:chgData name="Jean-Louis SCOTTO-DI-QUAQUERO" userId="5b7c4864-d3b3-4c12-a33e-5ea7a2094109" providerId="ADAL" clId="{C2A4E5CE-3788-493B-94F6-2A0E9BE473C0}" dt="2020-11-27T09:24:00.277" v="9" actId="2696"/>
        <pc:sldMkLst>
          <pc:docMk/>
          <pc:sldMk cId="179781536" sldId="566"/>
        </pc:sldMkLst>
      </pc:sldChg>
      <pc:sldChg chg="addSp delSp modSp add">
        <pc:chgData name="Jean-Louis SCOTTO-DI-QUAQUERO" userId="5b7c4864-d3b3-4c12-a33e-5ea7a2094109" providerId="ADAL" clId="{C2A4E5CE-3788-493B-94F6-2A0E9BE473C0}" dt="2020-11-27T09:54:11.891" v="1585"/>
        <pc:sldMkLst>
          <pc:docMk/>
          <pc:sldMk cId="3847460751" sldId="566"/>
        </pc:sldMkLst>
        <pc:spChg chg="mod">
          <ac:chgData name="Jean-Louis SCOTTO-DI-QUAQUERO" userId="5b7c4864-d3b3-4c12-a33e-5ea7a2094109" providerId="ADAL" clId="{C2A4E5CE-3788-493B-94F6-2A0E9BE473C0}" dt="2020-11-27T09:54:05.068" v="1583" actId="20577"/>
          <ac:spMkLst>
            <pc:docMk/>
            <pc:sldMk cId="3847460751" sldId="566"/>
            <ac:spMk id="4" creationId="{E3D21075-FA1F-4532-8DAC-51A0B0C18C94}"/>
          </ac:spMkLst>
        </pc:spChg>
        <pc:spChg chg="del">
          <ac:chgData name="Jean-Louis SCOTTO-DI-QUAQUERO" userId="5b7c4864-d3b3-4c12-a33e-5ea7a2094109" providerId="ADAL" clId="{C2A4E5CE-3788-493B-94F6-2A0E9BE473C0}" dt="2020-11-27T09:54:11.536" v="1584" actId="478"/>
          <ac:spMkLst>
            <pc:docMk/>
            <pc:sldMk cId="3847460751" sldId="566"/>
            <ac:spMk id="5" creationId="{2FACC53D-B0DD-4353-9F2E-07B9E42BD690}"/>
          </ac:spMkLst>
        </pc:spChg>
        <pc:picChg chg="add">
          <ac:chgData name="Jean-Louis SCOTTO-DI-QUAQUERO" userId="5b7c4864-d3b3-4c12-a33e-5ea7a2094109" providerId="ADAL" clId="{C2A4E5CE-3788-493B-94F6-2A0E9BE473C0}" dt="2020-11-27T09:54:11.891" v="1585"/>
          <ac:picMkLst>
            <pc:docMk/>
            <pc:sldMk cId="3847460751" sldId="566"/>
            <ac:picMk id="6" creationId="{11F4685F-409F-4A44-85E7-0FE2F11B8508}"/>
          </ac:picMkLst>
        </pc:picChg>
      </pc:sldChg>
      <pc:sldChg chg="modSp add">
        <pc:chgData name="Jean-Louis SCOTTO-DI-QUAQUERO" userId="5b7c4864-d3b3-4c12-a33e-5ea7a2094109" providerId="ADAL" clId="{C2A4E5CE-3788-493B-94F6-2A0E9BE473C0}" dt="2020-11-27T09:55:34.761" v="1608" actId="403"/>
        <pc:sldMkLst>
          <pc:docMk/>
          <pc:sldMk cId="995492284" sldId="567"/>
        </pc:sldMkLst>
        <pc:spChg chg="mod">
          <ac:chgData name="Jean-Louis SCOTTO-DI-QUAQUERO" userId="5b7c4864-d3b3-4c12-a33e-5ea7a2094109" providerId="ADAL" clId="{C2A4E5CE-3788-493B-94F6-2A0E9BE473C0}" dt="2020-11-27T09:54:27.063" v="1587" actId="20577"/>
          <ac:spMkLst>
            <pc:docMk/>
            <pc:sldMk cId="995492284" sldId="567"/>
            <ac:spMk id="4" creationId="{E3D21075-FA1F-4532-8DAC-51A0B0C18C94}"/>
          </ac:spMkLst>
        </pc:spChg>
        <pc:spChg chg="mod">
          <ac:chgData name="Jean-Louis SCOTTO-DI-QUAQUERO" userId="5b7c4864-d3b3-4c12-a33e-5ea7a2094109" providerId="ADAL" clId="{C2A4E5CE-3788-493B-94F6-2A0E9BE473C0}" dt="2020-11-27T09:55:34.761" v="1608" actId="403"/>
          <ac:spMkLst>
            <pc:docMk/>
            <pc:sldMk cId="995492284" sldId="567"/>
            <ac:spMk id="5" creationId="{2FACC53D-B0DD-4353-9F2E-07B9E42BD690}"/>
          </ac:spMkLst>
        </pc:spChg>
      </pc:sldChg>
      <pc:sldChg chg="del">
        <pc:chgData name="Jean-Louis SCOTTO-DI-QUAQUERO" userId="5b7c4864-d3b3-4c12-a33e-5ea7a2094109" providerId="ADAL" clId="{C2A4E5CE-3788-493B-94F6-2A0E9BE473C0}" dt="2020-11-27T09:24:00.284" v="10" actId="2696"/>
        <pc:sldMkLst>
          <pc:docMk/>
          <pc:sldMk cId="1356263809" sldId="567"/>
        </pc:sldMkLst>
      </pc:sldChg>
      <pc:sldChg chg="addSp delSp modSp add ord">
        <pc:chgData name="Jean-Louis SCOTTO-DI-QUAQUERO" userId="5b7c4864-d3b3-4c12-a33e-5ea7a2094109" providerId="ADAL" clId="{C2A4E5CE-3788-493B-94F6-2A0E9BE473C0}" dt="2020-11-27T09:48:46.404" v="1244"/>
        <pc:sldMkLst>
          <pc:docMk/>
          <pc:sldMk cId="924864192" sldId="568"/>
        </pc:sldMkLst>
        <pc:spChg chg="mod">
          <ac:chgData name="Jean-Louis SCOTTO-DI-QUAQUERO" userId="5b7c4864-d3b3-4c12-a33e-5ea7a2094109" providerId="ADAL" clId="{C2A4E5CE-3788-493B-94F6-2A0E9BE473C0}" dt="2020-11-27T09:45:42.698" v="1241" actId="20577"/>
          <ac:spMkLst>
            <pc:docMk/>
            <pc:sldMk cId="924864192" sldId="568"/>
            <ac:spMk id="4" creationId="{E3D21075-FA1F-4532-8DAC-51A0B0C18C94}"/>
          </ac:spMkLst>
        </pc:spChg>
        <pc:spChg chg="del">
          <ac:chgData name="Jean-Louis SCOTTO-DI-QUAQUERO" userId="5b7c4864-d3b3-4c12-a33e-5ea7a2094109" providerId="ADAL" clId="{C2A4E5CE-3788-493B-94F6-2A0E9BE473C0}" dt="2020-11-27T09:45:59.625" v="1242" actId="478"/>
          <ac:spMkLst>
            <pc:docMk/>
            <pc:sldMk cId="924864192" sldId="568"/>
            <ac:spMk id="5" creationId="{2FACC53D-B0DD-4353-9F2E-07B9E42BD690}"/>
          </ac:spMkLst>
        </pc:spChg>
        <pc:spChg chg="add">
          <ac:chgData name="Jean-Louis SCOTTO-DI-QUAQUERO" userId="5b7c4864-d3b3-4c12-a33e-5ea7a2094109" providerId="ADAL" clId="{C2A4E5CE-3788-493B-94F6-2A0E9BE473C0}" dt="2020-11-27T09:46:00.149" v="1243"/>
          <ac:spMkLst>
            <pc:docMk/>
            <pc:sldMk cId="924864192" sldId="568"/>
            <ac:spMk id="6" creationId="{E9DC0F6B-1358-4AFA-972E-F19FD62548C3}"/>
          </ac:spMkLst>
        </pc:spChg>
        <pc:spChg chg="add">
          <ac:chgData name="Jean-Louis SCOTTO-DI-QUAQUERO" userId="5b7c4864-d3b3-4c12-a33e-5ea7a2094109" providerId="ADAL" clId="{C2A4E5CE-3788-493B-94F6-2A0E9BE473C0}" dt="2020-11-27T09:46:00.149" v="1243"/>
          <ac:spMkLst>
            <pc:docMk/>
            <pc:sldMk cId="924864192" sldId="568"/>
            <ac:spMk id="8" creationId="{E31B43C0-ABB8-4FE0-A8A5-14BCCF04E0BA}"/>
          </ac:spMkLst>
        </pc:spChg>
        <pc:picChg chg="add">
          <ac:chgData name="Jean-Louis SCOTTO-DI-QUAQUERO" userId="5b7c4864-d3b3-4c12-a33e-5ea7a2094109" providerId="ADAL" clId="{C2A4E5CE-3788-493B-94F6-2A0E9BE473C0}" dt="2020-11-27T09:46:00.149" v="1243"/>
          <ac:picMkLst>
            <pc:docMk/>
            <pc:sldMk cId="924864192" sldId="568"/>
            <ac:picMk id="7" creationId="{E4ED6AD0-587E-4EF9-A0AF-C05656EE6FF0}"/>
          </ac:picMkLst>
        </pc:picChg>
        <pc:picChg chg="add">
          <ac:chgData name="Jean-Louis SCOTTO-DI-QUAQUERO" userId="5b7c4864-d3b3-4c12-a33e-5ea7a2094109" providerId="ADAL" clId="{C2A4E5CE-3788-493B-94F6-2A0E9BE473C0}" dt="2020-11-27T09:46:00.149" v="1243"/>
          <ac:picMkLst>
            <pc:docMk/>
            <pc:sldMk cId="924864192" sldId="568"/>
            <ac:picMk id="9" creationId="{06F78BC5-8ECE-40C0-87A4-BC57CD786EC7}"/>
          </ac:picMkLst>
        </pc:picChg>
        <pc:picChg chg="add">
          <ac:chgData name="Jean-Louis SCOTTO-DI-QUAQUERO" userId="5b7c4864-d3b3-4c12-a33e-5ea7a2094109" providerId="ADAL" clId="{C2A4E5CE-3788-493B-94F6-2A0E9BE473C0}" dt="2020-11-27T09:46:00.149" v="1243"/>
          <ac:picMkLst>
            <pc:docMk/>
            <pc:sldMk cId="924864192" sldId="568"/>
            <ac:picMk id="10" creationId="{C3D4BBCA-078A-48A5-9F25-2EBA89242800}"/>
          </ac:picMkLst>
        </pc:picChg>
      </pc:sldChg>
      <pc:sldChg chg="del">
        <pc:chgData name="Jean-Louis SCOTTO-DI-QUAQUERO" userId="5b7c4864-d3b3-4c12-a33e-5ea7a2094109" providerId="ADAL" clId="{C2A4E5CE-3788-493B-94F6-2A0E9BE473C0}" dt="2020-11-27T09:24:00.444" v="21" actId="2696"/>
        <pc:sldMkLst>
          <pc:docMk/>
          <pc:sldMk cId="2422021966" sldId="568"/>
        </pc:sldMkLst>
      </pc:sldChg>
      <pc:sldChg chg="del">
        <pc:chgData name="Jean-Louis SCOTTO-DI-QUAQUERO" userId="5b7c4864-d3b3-4c12-a33e-5ea7a2094109" providerId="ADAL" clId="{C2A4E5CE-3788-493B-94F6-2A0E9BE473C0}" dt="2020-11-27T09:24:00.194" v="2" actId="2696"/>
        <pc:sldMkLst>
          <pc:docMk/>
          <pc:sldMk cId="97312507" sldId="569"/>
        </pc:sldMkLst>
      </pc:sldChg>
      <pc:sldChg chg="addSp delSp modSp add">
        <pc:chgData name="Jean-Louis SCOTTO-DI-QUAQUERO" userId="5b7c4864-d3b3-4c12-a33e-5ea7a2094109" providerId="ADAL" clId="{C2A4E5CE-3788-493B-94F6-2A0E9BE473C0}" dt="2020-11-27T09:56:25.831" v="1613"/>
        <pc:sldMkLst>
          <pc:docMk/>
          <pc:sldMk cId="3286494691" sldId="569"/>
        </pc:sldMkLst>
        <pc:spChg chg="mod">
          <ac:chgData name="Jean-Louis SCOTTO-DI-QUAQUERO" userId="5b7c4864-d3b3-4c12-a33e-5ea7a2094109" providerId="ADAL" clId="{C2A4E5CE-3788-493B-94F6-2A0E9BE473C0}" dt="2020-11-27T09:56:15.176" v="1611" actId="20577"/>
          <ac:spMkLst>
            <pc:docMk/>
            <pc:sldMk cId="3286494691" sldId="569"/>
            <ac:spMk id="4" creationId="{3DB2C129-71F4-4AD3-9C1B-F735686C0545}"/>
          </ac:spMkLst>
        </pc:spChg>
        <pc:spChg chg="del">
          <ac:chgData name="Jean-Louis SCOTTO-DI-QUAQUERO" userId="5b7c4864-d3b3-4c12-a33e-5ea7a2094109" providerId="ADAL" clId="{C2A4E5CE-3788-493B-94F6-2A0E9BE473C0}" dt="2020-11-27T09:56:25.430" v="1612" actId="478"/>
          <ac:spMkLst>
            <pc:docMk/>
            <pc:sldMk cId="3286494691" sldId="569"/>
            <ac:spMk id="5" creationId="{DA34572D-A61D-44F3-896E-20E242E3B5AE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7" creationId="{F263AFBD-9A2C-412B-BCD1-E72B9A82B388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8" creationId="{E9C933B6-0659-4864-93AB-CA582E11FCA1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9" creationId="{F6C0A23C-1DE7-4701-92EE-1ED65D81502C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0" creationId="{5D06FA4A-11FD-445B-BC47-236A7A6D2C93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1" creationId="{0CAB1028-E6FD-4400-8C0D-52A9B9E888C3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2" creationId="{196635A9-004D-4B04-8089-F0B26118F43F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3" creationId="{644ABFF5-4B65-4051-A2B6-D181F0026E8E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4" creationId="{34B5C399-981E-4C4B-83DD-D7B494D22C38}"/>
          </ac:spMkLst>
        </pc:spChg>
        <pc:spChg chg="add">
          <ac:chgData name="Jean-Louis SCOTTO-DI-QUAQUERO" userId="5b7c4864-d3b3-4c12-a33e-5ea7a2094109" providerId="ADAL" clId="{C2A4E5CE-3788-493B-94F6-2A0E9BE473C0}" dt="2020-11-27T09:56:25.831" v="1613"/>
          <ac:spMkLst>
            <pc:docMk/>
            <pc:sldMk cId="3286494691" sldId="569"/>
            <ac:spMk id="15" creationId="{49DF533B-BBBB-4918-AB5D-152E5ED8C7CB}"/>
          </ac:spMkLst>
        </pc:spChg>
        <pc:picChg chg="add">
          <ac:chgData name="Jean-Louis SCOTTO-DI-QUAQUERO" userId="5b7c4864-d3b3-4c12-a33e-5ea7a2094109" providerId="ADAL" clId="{C2A4E5CE-3788-493B-94F6-2A0E9BE473C0}" dt="2020-11-27T09:56:25.831" v="1613"/>
          <ac:picMkLst>
            <pc:docMk/>
            <pc:sldMk cId="3286494691" sldId="569"/>
            <ac:picMk id="6" creationId="{9F6A1B47-91FE-404F-83DF-D4B2C9366500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2-01T09:15:28.057" v="4688" actId="1076"/>
        <pc:sldMkLst>
          <pc:docMk/>
          <pc:sldMk cId="693075149" sldId="570"/>
        </pc:sldMkLst>
        <pc:spChg chg="mod">
          <ac:chgData name="Jean-Louis SCOTTO-DI-QUAQUERO" userId="5b7c4864-d3b3-4c12-a33e-5ea7a2094109" providerId="ADAL" clId="{C2A4E5CE-3788-493B-94F6-2A0E9BE473C0}" dt="2020-11-27T09:57:05.851" v="1623" actId="207"/>
          <ac:spMkLst>
            <pc:docMk/>
            <pc:sldMk cId="693075149" sldId="570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6:51:56.144" v="4685" actId="478"/>
          <ac:spMkLst>
            <pc:docMk/>
            <pc:sldMk cId="693075149" sldId="570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7" creationId="{84A46C50-FA35-4ADD-949E-AEF07C672ACB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8" creationId="{A2804604-4B19-48DA-9B89-7A2F71040B38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9" creationId="{D73FB63F-2C08-4BF1-B74F-18A24571A4C0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0" creationId="{B7920255-33F3-4D46-B6BA-067ACDC577B6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1" creationId="{6655EEDE-1FD0-491B-A688-A3C6D2A48D10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2" creationId="{1DC2BD3B-2427-45D9-89DF-5F1C9BEB7D02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3" creationId="{8E52FA5C-BC66-468F-8BBD-FE5216CEA0EA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4" creationId="{083D11AA-553A-4223-87D4-751F29FBA2A5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5" creationId="{C48DA909-9C75-4EB9-854A-79A026F75FE9}"/>
          </ac:spMkLst>
        </pc:spChg>
        <pc:spChg chg="add mod">
          <ac:chgData name="Jean-Louis SCOTTO-DI-QUAQUERO" userId="5b7c4864-d3b3-4c12-a33e-5ea7a2094109" providerId="ADAL" clId="{C2A4E5CE-3788-493B-94F6-2A0E9BE473C0}" dt="2020-11-27T09:57:25.578" v="1625" actId="164"/>
          <ac:spMkLst>
            <pc:docMk/>
            <pc:sldMk cId="693075149" sldId="570"/>
            <ac:spMk id="16" creationId="{41091FB3-941B-4121-920E-33D54E59CF14}"/>
          </ac:spMkLst>
        </pc:spChg>
        <pc:grpChg chg="add mod">
          <ac:chgData name="Jean-Louis SCOTTO-DI-QUAQUERO" userId="5b7c4864-d3b3-4c12-a33e-5ea7a2094109" providerId="ADAL" clId="{C2A4E5CE-3788-493B-94F6-2A0E9BE473C0}" dt="2020-11-27T16:52:01.669" v="4686" actId="1076"/>
          <ac:grpSpMkLst>
            <pc:docMk/>
            <pc:sldMk cId="693075149" sldId="570"/>
            <ac:grpSpMk id="17" creationId="{DAFBEC35-A351-4FB2-A59D-DA357B3A3BF0}"/>
          </ac:grpSpMkLst>
        </pc:grpChg>
        <pc:picChg chg="add mod">
          <ac:chgData name="Jean-Louis SCOTTO-DI-QUAQUERO" userId="5b7c4864-d3b3-4c12-a33e-5ea7a2094109" providerId="ADAL" clId="{C2A4E5CE-3788-493B-94F6-2A0E9BE473C0}" dt="2020-12-01T09:15:28.057" v="4688" actId="1076"/>
          <ac:picMkLst>
            <pc:docMk/>
            <pc:sldMk cId="693075149" sldId="570"/>
            <ac:picMk id="6" creationId="{DA839FB3-7AE8-4974-9C60-454E0F62E141}"/>
          </ac:picMkLst>
        </pc:picChg>
      </pc:sldChg>
      <pc:sldChg chg="del">
        <pc:chgData name="Jean-Louis SCOTTO-DI-QUAQUERO" userId="5b7c4864-d3b3-4c12-a33e-5ea7a2094109" providerId="ADAL" clId="{C2A4E5CE-3788-493B-94F6-2A0E9BE473C0}" dt="2020-11-27T09:24:00.298" v="11" actId="2696"/>
        <pc:sldMkLst>
          <pc:docMk/>
          <pc:sldMk cId="3780633596" sldId="570"/>
        </pc:sldMkLst>
      </pc:sldChg>
      <pc:sldChg chg="addSp delSp modSp add">
        <pc:chgData name="Jean-Louis SCOTTO-DI-QUAQUERO" userId="5b7c4864-d3b3-4c12-a33e-5ea7a2094109" providerId="ADAL" clId="{C2A4E5CE-3788-493B-94F6-2A0E9BE473C0}" dt="2020-11-27T09:58:22.710" v="1631" actId="1076"/>
        <pc:sldMkLst>
          <pc:docMk/>
          <pc:sldMk cId="973576927" sldId="571"/>
        </pc:sldMkLst>
        <pc:spChg chg="mod">
          <ac:chgData name="Jean-Louis SCOTTO-DI-QUAQUERO" userId="5b7c4864-d3b3-4c12-a33e-5ea7a2094109" providerId="ADAL" clId="{C2A4E5CE-3788-493B-94F6-2A0E9BE473C0}" dt="2020-11-27T09:58:05.275" v="1628" actId="207"/>
          <ac:spMkLst>
            <pc:docMk/>
            <pc:sldMk cId="973576927" sldId="571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09:58:16.179" v="1629" actId="478"/>
          <ac:spMkLst>
            <pc:docMk/>
            <pc:sldMk cId="973576927" sldId="571"/>
            <ac:spMk id="5" creationId="{A2AB1583-36D6-43AD-9C5B-80D82DFBDFA8}"/>
          </ac:spMkLst>
        </pc:spChg>
        <pc:picChg chg="add mod">
          <ac:chgData name="Jean-Louis SCOTTO-DI-QUAQUERO" userId="5b7c4864-d3b3-4c12-a33e-5ea7a2094109" providerId="ADAL" clId="{C2A4E5CE-3788-493B-94F6-2A0E9BE473C0}" dt="2020-11-27T09:58:22.710" v="1631" actId="1076"/>
          <ac:picMkLst>
            <pc:docMk/>
            <pc:sldMk cId="973576927" sldId="571"/>
            <ac:picMk id="6" creationId="{1A397ACF-F3F1-4783-A901-AAAF1276AE51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09:59:11.399" v="1636" actId="1076"/>
        <pc:sldMkLst>
          <pc:docMk/>
          <pc:sldMk cId="2707866486" sldId="572"/>
        </pc:sldMkLst>
        <pc:spChg chg="mod">
          <ac:chgData name="Jean-Louis SCOTTO-DI-QUAQUERO" userId="5b7c4864-d3b3-4c12-a33e-5ea7a2094109" providerId="ADAL" clId="{C2A4E5CE-3788-493B-94F6-2A0E9BE473C0}" dt="2020-11-27T09:59:02.125" v="1633" actId="207"/>
          <ac:spMkLst>
            <pc:docMk/>
            <pc:sldMk cId="2707866486" sldId="572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09:59:09.075" v="1634" actId="478"/>
          <ac:spMkLst>
            <pc:docMk/>
            <pc:sldMk cId="2707866486" sldId="572"/>
            <ac:spMk id="5" creationId="{A2AB1583-36D6-43AD-9C5B-80D82DFBDFA8}"/>
          </ac:spMkLst>
        </pc:spChg>
        <pc:picChg chg="add mod">
          <ac:chgData name="Jean-Louis SCOTTO-DI-QUAQUERO" userId="5b7c4864-d3b3-4c12-a33e-5ea7a2094109" providerId="ADAL" clId="{C2A4E5CE-3788-493B-94F6-2A0E9BE473C0}" dt="2020-11-27T09:59:11.399" v="1636" actId="1076"/>
          <ac:picMkLst>
            <pc:docMk/>
            <pc:sldMk cId="2707866486" sldId="572"/>
            <ac:picMk id="6" creationId="{EED407F2-11FC-4AD2-9F72-61E725618C8B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09:59:58.961" v="1647" actId="1076"/>
        <pc:sldMkLst>
          <pc:docMk/>
          <pc:sldMk cId="2848624256" sldId="573"/>
        </pc:sldMkLst>
        <pc:spChg chg="mod">
          <ac:chgData name="Jean-Louis SCOTTO-DI-QUAQUERO" userId="5b7c4864-d3b3-4c12-a33e-5ea7a2094109" providerId="ADAL" clId="{C2A4E5CE-3788-493B-94F6-2A0E9BE473C0}" dt="2020-11-27T09:59:41.230" v="1644" actId="207"/>
          <ac:spMkLst>
            <pc:docMk/>
            <pc:sldMk cId="2848624256" sldId="573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09:59:52.184" v="1645" actId="478"/>
          <ac:spMkLst>
            <pc:docMk/>
            <pc:sldMk cId="2848624256" sldId="573"/>
            <ac:spMk id="5" creationId="{A2AB1583-36D6-43AD-9C5B-80D82DFBDFA8}"/>
          </ac:spMkLst>
        </pc:spChg>
        <pc:picChg chg="add mod">
          <ac:chgData name="Jean-Louis SCOTTO-DI-QUAQUERO" userId="5b7c4864-d3b3-4c12-a33e-5ea7a2094109" providerId="ADAL" clId="{C2A4E5CE-3788-493B-94F6-2A0E9BE473C0}" dt="2020-11-27T09:59:58.961" v="1647" actId="1076"/>
          <ac:picMkLst>
            <pc:docMk/>
            <pc:sldMk cId="2848624256" sldId="573"/>
            <ac:picMk id="6" creationId="{94BFABA6-0517-45E2-BE1A-ACFD80EDCD0D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0:00:30.233" v="1653" actId="1076"/>
        <pc:sldMkLst>
          <pc:docMk/>
          <pc:sldMk cId="3516802243" sldId="574"/>
        </pc:sldMkLst>
        <pc:spChg chg="mod">
          <ac:chgData name="Jean-Louis SCOTTO-DI-QUAQUERO" userId="5b7c4864-d3b3-4c12-a33e-5ea7a2094109" providerId="ADAL" clId="{C2A4E5CE-3788-493B-94F6-2A0E9BE473C0}" dt="2020-11-27T10:00:16.524" v="1650" actId="207"/>
          <ac:spMkLst>
            <pc:docMk/>
            <pc:sldMk cId="3516802243" sldId="574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0:00:24.388" v="1651" actId="478"/>
          <ac:spMkLst>
            <pc:docMk/>
            <pc:sldMk cId="3516802243" sldId="574"/>
            <ac:spMk id="5" creationId="{A2AB1583-36D6-43AD-9C5B-80D82DFBDFA8}"/>
          </ac:spMkLst>
        </pc:spChg>
        <pc:picChg chg="add mod">
          <ac:chgData name="Jean-Louis SCOTTO-DI-QUAQUERO" userId="5b7c4864-d3b3-4c12-a33e-5ea7a2094109" providerId="ADAL" clId="{C2A4E5CE-3788-493B-94F6-2A0E9BE473C0}" dt="2020-11-27T10:00:30.233" v="1653" actId="1076"/>
          <ac:picMkLst>
            <pc:docMk/>
            <pc:sldMk cId="3516802243" sldId="574"/>
            <ac:picMk id="6" creationId="{8D176760-FCFD-411D-9EFF-30A552D3169B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0:01:06.086" v="1659" actId="1076"/>
        <pc:sldMkLst>
          <pc:docMk/>
          <pc:sldMk cId="3311240217" sldId="575"/>
        </pc:sldMkLst>
        <pc:spChg chg="mod">
          <ac:chgData name="Jean-Louis SCOTTO-DI-QUAQUERO" userId="5b7c4864-d3b3-4c12-a33e-5ea7a2094109" providerId="ADAL" clId="{C2A4E5CE-3788-493B-94F6-2A0E9BE473C0}" dt="2020-11-27T10:00:54.451" v="1656" actId="207"/>
          <ac:spMkLst>
            <pc:docMk/>
            <pc:sldMk cId="3311240217" sldId="575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0:00:59.339" v="1657" actId="478"/>
          <ac:spMkLst>
            <pc:docMk/>
            <pc:sldMk cId="3311240217" sldId="575"/>
            <ac:spMk id="5" creationId="{A2AB1583-36D6-43AD-9C5B-80D82DFBDFA8}"/>
          </ac:spMkLst>
        </pc:spChg>
        <pc:picChg chg="add mod">
          <ac:chgData name="Jean-Louis SCOTTO-DI-QUAQUERO" userId="5b7c4864-d3b3-4c12-a33e-5ea7a2094109" providerId="ADAL" clId="{C2A4E5CE-3788-493B-94F6-2A0E9BE473C0}" dt="2020-11-27T10:01:06.086" v="1659" actId="1076"/>
          <ac:picMkLst>
            <pc:docMk/>
            <pc:sldMk cId="3311240217" sldId="575"/>
            <ac:picMk id="6" creationId="{4233F68C-F542-431C-940E-2BDEE3A1472F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0:02:14.520" v="1675" actId="1076"/>
        <pc:sldMkLst>
          <pc:docMk/>
          <pc:sldMk cId="1124605791" sldId="576"/>
        </pc:sldMkLst>
        <pc:spChg chg="mod">
          <ac:chgData name="Jean-Louis SCOTTO-DI-QUAQUERO" userId="5b7c4864-d3b3-4c12-a33e-5ea7a2094109" providerId="ADAL" clId="{C2A4E5CE-3788-493B-94F6-2A0E9BE473C0}" dt="2020-11-27T10:01:35.132" v="1664" actId="207"/>
          <ac:spMkLst>
            <pc:docMk/>
            <pc:sldMk cId="1124605791" sldId="576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0:01:42.584" v="1665" actId="478"/>
          <ac:spMkLst>
            <pc:docMk/>
            <pc:sldMk cId="1124605791" sldId="576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C2A4E5CE-3788-493B-94F6-2A0E9BE473C0}" dt="2020-11-27T10:02:09.185" v="1674" actId="164"/>
          <ac:spMkLst>
            <pc:docMk/>
            <pc:sldMk cId="1124605791" sldId="576"/>
            <ac:spMk id="7" creationId="{2341CB30-C6F0-4FBE-81A0-2E3B75610622}"/>
          </ac:spMkLst>
        </pc:spChg>
        <pc:spChg chg="add mod">
          <ac:chgData name="Jean-Louis SCOTTO-DI-QUAQUERO" userId="5b7c4864-d3b3-4c12-a33e-5ea7a2094109" providerId="ADAL" clId="{C2A4E5CE-3788-493B-94F6-2A0E9BE473C0}" dt="2020-11-27T10:01:57.138" v="1671" actId="571"/>
          <ac:spMkLst>
            <pc:docMk/>
            <pc:sldMk cId="1124605791" sldId="576"/>
            <ac:spMk id="9" creationId="{749D0943-7D12-4DC2-998A-8A3D5A6EF74C}"/>
          </ac:spMkLst>
        </pc:spChg>
        <pc:grpChg chg="add mod">
          <ac:chgData name="Jean-Louis SCOTTO-DI-QUAQUERO" userId="5b7c4864-d3b3-4c12-a33e-5ea7a2094109" providerId="ADAL" clId="{C2A4E5CE-3788-493B-94F6-2A0E9BE473C0}" dt="2020-11-27T10:02:14.520" v="1675" actId="1076"/>
          <ac:grpSpMkLst>
            <pc:docMk/>
            <pc:sldMk cId="1124605791" sldId="576"/>
            <ac:grpSpMk id="10" creationId="{EA5F1A25-1134-43AF-BD6A-92F13A2BA40B}"/>
          </ac:grpSpMkLst>
        </pc:grpChg>
        <pc:picChg chg="add mod">
          <ac:chgData name="Jean-Louis SCOTTO-DI-QUAQUERO" userId="5b7c4864-d3b3-4c12-a33e-5ea7a2094109" providerId="ADAL" clId="{C2A4E5CE-3788-493B-94F6-2A0E9BE473C0}" dt="2020-11-27T10:02:09.185" v="1674" actId="164"/>
          <ac:picMkLst>
            <pc:docMk/>
            <pc:sldMk cId="1124605791" sldId="576"/>
            <ac:picMk id="6" creationId="{A2B755DA-74CA-4AE8-8D0C-46546AB87A5C}"/>
          </ac:picMkLst>
        </pc:picChg>
        <pc:picChg chg="add mod">
          <ac:chgData name="Jean-Louis SCOTTO-DI-QUAQUERO" userId="5b7c4864-d3b3-4c12-a33e-5ea7a2094109" providerId="ADAL" clId="{C2A4E5CE-3788-493B-94F6-2A0E9BE473C0}" dt="2020-11-27T10:01:57.138" v="1671" actId="571"/>
          <ac:picMkLst>
            <pc:docMk/>
            <pc:sldMk cId="1124605791" sldId="576"/>
            <ac:picMk id="8" creationId="{AF8B9090-569C-4D49-B623-ED00C9FEBD00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0:03:16.966" v="1689"/>
        <pc:sldMkLst>
          <pc:docMk/>
          <pc:sldMk cId="4202664764" sldId="577"/>
        </pc:sldMkLst>
        <pc:spChg chg="mod">
          <ac:chgData name="Jean-Louis SCOTTO-DI-QUAQUERO" userId="5b7c4864-d3b3-4c12-a33e-5ea7a2094109" providerId="ADAL" clId="{C2A4E5CE-3788-493B-94F6-2A0E9BE473C0}" dt="2020-11-27T10:02:46.969" v="1685" actId="255"/>
          <ac:spMkLst>
            <pc:docMk/>
            <pc:sldMk cId="4202664764" sldId="577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0:02:50.177" v="1686" actId="478"/>
          <ac:spMkLst>
            <pc:docMk/>
            <pc:sldMk cId="4202664764" sldId="577"/>
            <ac:spMk id="5" creationId="{A2AB1583-36D6-43AD-9C5B-80D82DFBDFA8}"/>
          </ac:spMkLst>
        </pc:spChg>
        <pc:spChg chg="add del">
          <ac:chgData name="Jean-Louis SCOTTO-DI-QUAQUERO" userId="5b7c4864-d3b3-4c12-a33e-5ea7a2094109" providerId="ADAL" clId="{C2A4E5CE-3788-493B-94F6-2A0E9BE473C0}" dt="2020-11-27T10:02:56.304" v="1688"/>
          <ac:spMkLst>
            <pc:docMk/>
            <pc:sldMk cId="4202664764" sldId="577"/>
            <ac:spMk id="6" creationId="{B6BAC997-0E76-4E33-81CD-6869F9ED781B}"/>
          </ac:spMkLst>
        </pc:spChg>
        <pc:picChg chg="add del">
          <ac:chgData name="Jean-Louis SCOTTO-DI-QUAQUERO" userId="5b7c4864-d3b3-4c12-a33e-5ea7a2094109" providerId="ADAL" clId="{C2A4E5CE-3788-493B-94F6-2A0E9BE473C0}" dt="2020-11-27T10:02:56.304" v="1688"/>
          <ac:picMkLst>
            <pc:docMk/>
            <pc:sldMk cId="4202664764" sldId="577"/>
            <ac:picMk id="7" creationId="{B5DFD70A-6398-42C7-AD38-E910791825B3}"/>
          </ac:picMkLst>
        </pc:picChg>
        <pc:picChg chg="add del">
          <ac:chgData name="Jean-Louis SCOTTO-DI-QUAQUERO" userId="5b7c4864-d3b3-4c12-a33e-5ea7a2094109" providerId="ADAL" clId="{C2A4E5CE-3788-493B-94F6-2A0E9BE473C0}" dt="2020-11-27T10:02:56.304" v="1688"/>
          <ac:picMkLst>
            <pc:docMk/>
            <pc:sldMk cId="4202664764" sldId="577"/>
            <ac:picMk id="8" creationId="{4C1AF0A1-C6A9-4314-93D9-0A31AC816559}"/>
          </ac:picMkLst>
        </pc:picChg>
        <pc:picChg chg="add">
          <ac:chgData name="Jean-Louis SCOTTO-DI-QUAQUERO" userId="5b7c4864-d3b3-4c12-a33e-5ea7a2094109" providerId="ADAL" clId="{C2A4E5CE-3788-493B-94F6-2A0E9BE473C0}" dt="2020-11-27T10:03:16.966" v="1689"/>
          <ac:picMkLst>
            <pc:docMk/>
            <pc:sldMk cId="4202664764" sldId="577"/>
            <ac:picMk id="9" creationId="{5180FEE0-137F-475A-AAAE-4E9099DA1966}"/>
          </ac:picMkLst>
        </pc:picChg>
        <pc:picChg chg="add">
          <ac:chgData name="Jean-Louis SCOTTO-DI-QUAQUERO" userId="5b7c4864-d3b3-4c12-a33e-5ea7a2094109" providerId="ADAL" clId="{C2A4E5CE-3788-493B-94F6-2A0E9BE473C0}" dt="2020-11-27T10:03:16.966" v="1689"/>
          <ac:picMkLst>
            <pc:docMk/>
            <pc:sldMk cId="4202664764" sldId="577"/>
            <ac:picMk id="10" creationId="{47B12670-44F9-4BA5-9387-B2E1605FBD05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0:03:37.763" v="1701" actId="20577"/>
        <pc:sldMkLst>
          <pc:docMk/>
          <pc:sldMk cId="3441545768" sldId="578"/>
        </pc:sldMkLst>
        <pc:spChg chg="del">
          <ac:chgData name="Jean-Louis SCOTTO-DI-QUAQUERO" userId="5b7c4864-d3b3-4c12-a33e-5ea7a2094109" providerId="ADAL" clId="{C2A4E5CE-3788-493B-94F6-2A0E9BE473C0}" dt="2020-11-27T10:03:31.806" v="1690"/>
          <ac:spMkLst>
            <pc:docMk/>
            <pc:sldMk cId="3441545768" sldId="578"/>
            <ac:spMk id="4" creationId="{12A837BE-49CE-4FA0-8D1C-41F484DE54DE}"/>
          </ac:spMkLst>
        </pc:spChg>
        <pc:spChg chg="del">
          <ac:chgData name="Jean-Louis SCOTTO-DI-QUAQUERO" userId="5b7c4864-d3b3-4c12-a33e-5ea7a2094109" providerId="ADAL" clId="{C2A4E5CE-3788-493B-94F6-2A0E9BE473C0}" dt="2020-11-27T10:03:31.806" v="1690"/>
          <ac:spMkLst>
            <pc:docMk/>
            <pc:sldMk cId="3441545768" sldId="578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C2A4E5CE-3788-493B-94F6-2A0E9BE473C0}" dt="2020-11-27T10:03:37.763" v="1701" actId="20577"/>
          <ac:spMkLst>
            <pc:docMk/>
            <pc:sldMk cId="3441545768" sldId="578"/>
            <ac:spMk id="6" creationId="{9F58C496-A5F1-4277-953E-237EAB82BE02}"/>
          </ac:spMkLst>
        </pc:spChg>
      </pc:sldChg>
      <pc:sldChg chg="addSp modSp add">
        <pc:chgData name="Jean-Louis SCOTTO-DI-QUAQUERO" userId="5b7c4864-d3b3-4c12-a33e-5ea7a2094109" providerId="ADAL" clId="{C2A4E5CE-3788-493B-94F6-2A0E9BE473C0}" dt="2020-12-01T10:04:38.451" v="4689" actId="1076"/>
        <pc:sldMkLst>
          <pc:docMk/>
          <pc:sldMk cId="1581097946" sldId="579"/>
        </pc:sldMkLst>
        <pc:spChg chg="mod">
          <ac:chgData name="Jean-Louis SCOTTO-DI-QUAQUERO" userId="5b7c4864-d3b3-4c12-a33e-5ea7a2094109" providerId="ADAL" clId="{C2A4E5CE-3788-493B-94F6-2A0E9BE473C0}" dt="2020-11-27T12:03:42.915" v="3700" actId="20577"/>
          <ac:spMkLst>
            <pc:docMk/>
            <pc:sldMk cId="1581097946" sldId="579"/>
            <ac:spMk id="4" creationId="{12A837BE-49CE-4FA0-8D1C-41F484DE54DE}"/>
          </ac:spMkLst>
        </pc:spChg>
        <pc:spChg chg="mod">
          <ac:chgData name="Jean-Louis SCOTTO-DI-QUAQUERO" userId="5b7c4864-d3b3-4c12-a33e-5ea7a2094109" providerId="ADAL" clId="{C2A4E5CE-3788-493B-94F6-2A0E9BE473C0}" dt="2020-11-27T14:07:32.538" v="3943" actId="948"/>
          <ac:spMkLst>
            <pc:docMk/>
            <pc:sldMk cId="1581097946" sldId="579"/>
            <ac:spMk id="5" creationId="{A2AB1583-36D6-43AD-9C5B-80D82DFBDFA8}"/>
          </ac:spMkLst>
        </pc:spChg>
        <pc:picChg chg="add mod ord">
          <ac:chgData name="Jean-Louis SCOTTO-DI-QUAQUERO" userId="5b7c4864-d3b3-4c12-a33e-5ea7a2094109" providerId="ADAL" clId="{C2A4E5CE-3788-493B-94F6-2A0E9BE473C0}" dt="2020-11-27T11:28:37.705" v="2770" actId="1076"/>
          <ac:picMkLst>
            <pc:docMk/>
            <pc:sldMk cId="1581097946" sldId="579"/>
            <ac:picMk id="6" creationId="{D7044CB0-883C-4B0C-A7D9-94F7B5A88BED}"/>
          </ac:picMkLst>
        </pc:picChg>
        <pc:picChg chg="add mod ord">
          <ac:chgData name="Jean-Louis SCOTTO-DI-QUAQUERO" userId="5b7c4864-d3b3-4c12-a33e-5ea7a2094109" providerId="ADAL" clId="{C2A4E5CE-3788-493B-94F6-2A0E9BE473C0}" dt="2020-12-01T10:04:38.451" v="4689" actId="1076"/>
          <ac:picMkLst>
            <pc:docMk/>
            <pc:sldMk cId="1581097946" sldId="579"/>
            <ac:picMk id="7" creationId="{856850E0-6629-4AB8-9BD4-F31068C008CD}"/>
          </ac:picMkLst>
        </pc:picChg>
      </pc:sldChg>
      <pc:sldChg chg="addSp delSp modSp add">
        <pc:chgData name="Jean-Louis SCOTTO-DI-QUAQUERO" userId="5b7c4864-d3b3-4c12-a33e-5ea7a2094109" providerId="ADAL" clId="{C2A4E5CE-3788-493B-94F6-2A0E9BE473C0}" dt="2020-11-27T12:03:26.830" v="3694" actId="14100"/>
        <pc:sldMkLst>
          <pc:docMk/>
          <pc:sldMk cId="1492619757" sldId="580"/>
        </pc:sldMkLst>
        <pc:spChg chg="del">
          <ac:chgData name="Jean-Louis SCOTTO-DI-QUAQUERO" userId="5b7c4864-d3b3-4c12-a33e-5ea7a2094109" providerId="ADAL" clId="{C2A4E5CE-3788-493B-94F6-2A0E9BE473C0}" dt="2020-11-27T12:02:46.608" v="3573"/>
          <ac:spMkLst>
            <pc:docMk/>
            <pc:sldMk cId="1492619757" sldId="580"/>
            <ac:spMk id="4" creationId="{C83F2A1C-BCEE-4149-A678-8CFE5F18754E}"/>
          </ac:spMkLst>
        </pc:spChg>
        <pc:spChg chg="del">
          <ac:chgData name="Jean-Louis SCOTTO-DI-QUAQUERO" userId="5b7c4864-d3b3-4c12-a33e-5ea7a2094109" providerId="ADAL" clId="{C2A4E5CE-3788-493B-94F6-2A0E9BE473C0}" dt="2020-11-27T12:02:46.608" v="3573"/>
          <ac:spMkLst>
            <pc:docMk/>
            <pc:sldMk cId="1492619757" sldId="580"/>
            <ac:spMk id="5" creationId="{E538F99D-2484-4DDF-981F-A73CD1C72744}"/>
          </ac:spMkLst>
        </pc:spChg>
        <pc:spChg chg="add mod">
          <ac:chgData name="Jean-Louis SCOTTO-DI-QUAQUERO" userId="5b7c4864-d3b3-4c12-a33e-5ea7a2094109" providerId="ADAL" clId="{C2A4E5CE-3788-493B-94F6-2A0E9BE473C0}" dt="2020-11-27T12:03:26.830" v="3694" actId="14100"/>
          <ac:spMkLst>
            <pc:docMk/>
            <pc:sldMk cId="1492619757" sldId="580"/>
            <ac:spMk id="6" creationId="{08B73A1C-8907-4E36-94DF-44C7847C898A}"/>
          </ac:spMkLst>
        </pc:spChg>
      </pc:sldChg>
      <pc:sldChg chg="add del">
        <pc:chgData name="Jean-Louis SCOTTO-DI-QUAQUERO" userId="5b7c4864-d3b3-4c12-a33e-5ea7a2094109" providerId="ADAL" clId="{C2A4E5CE-3788-493B-94F6-2A0E9BE473C0}" dt="2020-11-27T11:34:52.902" v="2864" actId="2696"/>
        <pc:sldMkLst>
          <pc:docMk/>
          <pc:sldMk cId="1863425804" sldId="580"/>
        </pc:sldMkLst>
      </pc:sldChg>
      <pc:sldChg chg="add del">
        <pc:chgData name="Jean-Louis SCOTTO-DI-QUAQUERO" userId="5b7c4864-d3b3-4c12-a33e-5ea7a2094109" providerId="ADAL" clId="{C2A4E5CE-3788-493B-94F6-2A0E9BE473C0}" dt="2020-11-27T11:34:53.456" v="2865" actId="2696"/>
        <pc:sldMkLst>
          <pc:docMk/>
          <pc:sldMk cId="2780627874" sldId="581"/>
        </pc:sldMkLst>
      </pc:sldChg>
      <pc:sldChg chg="addSp delSp modSp add ord modTransition">
        <pc:chgData name="Jean-Louis SCOTTO-DI-QUAQUERO" userId="5b7c4864-d3b3-4c12-a33e-5ea7a2094109" providerId="ADAL" clId="{C2A4E5CE-3788-493B-94F6-2A0E9BE473C0}" dt="2020-11-27T16:09:19.248" v="4682" actId="1076"/>
        <pc:sldMkLst>
          <pc:docMk/>
          <pc:sldMk cId="4008841253" sldId="581"/>
        </pc:sldMkLst>
        <pc:spChg chg="mod">
          <ac:chgData name="Jean-Louis SCOTTO-DI-QUAQUERO" userId="5b7c4864-d3b3-4c12-a33e-5ea7a2094109" providerId="ADAL" clId="{C2A4E5CE-3788-493B-94F6-2A0E9BE473C0}" dt="2020-11-27T12:03:55.702" v="3710" actId="20577"/>
          <ac:spMkLst>
            <pc:docMk/>
            <pc:sldMk cId="4008841253" sldId="581"/>
            <ac:spMk id="4" creationId="{12A837BE-49CE-4FA0-8D1C-41F484DE54DE}"/>
          </ac:spMkLst>
        </pc:spChg>
        <pc:spChg chg="del mod">
          <ac:chgData name="Jean-Louis SCOTTO-DI-QUAQUERO" userId="5b7c4864-d3b3-4c12-a33e-5ea7a2094109" providerId="ADAL" clId="{C2A4E5CE-3788-493B-94F6-2A0E9BE473C0}" dt="2020-11-27T15:53:46.233" v="4590" actId="478"/>
          <ac:spMkLst>
            <pc:docMk/>
            <pc:sldMk cId="4008841253" sldId="581"/>
            <ac:spMk id="5" creationId="{A2AB1583-36D6-43AD-9C5B-80D82DFBDFA8}"/>
          </ac:spMkLst>
        </pc:spChg>
        <pc:spChg chg="add mod">
          <ac:chgData name="Jean-Louis SCOTTO-DI-QUAQUERO" userId="5b7c4864-d3b3-4c12-a33e-5ea7a2094109" providerId="ADAL" clId="{C2A4E5CE-3788-493B-94F6-2A0E9BE473C0}" dt="2020-11-27T14:10:10.168" v="3993" actId="164"/>
          <ac:spMkLst>
            <pc:docMk/>
            <pc:sldMk cId="4008841253" sldId="581"/>
            <ac:spMk id="9" creationId="{A76357A6-CB06-4F17-8054-211CB1BE09A8}"/>
          </ac:spMkLst>
        </pc:spChg>
        <pc:spChg chg="add del mod">
          <ac:chgData name="Jean-Louis SCOTTO-DI-QUAQUERO" userId="5b7c4864-d3b3-4c12-a33e-5ea7a2094109" providerId="ADAL" clId="{C2A4E5CE-3788-493B-94F6-2A0E9BE473C0}" dt="2020-11-27T15:53:38.093" v="4586" actId="478"/>
          <ac:spMkLst>
            <pc:docMk/>
            <pc:sldMk cId="4008841253" sldId="581"/>
            <ac:spMk id="13" creationId="{A1D6451A-81D8-4E2F-B9EC-4A3522D6EF7B}"/>
          </ac:spMkLst>
        </pc:spChg>
        <pc:spChg chg="add del mod">
          <ac:chgData name="Jean-Louis SCOTTO-DI-QUAQUERO" userId="5b7c4864-d3b3-4c12-a33e-5ea7a2094109" providerId="ADAL" clId="{C2A4E5CE-3788-493B-94F6-2A0E9BE473C0}" dt="2020-11-27T15:53:48.182" v="4591" actId="478"/>
          <ac:spMkLst>
            <pc:docMk/>
            <pc:sldMk cId="4008841253" sldId="581"/>
            <ac:spMk id="19" creationId="{60D59AD7-D81D-4EEC-BB84-24370BABDB61}"/>
          </ac:spMkLst>
        </pc:spChg>
        <pc:grpChg chg="add del mod">
          <ac:chgData name="Jean-Louis SCOTTO-DI-QUAQUERO" userId="5b7c4864-d3b3-4c12-a33e-5ea7a2094109" providerId="ADAL" clId="{C2A4E5CE-3788-493B-94F6-2A0E9BE473C0}" dt="2020-11-27T15:53:35.436" v="4583" actId="478"/>
          <ac:grpSpMkLst>
            <pc:docMk/>
            <pc:sldMk cId="4008841253" sldId="581"/>
            <ac:grpSpMk id="10" creationId="{7C0F697B-2673-4FD5-A450-D079B8C07A28}"/>
          </ac:grpSpMkLst>
        </pc:grpChg>
        <pc:picChg chg="del">
          <ac:chgData name="Jean-Louis SCOTTO-DI-QUAQUERO" userId="5b7c4864-d3b3-4c12-a33e-5ea7a2094109" providerId="ADAL" clId="{C2A4E5CE-3788-493B-94F6-2A0E9BE473C0}" dt="2020-11-27T14:09:17.561" v="3980" actId="478"/>
          <ac:picMkLst>
            <pc:docMk/>
            <pc:sldMk cId="4008841253" sldId="581"/>
            <ac:picMk id="6" creationId="{D7044CB0-883C-4B0C-A7D9-94F7B5A88BED}"/>
          </ac:picMkLst>
        </pc:picChg>
        <pc:picChg chg="del">
          <ac:chgData name="Jean-Louis SCOTTO-DI-QUAQUERO" userId="5b7c4864-d3b3-4c12-a33e-5ea7a2094109" providerId="ADAL" clId="{C2A4E5CE-3788-493B-94F6-2A0E9BE473C0}" dt="2020-11-27T12:04:26.531" v="3750" actId="478"/>
          <ac:picMkLst>
            <pc:docMk/>
            <pc:sldMk cId="4008841253" sldId="581"/>
            <ac:picMk id="7" creationId="{856850E0-6629-4AB8-9BD4-F31068C008CD}"/>
          </ac:picMkLst>
        </pc:picChg>
        <pc:picChg chg="add mod">
          <ac:chgData name="Jean-Louis SCOTTO-DI-QUAQUERO" userId="5b7c4864-d3b3-4c12-a33e-5ea7a2094109" providerId="ADAL" clId="{C2A4E5CE-3788-493B-94F6-2A0E9BE473C0}" dt="2020-11-27T14:10:10.168" v="3993" actId="164"/>
          <ac:picMkLst>
            <pc:docMk/>
            <pc:sldMk cId="4008841253" sldId="581"/>
            <ac:picMk id="8" creationId="{91E483C4-F373-48C6-81E8-5350B45BA72A}"/>
          </ac:picMkLst>
        </pc:picChg>
        <pc:picChg chg="add del mod">
          <ac:chgData name="Jean-Louis SCOTTO-DI-QUAQUERO" userId="5b7c4864-d3b3-4c12-a33e-5ea7a2094109" providerId="ADAL" clId="{C2A4E5CE-3788-493B-94F6-2A0E9BE473C0}" dt="2020-11-27T15:53:36.964" v="4585" actId="478"/>
          <ac:picMkLst>
            <pc:docMk/>
            <pc:sldMk cId="4008841253" sldId="581"/>
            <ac:picMk id="11" creationId="{2B281790-CC8A-4A55-AC87-260D2AAB65C6}"/>
          </ac:picMkLst>
        </pc:picChg>
        <pc:picChg chg="add del mod">
          <ac:chgData name="Jean-Louis SCOTTO-DI-QUAQUERO" userId="5b7c4864-d3b3-4c12-a33e-5ea7a2094109" providerId="ADAL" clId="{C2A4E5CE-3788-493B-94F6-2A0E9BE473C0}" dt="2020-11-27T15:53:38.629" v="4587" actId="478"/>
          <ac:picMkLst>
            <pc:docMk/>
            <pc:sldMk cId="4008841253" sldId="581"/>
            <ac:picMk id="12" creationId="{8B01B5F5-AE53-49FA-9EEC-E9FD7EA16524}"/>
          </ac:picMkLst>
        </pc:picChg>
        <pc:picChg chg="add mod ord">
          <ac:chgData name="Jean-Louis SCOTTO-DI-QUAQUERO" userId="5b7c4864-d3b3-4c12-a33e-5ea7a2094109" providerId="ADAL" clId="{C2A4E5CE-3788-493B-94F6-2A0E9BE473C0}" dt="2020-11-27T15:54:02.438" v="4598" actId="1076"/>
          <ac:picMkLst>
            <pc:docMk/>
            <pc:sldMk cId="4008841253" sldId="581"/>
            <ac:picMk id="14" creationId="{9EB0FF4D-881C-4CCA-9CD1-83F965400BE3}"/>
          </ac:picMkLst>
        </pc:picChg>
        <pc:picChg chg="add mod ord">
          <ac:chgData name="Jean-Louis SCOTTO-DI-QUAQUERO" userId="5b7c4864-d3b3-4c12-a33e-5ea7a2094109" providerId="ADAL" clId="{C2A4E5CE-3788-493B-94F6-2A0E9BE473C0}" dt="2020-11-27T15:53:57.121" v="4596" actId="1076"/>
          <ac:picMkLst>
            <pc:docMk/>
            <pc:sldMk cId="4008841253" sldId="581"/>
            <ac:picMk id="15" creationId="{E8E8E6EB-F2AE-484C-9395-7EFAB6A4C920}"/>
          </ac:picMkLst>
        </pc:picChg>
        <pc:picChg chg="add mod">
          <ac:chgData name="Jean-Louis SCOTTO-DI-QUAQUERO" userId="5b7c4864-d3b3-4c12-a33e-5ea7a2094109" providerId="ADAL" clId="{C2A4E5CE-3788-493B-94F6-2A0E9BE473C0}" dt="2020-11-27T15:54:06.670" v="4599" actId="1076"/>
          <ac:picMkLst>
            <pc:docMk/>
            <pc:sldMk cId="4008841253" sldId="581"/>
            <ac:picMk id="16" creationId="{E074659C-5666-4D48-AF19-7EA7FE7BF7AF}"/>
          </ac:picMkLst>
        </pc:picChg>
        <pc:picChg chg="add mod">
          <ac:chgData name="Jean-Louis SCOTTO-DI-QUAQUERO" userId="5b7c4864-d3b3-4c12-a33e-5ea7a2094109" providerId="ADAL" clId="{C2A4E5CE-3788-493B-94F6-2A0E9BE473C0}" dt="2020-11-27T15:53:51.950" v="4593" actId="1076"/>
          <ac:picMkLst>
            <pc:docMk/>
            <pc:sldMk cId="4008841253" sldId="581"/>
            <ac:picMk id="17" creationId="{B5BE49A3-FF1F-42C7-8AAD-8D1DB7A84B99}"/>
          </ac:picMkLst>
        </pc:picChg>
        <pc:picChg chg="add mod">
          <ac:chgData name="Jean-Louis SCOTTO-DI-QUAQUERO" userId="5b7c4864-d3b3-4c12-a33e-5ea7a2094109" providerId="ADAL" clId="{C2A4E5CE-3788-493B-94F6-2A0E9BE473C0}" dt="2020-11-27T16:09:19.248" v="4682" actId="1076"/>
          <ac:picMkLst>
            <pc:docMk/>
            <pc:sldMk cId="4008841253" sldId="581"/>
            <ac:picMk id="20" creationId="{3043D209-72CE-4B35-9C95-635C653BC97C}"/>
          </ac:picMkLst>
        </pc:picChg>
      </pc:sldChg>
      <pc:sldChg chg="add del">
        <pc:chgData name="Jean-Louis SCOTTO-DI-QUAQUERO" userId="5b7c4864-d3b3-4c12-a33e-5ea7a2094109" providerId="ADAL" clId="{C2A4E5CE-3788-493B-94F6-2A0E9BE473C0}" dt="2020-11-27T11:34:54.489" v="2866" actId="2696"/>
        <pc:sldMkLst>
          <pc:docMk/>
          <pc:sldMk cId="1553228090" sldId="582"/>
        </pc:sldMkLst>
      </pc:sldChg>
      <pc:sldChg chg="delSp modSp add">
        <pc:chgData name="Jean-Louis SCOTTO-DI-QUAQUERO" userId="5b7c4864-d3b3-4c12-a33e-5ea7a2094109" providerId="ADAL" clId="{C2A4E5CE-3788-493B-94F6-2A0E9BE473C0}" dt="2020-11-27T15:54:50.044" v="4680" actId="313"/>
        <pc:sldMkLst>
          <pc:docMk/>
          <pc:sldMk cId="1759387957" sldId="582"/>
        </pc:sldMkLst>
        <pc:spChg chg="mod">
          <ac:chgData name="Jean-Louis SCOTTO-DI-QUAQUERO" userId="5b7c4864-d3b3-4c12-a33e-5ea7a2094109" providerId="ADAL" clId="{C2A4E5CE-3788-493B-94F6-2A0E9BE473C0}" dt="2020-11-27T15:54:50.044" v="4680" actId="313"/>
          <ac:spMkLst>
            <pc:docMk/>
            <pc:sldMk cId="1759387957" sldId="582"/>
            <ac:spMk id="5" creationId="{A2AB1583-36D6-43AD-9C5B-80D82DFBDFA8}"/>
          </ac:spMkLst>
        </pc:spChg>
        <pc:picChg chg="del">
          <ac:chgData name="Jean-Louis SCOTTO-DI-QUAQUERO" userId="5b7c4864-d3b3-4c12-a33e-5ea7a2094109" providerId="ADAL" clId="{C2A4E5CE-3788-493B-94F6-2A0E9BE473C0}" dt="2020-11-27T15:54:17.103" v="4602" actId="478"/>
          <ac:picMkLst>
            <pc:docMk/>
            <pc:sldMk cId="1759387957" sldId="582"/>
            <ac:picMk id="14" creationId="{9EB0FF4D-881C-4CCA-9CD1-83F965400BE3}"/>
          </ac:picMkLst>
        </pc:picChg>
        <pc:picChg chg="del">
          <ac:chgData name="Jean-Louis SCOTTO-DI-QUAQUERO" userId="5b7c4864-d3b3-4c12-a33e-5ea7a2094109" providerId="ADAL" clId="{C2A4E5CE-3788-493B-94F6-2A0E9BE473C0}" dt="2020-11-27T15:54:19.772" v="4605" actId="478"/>
          <ac:picMkLst>
            <pc:docMk/>
            <pc:sldMk cId="1759387957" sldId="582"/>
            <ac:picMk id="15" creationId="{E8E8E6EB-F2AE-484C-9395-7EFAB6A4C920}"/>
          </ac:picMkLst>
        </pc:picChg>
        <pc:picChg chg="del">
          <ac:chgData name="Jean-Louis SCOTTO-DI-QUAQUERO" userId="5b7c4864-d3b3-4c12-a33e-5ea7a2094109" providerId="ADAL" clId="{C2A4E5CE-3788-493B-94F6-2A0E9BE473C0}" dt="2020-11-27T15:54:18.300" v="4604" actId="478"/>
          <ac:picMkLst>
            <pc:docMk/>
            <pc:sldMk cId="1759387957" sldId="582"/>
            <ac:picMk id="16" creationId="{E074659C-5666-4D48-AF19-7EA7FE7BF7AF}"/>
          </ac:picMkLst>
        </pc:picChg>
        <pc:picChg chg="del">
          <ac:chgData name="Jean-Louis SCOTTO-DI-QUAQUERO" userId="5b7c4864-d3b3-4c12-a33e-5ea7a2094109" providerId="ADAL" clId="{C2A4E5CE-3788-493B-94F6-2A0E9BE473C0}" dt="2020-11-27T15:54:17.662" v="4603" actId="478"/>
          <ac:picMkLst>
            <pc:docMk/>
            <pc:sldMk cId="1759387957" sldId="582"/>
            <ac:picMk id="17" creationId="{B5BE49A3-FF1F-42C7-8AAD-8D1DB7A84B99}"/>
          </ac:picMkLst>
        </pc:picChg>
      </pc:sldChg>
      <pc:sldMasterChg chg="delSldLayout">
        <pc:chgData name="Jean-Louis SCOTTO-DI-QUAQUERO" userId="5b7c4864-d3b3-4c12-a33e-5ea7a2094109" providerId="ADAL" clId="{C2A4E5CE-3788-493B-94F6-2A0E9BE473C0}" dt="2020-11-27T11:35:47.862" v="2883" actId="2696"/>
        <pc:sldMasterMkLst>
          <pc:docMk/>
          <pc:sldMasterMk cId="2778691957" sldId="2147483648"/>
        </pc:sldMasterMkLst>
        <pc:sldLayoutChg chg="del">
          <pc:chgData name="Jean-Louis SCOTTO-DI-QUAQUERO" userId="5b7c4864-d3b3-4c12-a33e-5ea7a2094109" providerId="ADAL" clId="{C2A4E5CE-3788-493B-94F6-2A0E9BE473C0}" dt="2020-11-27T09:24:00.468" v="24" actId="2696"/>
          <pc:sldLayoutMkLst>
            <pc:docMk/>
            <pc:sldMasterMk cId="2778691957" sldId="2147483648"/>
            <pc:sldLayoutMk cId="683810582" sldId="2147483710"/>
          </pc:sldLayoutMkLst>
        </pc:sldLayoutChg>
        <pc:sldLayoutChg chg="del">
          <pc:chgData name="Jean-Louis SCOTTO-DI-QUAQUERO" userId="5b7c4864-d3b3-4c12-a33e-5ea7a2094109" providerId="ADAL" clId="{C2A4E5CE-3788-493B-94F6-2A0E9BE473C0}" dt="2020-11-27T11:35:47.862" v="2883" actId="2696"/>
          <pc:sldLayoutMkLst>
            <pc:docMk/>
            <pc:sldMasterMk cId="2778691957" sldId="2147483648"/>
            <pc:sldLayoutMk cId="3472422256" sldId="2147483710"/>
          </pc:sldLayoutMkLst>
        </pc:sldLayoutChg>
      </pc:sldMasterChg>
    </pc:docChg>
  </pc:docChgLst>
  <pc:docChgLst>
    <pc:chgData name="Julien TERRIER" userId="e38a7381-6e71-427d-838c-0275fc209b82" providerId="ADAL" clId="{CF9F91B6-EBB2-48E0-8BA7-F0D75AF13957}"/>
    <pc:docChg chg="undo custSel addSld delSld modSld sldOrd delMainMaster modMainMaster modSection">
      <pc:chgData name="Julien TERRIER" userId="e38a7381-6e71-427d-838c-0275fc209b82" providerId="ADAL" clId="{CF9F91B6-EBB2-48E0-8BA7-F0D75AF13957}" dt="2024-10-03T13:49:42.641" v="2180" actId="20577"/>
      <pc:docMkLst>
        <pc:docMk/>
      </pc:docMkLst>
      <pc:sldChg chg="addSp delSp modSp del mod modTransition addCm modCm chgLayout modNotes">
        <pc:chgData name="Julien TERRIER" userId="e38a7381-6e71-427d-838c-0275fc209b82" providerId="ADAL" clId="{CF9F91B6-EBB2-48E0-8BA7-F0D75AF13957}" dt="2024-09-02T14:35:32.934" v="1397" actId="47"/>
        <pc:sldMkLst>
          <pc:docMk/>
          <pc:sldMk cId="1232820293" sldId="461"/>
        </pc:sldMkLst>
        <pc:spChg chg="add mod ord">
          <ac:chgData name="Julien TERRIER" userId="e38a7381-6e71-427d-838c-0275fc209b82" providerId="ADAL" clId="{CF9F91B6-EBB2-48E0-8BA7-F0D75AF13957}" dt="2024-09-02T14:34:27.449" v="1180" actId="790"/>
          <ac:spMkLst>
            <pc:docMk/>
            <pc:sldMk cId="1232820293" sldId="461"/>
            <ac:spMk id="2" creationId="{F4E190EA-3145-E7EA-F4F0-8CDCAE60B07A}"/>
          </ac:spMkLst>
        </pc:spChg>
        <pc:spChg chg="add del mod">
          <ac:chgData name="Julien TERRIER" userId="e38a7381-6e71-427d-838c-0275fc209b82" providerId="ADAL" clId="{CF9F91B6-EBB2-48E0-8BA7-F0D75AF13957}" dt="2024-09-02T14:34:26.099" v="1039" actId="6264"/>
          <ac:spMkLst>
            <pc:docMk/>
            <pc:sldMk cId="1232820293" sldId="461"/>
            <ac:spMk id="3" creationId="{6FCC4B2F-3964-B0CF-82B1-4DBD24238727}"/>
          </ac:spMkLst>
        </pc:spChg>
        <pc:spChg chg="add mod ord">
          <ac:chgData name="Julien TERRIER" userId="e38a7381-6e71-427d-838c-0275fc209b82" providerId="ADAL" clId="{CF9F91B6-EBB2-48E0-8BA7-F0D75AF13957}" dt="2024-09-02T14:34:27.458" v="1181" actId="790"/>
          <ac:spMkLst>
            <pc:docMk/>
            <pc:sldMk cId="1232820293" sldId="461"/>
            <ac:spMk id="4" creationId="{00081B44-ADA0-51E5-E7F0-5D2E22EB133E}"/>
          </ac:spMkLst>
        </pc:spChg>
        <pc:spChg chg="mod">
          <ac:chgData name="Julien TERRIER" userId="e38a7381-6e71-427d-838c-0275fc209b82" providerId="ADAL" clId="{CF9F91B6-EBB2-48E0-8BA7-F0D75AF13957}" dt="2024-09-02T14:34:27.433" v="1178" actId="790"/>
          <ac:spMkLst>
            <pc:docMk/>
            <pc:sldMk cId="1232820293" sldId="461"/>
            <ac:spMk id="5" creationId="{00000000-0000-0000-0000-000000000000}"/>
          </ac:spMkLst>
        </pc:spChg>
        <pc:spChg chg="mod">
          <ac:chgData name="Julien TERRIER" userId="e38a7381-6e71-427d-838c-0275fc209b82" providerId="ADAL" clId="{CF9F91B6-EBB2-48E0-8BA7-F0D75AF13957}" dt="2024-09-02T14:34:27.449" v="1179" actId="790"/>
          <ac:spMkLst>
            <pc:docMk/>
            <pc:sldMk cId="1232820293" sldId="461"/>
            <ac:spMk id="9" creationId="{66B75A39-2557-4215-8253-B3BFA97C535A}"/>
          </ac:spMkLst>
        </pc:spChg>
        <pc:picChg chg="mod">
          <ac:chgData name="Julien TERRIER" userId="e38a7381-6e71-427d-838c-0275fc209b82" providerId="ADAL" clId="{CF9F91B6-EBB2-48E0-8BA7-F0D75AF13957}" dt="2024-09-02T14:34:25.503" v="326"/>
          <ac:picMkLst>
            <pc:docMk/>
            <pc:sldMk cId="1232820293" sldId="461"/>
            <ac:picMk id="7" creationId="{00000000-0000-0000-0000-000000000000}"/>
          </ac:picMkLst>
        </pc:picChg>
        <pc:picChg chg="mod">
          <ac:chgData name="Julien TERRIER" userId="e38a7381-6e71-427d-838c-0275fc209b82" providerId="ADAL" clId="{CF9F91B6-EBB2-48E0-8BA7-F0D75AF13957}" dt="2024-09-02T14:34:25.488" v="319"/>
          <ac:picMkLst>
            <pc:docMk/>
            <pc:sldMk cId="1232820293" sldId="461"/>
            <ac:picMk id="8" creationId="{00000000-0000-0000-0000-0000000000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6.994" v="1137" actId="1589"/>
              <pc2:cmMkLst xmlns:pc2="http://schemas.microsoft.com/office/powerpoint/2019/9/main/command">
                <pc:docMk/>
                <pc:sldMk cId="1232820293" sldId="461"/>
                <pc2:cmMk id="{160469E5-AE7C-41CA-8C8C-29E79F9F20EF}"/>
              </pc2:cmMkLst>
            </pc226:cmChg>
          </p:ext>
        </pc:extLst>
      </pc:sldChg>
      <pc:sldChg chg="addSp delSp modSp mod ord modTransition modShow addCm modCm chgLayout modNotes">
        <pc:chgData name="Julien TERRIER" userId="e38a7381-6e71-427d-838c-0275fc209b82" providerId="ADAL" clId="{CF9F91B6-EBB2-48E0-8BA7-F0D75AF13957}" dt="2024-09-03T14:08:05.698" v="2091" actId="729"/>
        <pc:sldMkLst>
          <pc:docMk/>
          <pc:sldMk cId="1882271291" sldId="497"/>
        </pc:sldMkLst>
        <pc:spChg chg="del mod">
          <ac:chgData name="Julien TERRIER" userId="e38a7381-6e71-427d-838c-0275fc209b82" providerId="ADAL" clId="{CF9F91B6-EBB2-48E0-8BA7-F0D75AF13957}" dt="2024-09-02T14:34:25.676" v="550"/>
          <ac:spMkLst>
            <pc:docMk/>
            <pc:sldMk cId="1882271291" sldId="497"/>
            <ac:spMk id="2" creationId="{362D12FB-FC5D-44D7-AB7D-8AC6C7956942}"/>
          </ac:spMkLst>
        </pc:spChg>
        <pc:spChg chg="del mod ord">
          <ac:chgData name="Julien TERRIER" userId="e38a7381-6e71-427d-838c-0275fc209b82" providerId="ADAL" clId="{CF9F91B6-EBB2-48E0-8BA7-F0D75AF13957}" dt="2024-09-03T14:06:44.104" v="2090" actId="478"/>
          <ac:spMkLst>
            <pc:docMk/>
            <pc:sldMk cId="1882271291" sldId="497"/>
            <ac:spMk id="3" creationId="{CE28D899-0071-41D5-8B87-C1EC3104DCE8}"/>
          </ac:spMkLst>
        </pc:spChg>
        <pc:spChg chg="mod ord">
          <ac:chgData name="Julien TERRIER" userId="e38a7381-6e71-427d-838c-0275fc209b82" providerId="ADAL" clId="{CF9F91B6-EBB2-48E0-8BA7-F0D75AF13957}" dt="2024-09-02T14:34:27.589" v="1303" actId="790"/>
          <ac:spMkLst>
            <pc:docMk/>
            <pc:sldMk cId="1882271291" sldId="497"/>
            <ac:spMk id="4" creationId="{3F0BFBCD-88B8-423F-A795-596AB9738FF6}"/>
          </ac:spMkLst>
        </pc:spChg>
        <pc:spChg chg="mod ord">
          <ac:chgData name="Julien TERRIER" userId="e38a7381-6e71-427d-838c-0275fc209b82" providerId="ADAL" clId="{CF9F91B6-EBB2-48E0-8BA7-F0D75AF13957}" dt="2024-09-03T13:05:46.176" v="2089" actId="20577"/>
          <ac:spMkLst>
            <pc:docMk/>
            <pc:sldMk cId="1882271291" sldId="497"/>
            <ac:spMk id="5" creationId="{AF0F2461-D058-472B-8EC5-F69929EBF80E}"/>
          </ac:spMkLst>
        </pc:spChg>
        <pc:spChg chg="add del mod ord">
          <ac:chgData name="Julien TERRIER" userId="e38a7381-6e71-427d-838c-0275fc209b82" providerId="ADAL" clId="{CF9F91B6-EBB2-48E0-8BA7-F0D75AF13957}" dt="2024-09-03T12:53:19.601" v="1927" actId="478"/>
          <ac:spMkLst>
            <pc:docMk/>
            <pc:sldMk cId="1882271291" sldId="497"/>
            <ac:spMk id="7" creationId="{1886F243-2A97-FA3D-867A-81423EF1AE4A}"/>
          </ac:spMkLst>
        </pc:spChg>
        <pc:spChg chg="add del mod">
          <ac:chgData name="Julien TERRIER" userId="e38a7381-6e71-427d-838c-0275fc209b82" providerId="ADAL" clId="{CF9F91B6-EBB2-48E0-8BA7-F0D75AF13957}" dt="2024-09-02T14:34:26.507" v="1050" actId="6264"/>
          <ac:spMkLst>
            <pc:docMk/>
            <pc:sldMk cId="1882271291" sldId="497"/>
            <ac:spMk id="8" creationId="{EAC3C49E-F12A-A016-71EB-E6A7F15A093D}"/>
          </ac:spMkLst>
        </pc:spChg>
        <pc:spChg chg="add del mod">
          <ac:chgData name="Julien TERRIER" userId="e38a7381-6e71-427d-838c-0275fc209b82" providerId="ADAL" clId="{CF9F91B6-EBB2-48E0-8BA7-F0D75AF13957}" dt="2024-09-02T14:34:26.507" v="1050" actId="6264"/>
          <ac:spMkLst>
            <pc:docMk/>
            <pc:sldMk cId="1882271291" sldId="497"/>
            <ac:spMk id="9" creationId="{E91A114B-DC86-0EFA-F358-890B9C598DB0}"/>
          </ac:spMkLst>
        </pc:spChg>
        <pc:spChg chg="add del mod">
          <ac:chgData name="Julien TERRIER" userId="e38a7381-6e71-427d-838c-0275fc209b82" providerId="ADAL" clId="{CF9F91B6-EBB2-48E0-8BA7-F0D75AF13957}" dt="2024-09-02T14:34:26.507" v="1050" actId="6264"/>
          <ac:spMkLst>
            <pc:docMk/>
            <pc:sldMk cId="1882271291" sldId="497"/>
            <ac:spMk id="10" creationId="{1F896527-A74E-0E84-3741-86C39C6B18BF}"/>
          </ac:spMkLst>
        </pc:spChg>
        <pc:spChg chg="add del mod">
          <ac:chgData name="Julien TERRIER" userId="e38a7381-6e71-427d-838c-0275fc209b82" providerId="ADAL" clId="{CF9F91B6-EBB2-48E0-8BA7-F0D75AF13957}" dt="2024-09-02T14:34:26.507" v="1050" actId="6264"/>
          <ac:spMkLst>
            <pc:docMk/>
            <pc:sldMk cId="1882271291" sldId="497"/>
            <ac:spMk id="11" creationId="{ABB910B9-D095-A0CC-2E2E-E5C8329F4B56}"/>
          </ac:spMkLst>
        </pc:spChg>
        <pc:grpChg chg="add mod">
          <ac:chgData name="Julien TERRIER" userId="e38a7381-6e71-427d-838c-0275fc209b82" providerId="ADAL" clId="{CF9F91B6-EBB2-48E0-8BA7-F0D75AF13957}" dt="2024-09-03T13:05:21.692" v="2078" actId="14100"/>
          <ac:grpSpMkLst>
            <pc:docMk/>
            <pc:sldMk cId="1882271291" sldId="497"/>
            <ac:grpSpMk id="10" creationId="{8C5C0AD1-97BA-707E-9CDE-4B0B7FA80918}"/>
          </ac:grpSpMkLst>
        </pc:grpChg>
        <pc:picChg chg="del mod">
          <ac:chgData name="Julien TERRIER" userId="e38a7381-6e71-427d-838c-0275fc209b82" providerId="ADAL" clId="{CF9F91B6-EBB2-48E0-8BA7-F0D75AF13957}" dt="2024-09-03T12:59:34.501" v="1941" actId="478"/>
          <ac:picMkLst>
            <pc:docMk/>
            <pc:sldMk cId="1882271291" sldId="497"/>
            <ac:picMk id="6" creationId="{B6ECF5C7-C78E-4515-BA2C-F91039C3CFFA}"/>
          </ac:picMkLst>
        </pc:picChg>
        <pc:picChg chg="add mod modCrop">
          <ac:chgData name="Julien TERRIER" userId="e38a7381-6e71-427d-838c-0275fc209b82" providerId="ADAL" clId="{CF9F91B6-EBB2-48E0-8BA7-F0D75AF13957}" dt="2024-09-03T13:01:10.767" v="1959" actId="164"/>
          <ac:picMkLst>
            <pc:docMk/>
            <pc:sldMk cId="1882271291" sldId="497"/>
            <ac:picMk id="8" creationId="{30450C97-667C-9304-7671-8E20A9E7BE1A}"/>
          </ac:picMkLst>
        </pc:picChg>
        <pc:picChg chg="add mod modCrop">
          <ac:chgData name="Julien TERRIER" userId="e38a7381-6e71-427d-838c-0275fc209b82" providerId="ADAL" clId="{CF9F91B6-EBB2-48E0-8BA7-F0D75AF13957}" dt="2024-09-03T13:01:10.767" v="1959" actId="164"/>
          <ac:picMkLst>
            <pc:docMk/>
            <pc:sldMk cId="1882271291" sldId="497"/>
            <ac:picMk id="9" creationId="{AE05FCEF-BDA1-E6F2-81BC-241017279C2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261" v="1159" actId="1589"/>
              <pc2:cmMkLst xmlns:pc2="http://schemas.microsoft.com/office/powerpoint/2019/9/main/command">
                <pc:docMk/>
                <pc:sldMk cId="1882271291" sldId="497"/>
                <pc2:cmMk id="{22CCB1B4-1085-47FA-AE4A-EA1028C65229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2:42:27.980" v="1905" actId="1036"/>
        <pc:sldMkLst>
          <pc:docMk/>
          <pc:sldMk cId="68714710" sldId="508"/>
        </pc:sldMkLst>
        <pc:spChg chg="del mod">
          <ac:chgData name="Julien TERRIER" userId="e38a7381-6e71-427d-838c-0275fc209b82" providerId="ADAL" clId="{CF9F91B6-EBB2-48E0-8BA7-F0D75AF13957}" dt="2024-09-02T14:34:25.676" v="552"/>
          <ac:spMkLst>
            <pc:docMk/>
            <pc:sldMk cId="68714710" sldId="508"/>
            <ac:spMk id="2" creationId="{90FAC3F9-DFF9-4685-B3B3-DAC33749D467}"/>
          </ac:spMkLst>
        </pc:spChg>
        <pc:spChg chg="del mod ord">
          <ac:chgData name="Julien TERRIER" userId="e38a7381-6e71-427d-838c-0275fc209b82" providerId="ADAL" clId="{CF9F91B6-EBB2-48E0-8BA7-F0D75AF13957}" dt="2024-09-03T12:37:58.011" v="1814" actId="478"/>
          <ac:spMkLst>
            <pc:docMk/>
            <pc:sldMk cId="68714710" sldId="508"/>
            <ac:spMk id="3" creationId="{FE2BAFA2-B0DE-42DF-B659-49D6FC2F650B}"/>
          </ac:spMkLst>
        </pc:spChg>
        <pc:spChg chg="mod ord">
          <ac:chgData name="Julien TERRIER" userId="e38a7381-6e71-427d-838c-0275fc209b82" providerId="ADAL" clId="{CF9F91B6-EBB2-48E0-8BA7-F0D75AF13957}" dt="2024-09-03T12:38:20.846" v="1838" actId="790"/>
          <ac:spMkLst>
            <pc:docMk/>
            <pc:sldMk cId="68714710" sldId="508"/>
            <ac:spMk id="4" creationId="{691E4C90-43F9-4806-B621-CF73FEC07738}"/>
          </ac:spMkLst>
        </pc:spChg>
        <pc:spChg chg="add del mod ord">
          <ac:chgData name="Julien TERRIER" userId="e38a7381-6e71-427d-838c-0275fc209b82" providerId="ADAL" clId="{CF9F91B6-EBB2-48E0-8BA7-F0D75AF13957}" dt="2024-09-03T12:38:00.505" v="1815" actId="478"/>
          <ac:spMkLst>
            <pc:docMk/>
            <pc:sldMk cId="68714710" sldId="508"/>
            <ac:spMk id="5" creationId="{A8EBF1AD-D7E6-A5C9-A177-821385E5B78B}"/>
          </ac:spMkLst>
        </pc:spChg>
        <pc:spChg chg="add del mod">
          <ac:chgData name="Julien TERRIER" userId="e38a7381-6e71-427d-838c-0275fc209b82" providerId="ADAL" clId="{CF9F91B6-EBB2-48E0-8BA7-F0D75AF13957}" dt="2024-09-02T14:34:26.523" v="1051" actId="6264"/>
          <ac:spMkLst>
            <pc:docMk/>
            <pc:sldMk cId="68714710" sldId="508"/>
            <ac:spMk id="7" creationId="{F8A74CEB-8351-70D9-4630-9ECC38AE392F}"/>
          </ac:spMkLst>
        </pc:spChg>
        <pc:spChg chg="add del mod">
          <ac:chgData name="Julien TERRIER" userId="e38a7381-6e71-427d-838c-0275fc209b82" providerId="ADAL" clId="{CF9F91B6-EBB2-48E0-8BA7-F0D75AF13957}" dt="2024-09-02T14:34:26.523" v="1051" actId="6264"/>
          <ac:spMkLst>
            <pc:docMk/>
            <pc:sldMk cId="68714710" sldId="508"/>
            <ac:spMk id="8" creationId="{3F3CA717-FAA8-DBBA-B2BA-03C20882AA0D}"/>
          </ac:spMkLst>
        </pc:spChg>
        <pc:spChg chg="add del mod">
          <ac:chgData name="Julien TERRIER" userId="e38a7381-6e71-427d-838c-0275fc209b82" providerId="ADAL" clId="{CF9F91B6-EBB2-48E0-8BA7-F0D75AF13957}" dt="2024-09-02T14:34:26.523" v="1051" actId="6264"/>
          <ac:spMkLst>
            <pc:docMk/>
            <pc:sldMk cId="68714710" sldId="508"/>
            <ac:spMk id="9" creationId="{901E599B-C2E3-2343-1BCF-187547D9974F}"/>
          </ac:spMkLst>
        </pc:spChg>
        <pc:spChg chg="add del mod ord">
          <ac:chgData name="Julien TERRIER" userId="e38a7381-6e71-427d-838c-0275fc209b82" providerId="ADAL" clId="{CF9F91B6-EBB2-48E0-8BA7-F0D75AF13957}" dt="2024-09-03T12:37:39.590" v="1810" actId="478"/>
          <ac:spMkLst>
            <pc:docMk/>
            <pc:sldMk cId="68714710" sldId="508"/>
            <ac:spMk id="10" creationId="{52F9B6DD-CC2E-6EC7-DEFD-6B23E44EA77E}"/>
          </ac:spMkLst>
        </pc:spChg>
        <pc:picChg chg="add del mod">
          <ac:chgData name="Julien TERRIER" userId="e38a7381-6e71-427d-838c-0275fc209b82" providerId="ADAL" clId="{CF9F91B6-EBB2-48E0-8BA7-F0D75AF13957}" dt="2024-09-03T12:41:54.432" v="1870" actId="478"/>
          <ac:picMkLst>
            <pc:docMk/>
            <pc:sldMk cId="68714710" sldId="508"/>
            <ac:picMk id="6" creationId="{028836A4-5D31-4541-957D-FB8F0DD6CEB7}"/>
          </ac:picMkLst>
        </pc:picChg>
        <pc:picChg chg="add mod">
          <ac:chgData name="Julien TERRIER" userId="e38a7381-6e71-427d-838c-0275fc209b82" providerId="ADAL" clId="{CF9F91B6-EBB2-48E0-8BA7-F0D75AF13957}" dt="2024-09-03T12:42:27.980" v="1905" actId="1036"/>
          <ac:picMkLst>
            <pc:docMk/>
            <pc:sldMk cId="68714710" sldId="508"/>
            <ac:picMk id="7" creationId="{E4DAAB49-0F36-2907-7727-53423968EF87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277" v="1161" actId="1589"/>
              <pc2:cmMkLst xmlns:pc2="http://schemas.microsoft.com/office/powerpoint/2019/9/main/command">
                <pc:docMk/>
                <pc:sldMk cId="68714710" sldId="508"/>
                <pc2:cmMk id="{538700A7-7E6B-4DF5-9BAD-2B9AB9567C46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2:39:16.420" v="1848" actId="790"/>
        <pc:sldMkLst>
          <pc:docMk/>
          <pc:sldMk cId="3529095957" sldId="509"/>
        </pc:sldMkLst>
        <pc:spChg chg="del mod">
          <ac:chgData name="Julien TERRIER" userId="e38a7381-6e71-427d-838c-0275fc209b82" providerId="ADAL" clId="{CF9F91B6-EBB2-48E0-8BA7-F0D75AF13957}" dt="2024-09-02T14:34:25.676" v="554"/>
          <ac:spMkLst>
            <pc:docMk/>
            <pc:sldMk cId="3529095957" sldId="509"/>
            <ac:spMk id="2" creationId="{90FAC3F9-DFF9-4685-B3B3-DAC33749D467}"/>
          </ac:spMkLst>
        </pc:spChg>
        <pc:spChg chg="del mod ord">
          <ac:chgData name="Julien TERRIER" userId="e38a7381-6e71-427d-838c-0275fc209b82" providerId="ADAL" clId="{CF9F91B6-EBB2-48E0-8BA7-F0D75AF13957}" dt="2024-09-03T12:38:46.214" v="1840" actId="478"/>
          <ac:spMkLst>
            <pc:docMk/>
            <pc:sldMk cId="3529095957" sldId="509"/>
            <ac:spMk id="3" creationId="{FE2BAFA2-B0DE-42DF-B659-49D6FC2F650B}"/>
          </ac:spMkLst>
        </pc:spChg>
        <pc:spChg chg="mod ord">
          <ac:chgData name="Julien TERRIER" userId="e38a7381-6e71-427d-838c-0275fc209b82" providerId="ADAL" clId="{CF9F91B6-EBB2-48E0-8BA7-F0D75AF13957}" dt="2024-09-03T12:39:16.420" v="1848" actId="790"/>
          <ac:spMkLst>
            <pc:docMk/>
            <pc:sldMk cId="3529095957" sldId="509"/>
            <ac:spMk id="4" creationId="{691E4C90-43F9-4806-B621-CF73FEC07738}"/>
          </ac:spMkLst>
        </pc:spChg>
        <pc:spChg chg="add del mod ord">
          <ac:chgData name="Julien TERRIER" userId="e38a7381-6e71-427d-838c-0275fc209b82" providerId="ADAL" clId="{CF9F91B6-EBB2-48E0-8BA7-F0D75AF13957}" dt="2024-09-03T12:38:50.466" v="1841" actId="478"/>
          <ac:spMkLst>
            <pc:docMk/>
            <pc:sldMk cId="3529095957" sldId="509"/>
            <ac:spMk id="5" creationId="{A2C4F44E-651E-02FD-976A-C061A40F56E8}"/>
          </ac:spMkLst>
        </pc:spChg>
        <pc:spChg chg="add del mod">
          <ac:chgData name="Julien TERRIER" userId="e38a7381-6e71-427d-838c-0275fc209b82" providerId="ADAL" clId="{CF9F91B6-EBB2-48E0-8BA7-F0D75AF13957}" dt="2024-09-02T14:34:26.556" v="1052" actId="6264"/>
          <ac:spMkLst>
            <pc:docMk/>
            <pc:sldMk cId="3529095957" sldId="509"/>
            <ac:spMk id="7" creationId="{0BA02C23-A915-8089-8C99-EB7581439B0E}"/>
          </ac:spMkLst>
        </pc:spChg>
        <pc:spChg chg="add del mod">
          <ac:chgData name="Julien TERRIER" userId="e38a7381-6e71-427d-838c-0275fc209b82" providerId="ADAL" clId="{CF9F91B6-EBB2-48E0-8BA7-F0D75AF13957}" dt="2024-09-02T14:34:26.556" v="1052" actId="6264"/>
          <ac:spMkLst>
            <pc:docMk/>
            <pc:sldMk cId="3529095957" sldId="509"/>
            <ac:spMk id="8" creationId="{3562E243-FDD0-5536-637A-FC40DE2DBC03}"/>
          </ac:spMkLst>
        </pc:spChg>
        <pc:spChg chg="add del mod">
          <ac:chgData name="Julien TERRIER" userId="e38a7381-6e71-427d-838c-0275fc209b82" providerId="ADAL" clId="{CF9F91B6-EBB2-48E0-8BA7-F0D75AF13957}" dt="2024-09-02T14:34:26.556" v="1052" actId="6264"/>
          <ac:spMkLst>
            <pc:docMk/>
            <pc:sldMk cId="3529095957" sldId="509"/>
            <ac:spMk id="9" creationId="{7CC96913-3FF3-BE40-5267-253880290640}"/>
          </ac:spMkLst>
        </pc:spChg>
        <pc:spChg chg="add del mod ord">
          <ac:chgData name="Julien TERRIER" userId="e38a7381-6e71-427d-838c-0275fc209b82" providerId="ADAL" clId="{CF9F91B6-EBB2-48E0-8BA7-F0D75AF13957}" dt="2024-09-03T12:38:41.894" v="1839" actId="478"/>
          <ac:spMkLst>
            <pc:docMk/>
            <pc:sldMk cId="3529095957" sldId="509"/>
            <ac:spMk id="10" creationId="{02A88F94-5162-6056-6BA4-7740B0C5FFFD}"/>
          </ac:spMkLst>
        </pc:spChg>
        <pc:picChg chg="mod">
          <ac:chgData name="Julien TERRIER" userId="e38a7381-6e71-427d-838c-0275fc209b82" providerId="ADAL" clId="{CF9F91B6-EBB2-48E0-8BA7-F0D75AF13957}" dt="2024-09-03T12:39:01.628" v="1843" actId="12789"/>
          <ac:picMkLst>
            <pc:docMk/>
            <pc:sldMk cId="3529095957" sldId="509"/>
            <ac:picMk id="6" creationId="{79786C14-795B-4F84-A076-7F03F076F3F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292" v="1163" actId="1589"/>
              <pc2:cmMkLst xmlns:pc2="http://schemas.microsoft.com/office/powerpoint/2019/9/main/command">
                <pc:docMk/>
                <pc:sldMk cId="3529095957" sldId="509"/>
                <pc2:cmMk id="{94705F82-949D-41C2-B758-3BE950141BDA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2:58:17.064" v="1935" actId="790"/>
        <pc:sldMkLst>
          <pc:docMk/>
          <pc:sldMk cId="3328866555" sldId="510"/>
        </pc:sldMkLst>
        <pc:spChg chg="del mod">
          <ac:chgData name="Julien TERRIER" userId="e38a7381-6e71-427d-838c-0275fc209b82" providerId="ADAL" clId="{CF9F91B6-EBB2-48E0-8BA7-F0D75AF13957}" dt="2024-09-02T14:34:25.676" v="556"/>
          <ac:spMkLst>
            <pc:docMk/>
            <pc:sldMk cId="3328866555" sldId="510"/>
            <ac:spMk id="2" creationId="{90FAC3F9-DFF9-4685-B3B3-DAC33749D467}"/>
          </ac:spMkLst>
        </pc:spChg>
        <pc:spChg chg="del mod ord">
          <ac:chgData name="Julien TERRIER" userId="e38a7381-6e71-427d-838c-0275fc209b82" providerId="ADAL" clId="{CF9F91B6-EBB2-48E0-8BA7-F0D75AF13957}" dt="2024-09-03T12:53:11.625" v="1925" actId="478"/>
          <ac:spMkLst>
            <pc:docMk/>
            <pc:sldMk cId="3328866555" sldId="510"/>
            <ac:spMk id="3" creationId="{FE2BAFA2-B0DE-42DF-B659-49D6FC2F650B}"/>
          </ac:spMkLst>
        </pc:spChg>
        <pc:spChg chg="mod ord">
          <ac:chgData name="Julien TERRIER" userId="e38a7381-6e71-427d-838c-0275fc209b82" providerId="ADAL" clId="{CF9F91B6-EBB2-48E0-8BA7-F0D75AF13957}" dt="2024-09-03T12:58:17.064" v="1935" actId="790"/>
          <ac:spMkLst>
            <pc:docMk/>
            <pc:sldMk cId="3328866555" sldId="510"/>
            <ac:spMk id="4" creationId="{691E4C90-43F9-4806-B621-CF73FEC07738}"/>
          </ac:spMkLst>
        </pc:spChg>
        <pc:spChg chg="add del mod ord">
          <ac:chgData name="Julien TERRIER" userId="e38a7381-6e71-427d-838c-0275fc209b82" providerId="ADAL" clId="{CF9F91B6-EBB2-48E0-8BA7-F0D75AF13957}" dt="2024-09-03T12:53:14.970" v="1926" actId="478"/>
          <ac:spMkLst>
            <pc:docMk/>
            <pc:sldMk cId="3328866555" sldId="510"/>
            <ac:spMk id="5" creationId="{324CE216-FA4D-08DC-AC99-591E1FA4DEA1}"/>
          </ac:spMkLst>
        </pc:spChg>
        <pc:spChg chg="add del mod">
          <ac:chgData name="Julien TERRIER" userId="e38a7381-6e71-427d-838c-0275fc209b82" providerId="ADAL" clId="{CF9F91B6-EBB2-48E0-8BA7-F0D75AF13957}" dt="2024-09-02T14:34:26.586" v="1053" actId="6264"/>
          <ac:spMkLst>
            <pc:docMk/>
            <pc:sldMk cId="3328866555" sldId="510"/>
            <ac:spMk id="7" creationId="{0C39A515-A10D-F366-3298-1D2216407769}"/>
          </ac:spMkLst>
        </pc:spChg>
        <pc:spChg chg="add del mod">
          <ac:chgData name="Julien TERRIER" userId="e38a7381-6e71-427d-838c-0275fc209b82" providerId="ADAL" clId="{CF9F91B6-EBB2-48E0-8BA7-F0D75AF13957}" dt="2024-09-02T14:34:26.586" v="1053" actId="6264"/>
          <ac:spMkLst>
            <pc:docMk/>
            <pc:sldMk cId="3328866555" sldId="510"/>
            <ac:spMk id="8" creationId="{2FC67704-C734-E916-8F6D-30C15E5C6D78}"/>
          </ac:spMkLst>
        </pc:spChg>
        <pc:spChg chg="add del mod">
          <ac:chgData name="Julien TERRIER" userId="e38a7381-6e71-427d-838c-0275fc209b82" providerId="ADAL" clId="{CF9F91B6-EBB2-48E0-8BA7-F0D75AF13957}" dt="2024-09-02T14:34:26.586" v="1053" actId="6264"/>
          <ac:spMkLst>
            <pc:docMk/>
            <pc:sldMk cId="3328866555" sldId="510"/>
            <ac:spMk id="9" creationId="{FAE36C26-116D-D17B-FFA1-F42707690EE3}"/>
          </ac:spMkLst>
        </pc:spChg>
        <pc:spChg chg="add del mod ord">
          <ac:chgData name="Julien TERRIER" userId="e38a7381-6e71-427d-838c-0275fc209b82" providerId="ADAL" clId="{CF9F91B6-EBB2-48E0-8BA7-F0D75AF13957}" dt="2024-09-03T12:53:01.806" v="1923" actId="478"/>
          <ac:spMkLst>
            <pc:docMk/>
            <pc:sldMk cId="3328866555" sldId="510"/>
            <ac:spMk id="10" creationId="{B5857EAD-F615-30FE-EACC-679FC2199146}"/>
          </ac:spMkLst>
        </pc:spChg>
        <pc:picChg chg="mod">
          <ac:chgData name="Julien TERRIER" userId="e38a7381-6e71-427d-838c-0275fc209b82" providerId="ADAL" clId="{CF9F91B6-EBB2-48E0-8BA7-F0D75AF13957}" dt="2024-09-03T12:53:07.300" v="1924" actId="12788"/>
          <ac:picMkLst>
            <pc:docMk/>
            <pc:sldMk cId="3328866555" sldId="510"/>
            <ac:picMk id="6" creationId="{071ECE2F-B367-4FBE-92FB-683499A4610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323" v="1165" actId="1589"/>
              <pc2:cmMkLst xmlns:pc2="http://schemas.microsoft.com/office/powerpoint/2019/9/main/command">
                <pc:docMk/>
                <pc:sldMk cId="3328866555" sldId="510"/>
                <pc2:cmMk id="{2216A8B2-6C0B-4141-9DFC-80A66186BE90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2:58:37.010" v="1938" actId="790"/>
        <pc:sldMkLst>
          <pc:docMk/>
          <pc:sldMk cId="3560544941" sldId="511"/>
        </pc:sldMkLst>
        <pc:spChg chg="del mod">
          <ac:chgData name="Julien TERRIER" userId="e38a7381-6e71-427d-838c-0275fc209b82" providerId="ADAL" clId="{CF9F91B6-EBB2-48E0-8BA7-F0D75AF13957}" dt="2024-09-02T14:34:25.676" v="558"/>
          <ac:spMkLst>
            <pc:docMk/>
            <pc:sldMk cId="3560544941" sldId="511"/>
            <ac:spMk id="2" creationId="{90FAC3F9-DFF9-4685-B3B3-DAC33749D467}"/>
          </ac:spMkLst>
        </pc:spChg>
        <pc:spChg chg="mod ord">
          <ac:chgData name="Julien TERRIER" userId="e38a7381-6e71-427d-838c-0275fc209b82" providerId="ADAL" clId="{CF9F91B6-EBB2-48E0-8BA7-F0D75AF13957}" dt="2024-09-02T14:34:27.621" v="1326" actId="790"/>
          <ac:spMkLst>
            <pc:docMk/>
            <pc:sldMk cId="3560544941" sldId="511"/>
            <ac:spMk id="3" creationId="{FE2BAFA2-B0DE-42DF-B659-49D6FC2F650B}"/>
          </ac:spMkLst>
        </pc:spChg>
        <pc:spChg chg="mod ord">
          <ac:chgData name="Julien TERRIER" userId="e38a7381-6e71-427d-838c-0275fc209b82" providerId="ADAL" clId="{CF9F91B6-EBB2-48E0-8BA7-F0D75AF13957}" dt="2024-09-03T12:58:37.010" v="1938" actId="790"/>
          <ac:spMkLst>
            <pc:docMk/>
            <pc:sldMk cId="3560544941" sldId="511"/>
            <ac:spMk id="4" creationId="{691E4C90-43F9-4806-B621-CF73FEC07738}"/>
          </ac:spMkLst>
        </pc:spChg>
        <pc:spChg chg="add mod ord">
          <ac:chgData name="Julien TERRIER" userId="e38a7381-6e71-427d-838c-0275fc209b82" providerId="ADAL" clId="{CF9F91B6-EBB2-48E0-8BA7-F0D75AF13957}" dt="2024-09-02T14:34:27.621" v="1325" actId="790"/>
          <ac:spMkLst>
            <pc:docMk/>
            <pc:sldMk cId="3560544941" sldId="511"/>
            <ac:spMk id="5" creationId="{623DA77F-E281-E879-C3AD-7F0CE26C3131}"/>
          </ac:spMkLst>
        </pc:spChg>
        <pc:spChg chg="mod">
          <ac:chgData name="Julien TERRIER" userId="e38a7381-6e71-427d-838c-0275fc209b82" providerId="ADAL" clId="{CF9F91B6-EBB2-48E0-8BA7-F0D75AF13957}" dt="2024-09-02T14:34:27.621" v="1329" actId="790"/>
          <ac:spMkLst>
            <pc:docMk/>
            <pc:sldMk cId="3560544941" sldId="511"/>
            <ac:spMk id="6" creationId="{2DD25CCC-2B86-4882-9054-63B2BEE3AAEF}"/>
          </ac:spMkLst>
        </pc:spChg>
        <pc:spChg chg="mod">
          <ac:chgData name="Julien TERRIER" userId="e38a7381-6e71-427d-838c-0275fc209b82" providerId="ADAL" clId="{CF9F91B6-EBB2-48E0-8BA7-F0D75AF13957}" dt="2024-09-02T14:34:27.636" v="1330" actId="790"/>
          <ac:spMkLst>
            <pc:docMk/>
            <pc:sldMk cId="3560544941" sldId="511"/>
            <ac:spMk id="7" creationId="{8D034C26-D87A-4BBE-81F8-565716DAD312}"/>
          </ac:spMkLst>
        </pc:spChg>
        <pc:spChg chg="mod">
          <ac:chgData name="Julien TERRIER" userId="e38a7381-6e71-427d-838c-0275fc209b82" providerId="ADAL" clId="{CF9F91B6-EBB2-48E0-8BA7-F0D75AF13957}" dt="2024-09-02T14:34:27.636" v="1331" actId="790"/>
          <ac:spMkLst>
            <pc:docMk/>
            <pc:sldMk cId="3560544941" sldId="511"/>
            <ac:spMk id="8" creationId="{09D90F5F-1063-45B1-AD94-C10920D1D956}"/>
          </ac:spMkLst>
        </pc:spChg>
        <pc:spChg chg="mod">
          <ac:chgData name="Julien TERRIER" userId="e38a7381-6e71-427d-838c-0275fc209b82" providerId="ADAL" clId="{CF9F91B6-EBB2-48E0-8BA7-F0D75AF13957}" dt="2024-09-02T14:34:27.636" v="1332" actId="790"/>
          <ac:spMkLst>
            <pc:docMk/>
            <pc:sldMk cId="3560544941" sldId="511"/>
            <ac:spMk id="11" creationId="{7A3F5F65-D1FC-4C45-B953-8AF1752B2C01}"/>
          </ac:spMkLst>
        </pc:spChg>
        <pc:spChg chg="mod">
          <ac:chgData name="Julien TERRIER" userId="e38a7381-6e71-427d-838c-0275fc209b82" providerId="ADAL" clId="{CF9F91B6-EBB2-48E0-8BA7-F0D75AF13957}" dt="2024-09-02T14:34:27.636" v="1333" actId="790"/>
          <ac:spMkLst>
            <pc:docMk/>
            <pc:sldMk cId="3560544941" sldId="511"/>
            <ac:spMk id="12" creationId="{25D71E37-1679-4658-AC52-8DB73D20F2EE}"/>
          </ac:spMkLst>
        </pc:spChg>
        <pc:spChg chg="mod">
          <ac:chgData name="Julien TERRIER" userId="e38a7381-6e71-427d-838c-0275fc209b82" providerId="ADAL" clId="{CF9F91B6-EBB2-48E0-8BA7-F0D75AF13957}" dt="2024-09-02T14:34:27.636" v="1334" actId="790"/>
          <ac:spMkLst>
            <pc:docMk/>
            <pc:sldMk cId="3560544941" sldId="511"/>
            <ac:spMk id="13" creationId="{C3F4D458-27D7-46FD-A95E-BB1590DF66EE}"/>
          </ac:spMkLst>
        </pc:spChg>
        <pc:spChg chg="mod">
          <ac:chgData name="Julien TERRIER" userId="e38a7381-6e71-427d-838c-0275fc209b82" providerId="ADAL" clId="{CF9F91B6-EBB2-48E0-8BA7-F0D75AF13957}" dt="2024-09-02T14:34:27.636" v="1335" actId="790"/>
          <ac:spMkLst>
            <pc:docMk/>
            <pc:sldMk cId="3560544941" sldId="511"/>
            <ac:spMk id="14" creationId="{B86BF0CE-2D8A-4645-9940-DDE893B87A97}"/>
          </ac:spMkLst>
        </pc:spChg>
        <pc:spChg chg="add del mod">
          <ac:chgData name="Julien TERRIER" userId="e38a7381-6e71-427d-838c-0275fc209b82" providerId="ADAL" clId="{CF9F91B6-EBB2-48E0-8BA7-F0D75AF13957}" dt="2024-09-02T14:34:26.633" v="1054" actId="6264"/>
          <ac:spMkLst>
            <pc:docMk/>
            <pc:sldMk cId="3560544941" sldId="511"/>
            <ac:spMk id="15" creationId="{901D7B26-B03E-F223-D11F-4B79CEBFF60E}"/>
          </ac:spMkLst>
        </pc:spChg>
        <pc:spChg chg="add del mod">
          <ac:chgData name="Julien TERRIER" userId="e38a7381-6e71-427d-838c-0275fc209b82" providerId="ADAL" clId="{CF9F91B6-EBB2-48E0-8BA7-F0D75AF13957}" dt="2024-09-02T14:34:26.633" v="1054" actId="6264"/>
          <ac:spMkLst>
            <pc:docMk/>
            <pc:sldMk cId="3560544941" sldId="511"/>
            <ac:spMk id="16" creationId="{7C0C0C4E-DD14-5FA2-3130-FD7D02E810D4}"/>
          </ac:spMkLst>
        </pc:spChg>
        <pc:spChg chg="add del mod">
          <ac:chgData name="Julien TERRIER" userId="e38a7381-6e71-427d-838c-0275fc209b82" providerId="ADAL" clId="{CF9F91B6-EBB2-48E0-8BA7-F0D75AF13957}" dt="2024-09-02T14:34:26.633" v="1054" actId="6264"/>
          <ac:spMkLst>
            <pc:docMk/>
            <pc:sldMk cId="3560544941" sldId="511"/>
            <ac:spMk id="17" creationId="{AB15890E-3517-4A2D-548B-F0C403107BFF}"/>
          </ac:spMkLst>
        </pc:spChg>
        <pc:spChg chg="add del mod ord">
          <ac:chgData name="Julien TERRIER" userId="e38a7381-6e71-427d-838c-0275fc209b82" providerId="ADAL" clId="{CF9F91B6-EBB2-48E0-8BA7-F0D75AF13957}" dt="2024-09-03T12:57:22.801" v="1932" actId="478"/>
          <ac:spMkLst>
            <pc:docMk/>
            <pc:sldMk cId="3560544941" sldId="511"/>
            <ac:spMk id="18" creationId="{308FEEA8-C8CA-57D4-0D48-856BCF03F8EE}"/>
          </ac:spMkLst>
        </pc:spChg>
        <pc:grpChg chg="mod">
          <ac:chgData name="Julien TERRIER" userId="e38a7381-6e71-427d-838c-0275fc209b82" providerId="ADAL" clId="{CF9F91B6-EBB2-48E0-8BA7-F0D75AF13957}" dt="2024-09-02T14:34:25.535" v="432"/>
          <ac:grpSpMkLst>
            <pc:docMk/>
            <pc:sldMk cId="3560544941" sldId="511"/>
            <ac:grpSpMk id="9" creationId="{85DA74EE-FAAD-40BA-B017-2718C1A876E8}"/>
          </ac:grpSpMkLst>
        </pc:grpChg>
        <pc:picChg chg="mod">
          <ac:chgData name="Julien TERRIER" userId="e38a7381-6e71-427d-838c-0275fc209b82" providerId="ADAL" clId="{CF9F91B6-EBB2-48E0-8BA7-F0D75AF13957}" dt="2024-09-02T14:34:25.535" v="432"/>
          <ac:picMkLst>
            <pc:docMk/>
            <pc:sldMk cId="3560544941" sldId="511"/>
            <ac:picMk id="10" creationId="{E12A1223-39E1-4A4A-BB0A-DD4246746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339" v="1167" actId="1589"/>
              <pc2:cmMkLst xmlns:pc2="http://schemas.microsoft.com/office/powerpoint/2019/9/main/command">
                <pc:docMk/>
                <pc:sldMk cId="3560544941" sldId="511"/>
                <pc2:cmMk id="{A2FFAAB8-3BD4-403C-BFFD-4883EDFA16C5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4:09:25.687" v="2100" actId="478"/>
        <pc:sldMkLst>
          <pc:docMk/>
          <pc:sldMk cId="4197510233" sldId="512"/>
        </pc:sldMkLst>
        <pc:spChg chg="del mod">
          <ac:chgData name="Julien TERRIER" userId="e38a7381-6e71-427d-838c-0275fc209b82" providerId="ADAL" clId="{CF9F91B6-EBB2-48E0-8BA7-F0D75AF13957}" dt="2024-09-02T14:34:25.676" v="560"/>
          <ac:spMkLst>
            <pc:docMk/>
            <pc:sldMk cId="4197510233" sldId="512"/>
            <ac:spMk id="2" creationId="{7FA78EC3-DFC8-4984-AD31-C521269C08B0}"/>
          </ac:spMkLst>
        </pc:spChg>
        <pc:spChg chg="del mod ord">
          <ac:chgData name="Julien TERRIER" userId="e38a7381-6e71-427d-838c-0275fc209b82" providerId="ADAL" clId="{CF9F91B6-EBB2-48E0-8BA7-F0D75AF13957}" dt="2024-09-03T14:09:22.186" v="2099" actId="478"/>
          <ac:spMkLst>
            <pc:docMk/>
            <pc:sldMk cId="4197510233" sldId="512"/>
            <ac:spMk id="3" creationId="{49DC6FAD-B748-4F2E-B476-AE4726E5DE4F}"/>
          </ac:spMkLst>
        </pc:spChg>
        <pc:spChg chg="mod ord">
          <ac:chgData name="Julien TERRIER" userId="e38a7381-6e71-427d-838c-0275fc209b82" providerId="ADAL" clId="{CF9F91B6-EBB2-48E0-8BA7-F0D75AF13957}" dt="2024-09-03T14:08:55.447" v="2095" actId="790"/>
          <ac:spMkLst>
            <pc:docMk/>
            <pc:sldMk cId="4197510233" sldId="512"/>
            <ac:spMk id="4" creationId="{5FBD2DCD-CEFB-4F76-A853-0B5C5D3B2ABF}"/>
          </ac:spMkLst>
        </pc:spChg>
        <pc:spChg chg="mod">
          <ac:chgData name="Julien TERRIER" userId="e38a7381-6e71-427d-838c-0275fc209b82" providerId="ADAL" clId="{CF9F91B6-EBB2-48E0-8BA7-F0D75AF13957}" dt="2024-09-02T14:34:27.652" v="1344" actId="790"/>
          <ac:spMkLst>
            <pc:docMk/>
            <pc:sldMk cId="4197510233" sldId="512"/>
            <ac:spMk id="5" creationId="{259759FB-95AC-4B6B-8346-2F26CAA061F2}"/>
          </ac:spMkLst>
        </pc:spChg>
        <pc:spChg chg="mod">
          <ac:chgData name="Julien TERRIER" userId="e38a7381-6e71-427d-838c-0275fc209b82" providerId="ADAL" clId="{CF9F91B6-EBB2-48E0-8BA7-F0D75AF13957}" dt="2024-09-03T14:09:16.784" v="2098" actId="790"/>
          <ac:spMkLst>
            <pc:docMk/>
            <pc:sldMk cId="4197510233" sldId="512"/>
            <ac:spMk id="6" creationId="{CD6B62E0-046B-447D-8051-D36B7EDB4783}"/>
          </ac:spMkLst>
        </pc:spChg>
        <pc:spChg chg="mod">
          <ac:chgData name="Julien TERRIER" userId="e38a7381-6e71-427d-838c-0275fc209b82" providerId="ADAL" clId="{CF9F91B6-EBB2-48E0-8BA7-F0D75AF13957}" dt="2024-09-02T14:34:27.636" v="1343" actId="790"/>
          <ac:spMkLst>
            <pc:docMk/>
            <pc:sldMk cId="4197510233" sldId="512"/>
            <ac:spMk id="11" creationId="{B3A1DC1D-34F2-4E53-8501-7048C5E7A2D4}"/>
          </ac:spMkLst>
        </pc:spChg>
        <pc:spChg chg="add del mod ord">
          <ac:chgData name="Julien TERRIER" userId="e38a7381-6e71-427d-838c-0275fc209b82" providerId="ADAL" clId="{CF9F91B6-EBB2-48E0-8BA7-F0D75AF13957}" dt="2024-09-03T14:09:25.687" v="2100" actId="478"/>
          <ac:spMkLst>
            <pc:docMk/>
            <pc:sldMk cId="4197510233" sldId="512"/>
            <ac:spMk id="12" creationId="{8E7517DC-2BB5-154C-358C-BF81C82CB8CD}"/>
          </ac:spMkLst>
        </pc:spChg>
        <pc:spChg chg="add del mod">
          <ac:chgData name="Julien TERRIER" userId="e38a7381-6e71-427d-838c-0275fc209b82" providerId="ADAL" clId="{CF9F91B6-EBB2-48E0-8BA7-F0D75AF13957}" dt="2024-09-02T14:34:26.648" v="1055" actId="6264"/>
          <ac:spMkLst>
            <pc:docMk/>
            <pc:sldMk cId="4197510233" sldId="512"/>
            <ac:spMk id="13" creationId="{0EF1BA29-E651-A724-A6B3-91762542FDA4}"/>
          </ac:spMkLst>
        </pc:spChg>
        <pc:spChg chg="add del mod">
          <ac:chgData name="Julien TERRIER" userId="e38a7381-6e71-427d-838c-0275fc209b82" providerId="ADAL" clId="{CF9F91B6-EBB2-48E0-8BA7-F0D75AF13957}" dt="2024-09-02T14:34:26.648" v="1055" actId="6264"/>
          <ac:spMkLst>
            <pc:docMk/>
            <pc:sldMk cId="4197510233" sldId="512"/>
            <ac:spMk id="14" creationId="{82FAAFCA-C331-9CF9-B7F3-CE768CB24CD3}"/>
          </ac:spMkLst>
        </pc:spChg>
        <pc:spChg chg="add del mod">
          <ac:chgData name="Julien TERRIER" userId="e38a7381-6e71-427d-838c-0275fc209b82" providerId="ADAL" clId="{CF9F91B6-EBB2-48E0-8BA7-F0D75AF13957}" dt="2024-09-02T14:34:26.648" v="1055" actId="6264"/>
          <ac:spMkLst>
            <pc:docMk/>
            <pc:sldMk cId="4197510233" sldId="512"/>
            <ac:spMk id="15" creationId="{C2B2B3A1-A334-6606-6C8E-14DF2FB70ED2}"/>
          </ac:spMkLst>
        </pc:spChg>
        <pc:spChg chg="add del mod ord">
          <ac:chgData name="Julien TERRIER" userId="e38a7381-6e71-427d-838c-0275fc209b82" providerId="ADAL" clId="{CF9F91B6-EBB2-48E0-8BA7-F0D75AF13957}" dt="2024-09-03T14:08:46.812" v="2092" actId="478"/>
          <ac:spMkLst>
            <pc:docMk/>
            <pc:sldMk cId="4197510233" sldId="512"/>
            <ac:spMk id="16" creationId="{D5994A13-3F20-23AD-4E61-6A6556032BC1}"/>
          </ac:spMkLst>
        </pc:spChg>
        <pc:picChg chg="mod">
          <ac:chgData name="Julien TERRIER" userId="e38a7381-6e71-427d-838c-0275fc209b82" providerId="ADAL" clId="{CF9F91B6-EBB2-48E0-8BA7-F0D75AF13957}" dt="2024-09-02T14:34:25.535" v="439"/>
          <ac:picMkLst>
            <pc:docMk/>
            <pc:sldMk cId="4197510233" sldId="512"/>
            <ac:picMk id="7" creationId="{CC45B8A3-CACD-4E24-80D7-B9050BAC7283}"/>
          </ac:picMkLst>
        </pc:picChg>
        <pc:picChg chg="mod">
          <ac:chgData name="Julien TERRIER" userId="e38a7381-6e71-427d-838c-0275fc209b82" providerId="ADAL" clId="{CF9F91B6-EBB2-48E0-8BA7-F0D75AF13957}" dt="2024-09-02T14:34:25.535" v="446"/>
          <ac:picMkLst>
            <pc:docMk/>
            <pc:sldMk cId="4197510233" sldId="512"/>
            <ac:picMk id="8" creationId="{B9156D25-9479-4B85-909A-DB96FA90C2D7}"/>
          </ac:picMkLst>
        </pc:picChg>
        <pc:picChg chg="mod">
          <ac:chgData name="Julien TERRIER" userId="e38a7381-6e71-427d-838c-0275fc209b82" providerId="ADAL" clId="{CF9F91B6-EBB2-48E0-8BA7-F0D75AF13957}" dt="2024-09-02T14:34:25.535" v="453"/>
          <ac:picMkLst>
            <pc:docMk/>
            <pc:sldMk cId="4197510233" sldId="512"/>
            <ac:picMk id="10" creationId="{E2D70F0D-93C2-4D99-94D4-5CCCEEE0C550}"/>
          </ac:picMkLst>
        </pc:picChg>
        <pc:cxnChg chg="mod">
          <ac:chgData name="Julien TERRIER" userId="e38a7381-6e71-427d-838c-0275fc209b82" providerId="ADAL" clId="{CF9F91B6-EBB2-48E0-8BA7-F0D75AF13957}" dt="2024-09-02T14:34:24.828" v="244" actId="208"/>
          <ac:cxnSpMkLst>
            <pc:docMk/>
            <pc:sldMk cId="4197510233" sldId="512"/>
            <ac:cxnSpMk id="9" creationId="{58E53DCA-6DF2-4D73-9890-4A48275C304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358" v="1169" actId="1589"/>
              <pc2:cmMkLst xmlns:pc2="http://schemas.microsoft.com/office/powerpoint/2019/9/main/command">
                <pc:docMk/>
                <pc:sldMk cId="4197510233" sldId="512"/>
                <pc2:cmMk id="{8AD35E2F-DA58-48F7-B523-BC6452B0428D}"/>
              </pc2:cmMkLst>
            </pc226:cmChg>
          </p:ext>
        </pc:extLst>
      </pc:sldChg>
      <pc:sldChg chg="addSp delSp modSp del mod modTransition addCm modCm chgLayout modNotes">
        <pc:chgData name="Julien TERRIER" userId="e38a7381-6e71-427d-838c-0275fc209b82" providerId="ADAL" clId="{CF9F91B6-EBB2-48E0-8BA7-F0D75AF13957}" dt="2024-09-02T14:38:57.802" v="1443" actId="2696"/>
        <pc:sldMkLst>
          <pc:docMk/>
          <pc:sldMk cId="4113719392" sldId="559"/>
        </pc:sldMkLst>
        <pc:spChg chg="del mod">
          <ac:chgData name="Julien TERRIER" userId="e38a7381-6e71-427d-838c-0275fc209b82" providerId="ADAL" clId="{CF9F91B6-EBB2-48E0-8BA7-F0D75AF13957}" dt="2024-09-02T14:34:25.676" v="530"/>
          <ac:spMkLst>
            <pc:docMk/>
            <pc:sldMk cId="4113719392" sldId="559"/>
            <ac:spMk id="2" creationId="{2347F326-993C-4AF9-AA58-80626E945B30}"/>
          </ac:spMkLst>
        </pc:spChg>
        <pc:spChg chg="mod ord">
          <ac:chgData name="Julien TERRIER" userId="e38a7381-6e71-427d-838c-0275fc209b82" providerId="ADAL" clId="{CF9F91B6-EBB2-48E0-8BA7-F0D75AF13957}" dt="2024-09-02T14:34:27.458" v="1185" actId="790"/>
          <ac:spMkLst>
            <pc:docMk/>
            <pc:sldMk cId="4113719392" sldId="559"/>
            <ac:spMk id="3" creationId="{3090E5F5-F5ED-44BE-AE07-19CA7CA79906}"/>
          </ac:spMkLst>
        </pc:spChg>
        <pc:spChg chg="mod ord">
          <ac:chgData name="Julien TERRIER" userId="e38a7381-6e71-427d-838c-0275fc209b82" providerId="ADAL" clId="{CF9F91B6-EBB2-48E0-8BA7-F0D75AF13957}" dt="2024-09-02T14:34:27.458" v="1186" actId="790"/>
          <ac:spMkLst>
            <pc:docMk/>
            <pc:sldMk cId="4113719392" sldId="559"/>
            <ac:spMk id="4" creationId="{5E110484-7C01-4617-903A-503AD67ED395}"/>
          </ac:spMkLst>
        </pc:spChg>
        <pc:spChg chg="mod ord">
          <ac:chgData name="Julien TERRIER" userId="e38a7381-6e71-427d-838c-0275fc209b82" providerId="ADAL" clId="{CF9F91B6-EBB2-48E0-8BA7-F0D75AF13957}" dt="2024-09-02T14:34:27.887" v="1364" actId="27636"/>
          <ac:spMkLst>
            <pc:docMk/>
            <pc:sldMk cId="4113719392" sldId="559"/>
            <ac:spMk id="5" creationId="{4A0BAB5A-BB55-46E0-9F57-B6937674FD25}"/>
          </ac:spMkLst>
        </pc:spChg>
        <pc:spChg chg="add mod ord">
          <ac:chgData name="Julien TERRIER" userId="e38a7381-6e71-427d-838c-0275fc209b82" providerId="ADAL" clId="{CF9F91B6-EBB2-48E0-8BA7-F0D75AF13957}" dt="2024-09-02T14:34:27.458" v="1184" actId="790"/>
          <ac:spMkLst>
            <pc:docMk/>
            <pc:sldMk cId="4113719392" sldId="559"/>
            <ac:spMk id="8" creationId="{11219777-2AE7-6271-0DE7-AE77B54905EE}"/>
          </ac:spMkLst>
        </pc:spChg>
        <pc:spChg chg="add del mod">
          <ac:chgData name="Julien TERRIER" userId="e38a7381-6e71-427d-838c-0275fc209b82" providerId="ADAL" clId="{CF9F91B6-EBB2-48E0-8BA7-F0D75AF13957}" dt="2024-09-02T14:34:26.115" v="1040" actId="6264"/>
          <ac:spMkLst>
            <pc:docMk/>
            <pc:sldMk cId="4113719392" sldId="559"/>
            <ac:spMk id="9" creationId="{E529EFE1-21D6-F7A8-8086-641E3154BF80}"/>
          </ac:spMkLst>
        </pc:spChg>
        <pc:spChg chg="add del mod">
          <ac:chgData name="Julien TERRIER" userId="e38a7381-6e71-427d-838c-0275fc209b82" providerId="ADAL" clId="{CF9F91B6-EBB2-48E0-8BA7-F0D75AF13957}" dt="2024-09-02T14:34:26.115" v="1040" actId="6264"/>
          <ac:spMkLst>
            <pc:docMk/>
            <pc:sldMk cId="4113719392" sldId="559"/>
            <ac:spMk id="10" creationId="{53876FCE-6B42-619C-BC3C-478326CCE65E}"/>
          </ac:spMkLst>
        </pc:spChg>
        <pc:spChg chg="add del mod">
          <ac:chgData name="Julien TERRIER" userId="e38a7381-6e71-427d-838c-0275fc209b82" providerId="ADAL" clId="{CF9F91B6-EBB2-48E0-8BA7-F0D75AF13957}" dt="2024-09-02T14:34:26.115" v="1040" actId="6264"/>
          <ac:spMkLst>
            <pc:docMk/>
            <pc:sldMk cId="4113719392" sldId="559"/>
            <ac:spMk id="11" creationId="{CA3036A6-A9D7-47C2-019E-655F3D7BEC3C}"/>
          </ac:spMkLst>
        </pc:spChg>
        <pc:spChg chg="add del mod">
          <ac:chgData name="Julien TERRIER" userId="e38a7381-6e71-427d-838c-0275fc209b82" providerId="ADAL" clId="{CF9F91B6-EBB2-48E0-8BA7-F0D75AF13957}" dt="2024-09-02T14:34:26.115" v="1040" actId="6264"/>
          <ac:spMkLst>
            <pc:docMk/>
            <pc:sldMk cId="4113719392" sldId="559"/>
            <ac:spMk id="12" creationId="{BBD90514-F89C-1311-C893-C791634AB623}"/>
          </ac:spMkLst>
        </pc:spChg>
        <pc:picChg chg="mod">
          <ac:chgData name="Julien TERRIER" userId="e38a7381-6e71-427d-838c-0275fc209b82" providerId="ADAL" clId="{CF9F91B6-EBB2-48E0-8BA7-F0D75AF13957}" dt="2024-09-02T14:34:25.503" v="333"/>
          <ac:picMkLst>
            <pc:docMk/>
            <pc:sldMk cId="4113719392" sldId="559"/>
            <ac:picMk id="6" creationId="{B9DF16C9-BA6A-46BB-AF98-C4D2B83185C5}"/>
          </ac:picMkLst>
        </pc:picChg>
        <pc:picChg chg="mod">
          <ac:chgData name="Julien TERRIER" userId="e38a7381-6e71-427d-838c-0275fc209b82" providerId="ADAL" clId="{CF9F91B6-EBB2-48E0-8BA7-F0D75AF13957}" dt="2024-09-02T14:34:25.503" v="337"/>
          <ac:picMkLst>
            <pc:docMk/>
            <pc:sldMk cId="4113719392" sldId="559"/>
            <ac:picMk id="7" creationId="{54147ADD-7875-44BA-AC4F-8175FEBA5C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009" v="1139" actId="1589"/>
              <pc2:cmMkLst xmlns:pc2="http://schemas.microsoft.com/office/powerpoint/2019/9/main/command">
                <pc:docMk/>
                <pc:sldMk cId="4113719392" sldId="559"/>
                <pc2:cmMk id="{328D87FF-F5EF-4308-B08F-6B3BAC0F23F6}"/>
              </pc2:cmMkLst>
            </pc226:cmChg>
          </p:ext>
        </pc:extLst>
      </pc:sldChg>
      <pc:sldChg chg="addSp delSp modSp del mod modTransition addCm modCm chgLayout modNotes">
        <pc:chgData name="Julien TERRIER" userId="e38a7381-6e71-427d-838c-0275fc209b82" providerId="ADAL" clId="{CF9F91B6-EBB2-48E0-8BA7-F0D75AF13957}" dt="2024-09-03T14:10:12.496" v="2101" actId="47"/>
        <pc:sldMkLst>
          <pc:docMk/>
          <pc:sldMk cId="3441545768" sldId="578"/>
        </pc:sldMkLst>
        <pc:spChg chg="del mod">
          <ac:chgData name="Julien TERRIER" userId="e38a7381-6e71-427d-838c-0275fc209b82" providerId="ADAL" clId="{CF9F91B6-EBB2-48E0-8BA7-F0D75AF13957}" dt="2024-09-02T14:34:25.880" v="852"/>
          <ac:spMkLst>
            <pc:docMk/>
            <pc:sldMk cId="3441545768" sldId="578"/>
            <ac:spMk id="2" creationId="{97262D70-7585-4061-BE29-48EBE368065E}"/>
          </ac:spMkLst>
        </pc:spChg>
        <pc:spChg chg="mod ord">
          <ac:chgData name="Julien TERRIER" userId="e38a7381-6e71-427d-838c-0275fc209b82" providerId="ADAL" clId="{CF9F91B6-EBB2-48E0-8BA7-F0D75AF13957}" dt="2024-09-02T14:34:28.029" v="1372" actId="27636"/>
          <ac:spMkLst>
            <pc:docMk/>
            <pc:sldMk cId="3441545768" sldId="578"/>
            <ac:spMk id="3" creationId="{2682D6E1-4298-448D-A54E-0EB9A4B51987}"/>
          </ac:spMkLst>
        </pc:spChg>
        <pc:spChg chg="mod">
          <ac:chgData name="Julien TERRIER" userId="e38a7381-6e71-427d-838c-0275fc209b82" providerId="ADAL" clId="{CF9F91B6-EBB2-48E0-8BA7-F0D75AF13957}" dt="2024-09-02T14:34:27.659" v="1350" actId="790"/>
          <ac:spMkLst>
            <pc:docMk/>
            <pc:sldMk cId="3441545768" sldId="578"/>
            <ac:spMk id="5" creationId="{44DE5F87-A635-4315-A484-308434D772CE}"/>
          </ac:spMkLst>
        </pc:spChg>
        <pc:spChg chg="mod ord">
          <ac:chgData name="Julien TERRIER" userId="e38a7381-6e71-427d-838c-0275fc209b82" providerId="ADAL" clId="{CF9F91B6-EBB2-48E0-8BA7-F0D75AF13957}" dt="2024-09-02T14:34:27.659" v="1349" actId="790"/>
          <ac:spMkLst>
            <pc:docMk/>
            <pc:sldMk cId="3441545768" sldId="578"/>
            <ac:spMk id="6" creationId="{9F58C496-A5F1-4277-953E-237EAB82BE02}"/>
          </ac:spMkLst>
        </pc:spChg>
        <pc:spChg chg="mod">
          <ac:chgData name="Julien TERRIER" userId="e38a7381-6e71-427d-838c-0275fc209b82" providerId="ADAL" clId="{CF9F91B6-EBB2-48E0-8BA7-F0D75AF13957}" dt="2024-09-02T14:34:27.659" v="1351" actId="790"/>
          <ac:spMkLst>
            <pc:docMk/>
            <pc:sldMk cId="3441545768" sldId="578"/>
            <ac:spMk id="8" creationId="{863CFF52-9F56-4588-B7AD-39419730FB85}"/>
          </ac:spMkLst>
        </pc:spChg>
        <pc:spChg chg="add mod ord">
          <ac:chgData name="Julien TERRIER" userId="e38a7381-6e71-427d-838c-0275fc209b82" providerId="ADAL" clId="{CF9F91B6-EBB2-48E0-8BA7-F0D75AF13957}" dt="2024-09-02T14:34:27.659" v="1347" actId="790"/>
          <ac:spMkLst>
            <pc:docMk/>
            <pc:sldMk cId="3441545768" sldId="578"/>
            <ac:spMk id="10" creationId="{6109392F-D67C-D6F4-494D-35EFAD01D205}"/>
          </ac:spMkLst>
        </pc:spChg>
        <pc:spChg chg="add del mod">
          <ac:chgData name="Julien TERRIER" userId="e38a7381-6e71-427d-838c-0275fc209b82" providerId="ADAL" clId="{CF9F91B6-EBB2-48E0-8BA7-F0D75AF13957}" dt="2024-09-02T14:34:26.696" v="1056" actId="6264"/>
          <ac:spMkLst>
            <pc:docMk/>
            <pc:sldMk cId="3441545768" sldId="578"/>
            <ac:spMk id="11" creationId="{BB267273-E04D-09AD-DC40-594C8640495E}"/>
          </ac:spMkLst>
        </pc:spChg>
        <pc:spChg chg="add del mod">
          <ac:chgData name="Julien TERRIER" userId="e38a7381-6e71-427d-838c-0275fc209b82" providerId="ADAL" clId="{CF9F91B6-EBB2-48E0-8BA7-F0D75AF13957}" dt="2024-09-02T14:34:26.696" v="1056" actId="6264"/>
          <ac:spMkLst>
            <pc:docMk/>
            <pc:sldMk cId="3441545768" sldId="578"/>
            <ac:spMk id="12" creationId="{E009FFDD-5679-B9E3-2020-F5B7012EEB62}"/>
          </ac:spMkLst>
        </pc:spChg>
        <pc:spChg chg="add del mod">
          <ac:chgData name="Julien TERRIER" userId="e38a7381-6e71-427d-838c-0275fc209b82" providerId="ADAL" clId="{CF9F91B6-EBB2-48E0-8BA7-F0D75AF13957}" dt="2024-09-02T14:34:26.696" v="1056" actId="6264"/>
          <ac:spMkLst>
            <pc:docMk/>
            <pc:sldMk cId="3441545768" sldId="578"/>
            <ac:spMk id="13" creationId="{4DF027A5-2BE2-12CC-C1CF-64ACF308051E}"/>
          </ac:spMkLst>
        </pc:spChg>
        <pc:grpChg chg="mod">
          <ac:chgData name="Julien TERRIER" userId="e38a7381-6e71-427d-838c-0275fc209b82" providerId="ADAL" clId="{CF9F91B6-EBB2-48E0-8BA7-F0D75AF13957}" dt="2024-09-02T14:34:25.535" v="460"/>
          <ac:grpSpMkLst>
            <pc:docMk/>
            <pc:sldMk cId="3441545768" sldId="578"/>
            <ac:grpSpMk id="7" creationId="{DDFB16E7-A7D5-4BC8-BC8C-66F1E33DFED2}"/>
          </ac:grpSpMkLst>
        </pc:grpChg>
        <pc:picChg chg="mod">
          <ac:chgData name="Julien TERRIER" userId="e38a7381-6e71-427d-838c-0275fc209b82" providerId="ADAL" clId="{CF9F91B6-EBB2-48E0-8BA7-F0D75AF13957}" dt="2024-09-02T14:34:25.535" v="460"/>
          <ac:picMkLst>
            <pc:docMk/>
            <pc:sldMk cId="3441545768" sldId="578"/>
            <ac:picMk id="4" creationId="{F4059FA5-A374-45FE-83EA-E880367CFD12}"/>
          </ac:picMkLst>
        </pc:picChg>
        <pc:picChg chg="mod">
          <ac:chgData name="Julien TERRIER" userId="e38a7381-6e71-427d-838c-0275fc209b82" providerId="ADAL" clId="{CF9F91B6-EBB2-48E0-8BA7-F0D75AF13957}" dt="2024-09-02T14:34:25.535" v="467"/>
          <ac:picMkLst>
            <pc:docMk/>
            <pc:sldMk cId="3441545768" sldId="578"/>
            <ac:picMk id="9" creationId="{AADB21A0-EC21-425F-9FD7-030B2C50EDA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386" v="1171" actId="1589"/>
              <pc2:cmMkLst xmlns:pc2="http://schemas.microsoft.com/office/powerpoint/2019/9/main/command">
                <pc:docMk/>
                <pc:sldMk cId="3441545768" sldId="578"/>
                <pc2:cmMk id="{2D81F7E9-3F62-433F-AD82-4CC4D73251E5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10-03T13:49:42.641" v="2180" actId="20577"/>
        <pc:sldMkLst>
          <pc:docMk/>
          <pc:sldMk cId="1581097946" sldId="579"/>
        </pc:sldMkLst>
        <pc:spChg chg="del mod">
          <ac:chgData name="Julien TERRIER" userId="e38a7381-6e71-427d-838c-0275fc209b82" providerId="ADAL" clId="{CF9F91B6-EBB2-48E0-8BA7-F0D75AF13957}" dt="2024-09-02T14:34:25.880" v="854"/>
          <ac:spMkLst>
            <pc:docMk/>
            <pc:sldMk cId="1581097946" sldId="579"/>
            <ac:spMk id="2" creationId="{97262D70-7585-4061-BE29-48EBE368065E}"/>
          </ac:spMkLst>
        </pc:spChg>
        <pc:spChg chg="del mod ord">
          <ac:chgData name="Julien TERRIER" userId="e38a7381-6e71-427d-838c-0275fc209b82" providerId="ADAL" clId="{CF9F91B6-EBB2-48E0-8BA7-F0D75AF13957}" dt="2024-09-03T14:11:03.971" v="2120" actId="478"/>
          <ac:spMkLst>
            <pc:docMk/>
            <pc:sldMk cId="1581097946" sldId="579"/>
            <ac:spMk id="3" creationId="{2682D6E1-4298-448D-A54E-0EB9A4B51987}"/>
          </ac:spMkLst>
        </pc:spChg>
        <pc:spChg chg="mod ord">
          <ac:chgData name="Julien TERRIER" userId="e38a7381-6e71-427d-838c-0275fc209b82" providerId="ADAL" clId="{CF9F91B6-EBB2-48E0-8BA7-F0D75AF13957}" dt="2024-09-03T14:13:01.944" v="2141" actId="790"/>
          <ac:spMkLst>
            <pc:docMk/>
            <pc:sldMk cId="1581097946" sldId="579"/>
            <ac:spMk id="4" creationId="{12A837BE-49CE-4FA0-8D1C-41F484DE54DE}"/>
          </ac:spMkLst>
        </pc:spChg>
        <pc:spChg chg="mod ord">
          <ac:chgData name="Julien TERRIER" userId="e38a7381-6e71-427d-838c-0275fc209b82" providerId="ADAL" clId="{CF9F91B6-EBB2-48E0-8BA7-F0D75AF13957}" dt="2024-10-03T13:49:42.641" v="2180" actId="20577"/>
          <ac:spMkLst>
            <pc:docMk/>
            <pc:sldMk cId="1581097946" sldId="579"/>
            <ac:spMk id="5" creationId="{A2AB1583-36D6-43AD-9C5B-80D82DFBDFA8}"/>
          </ac:spMkLst>
        </pc:spChg>
        <pc:spChg chg="add del mod ord">
          <ac:chgData name="Julien TERRIER" userId="e38a7381-6e71-427d-838c-0275fc209b82" providerId="ADAL" clId="{CF9F91B6-EBB2-48E0-8BA7-F0D75AF13957}" dt="2024-09-03T14:13:33.118" v="2143" actId="478"/>
          <ac:spMkLst>
            <pc:docMk/>
            <pc:sldMk cId="1581097946" sldId="579"/>
            <ac:spMk id="6" creationId="{420B7A54-0C90-B82B-B276-5CD9C4619B8A}"/>
          </ac:spMkLst>
        </pc:spChg>
        <pc:spChg chg="add del mod">
          <ac:chgData name="Julien TERRIER" userId="e38a7381-6e71-427d-838c-0275fc209b82" providerId="ADAL" clId="{CF9F91B6-EBB2-48E0-8BA7-F0D75AF13957}" dt="2024-09-02T14:34:26.711" v="1057" actId="6264"/>
          <ac:spMkLst>
            <pc:docMk/>
            <pc:sldMk cId="1581097946" sldId="579"/>
            <ac:spMk id="7" creationId="{B7951E9E-A267-BDEE-5BE9-6D5A61ECBF66}"/>
          </ac:spMkLst>
        </pc:spChg>
        <pc:spChg chg="add del mod">
          <ac:chgData name="Julien TERRIER" userId="e38a7381-6e71-427d-838c-0275fc209b82" providerId="ADAL" clId="{CF9F91B6-EBB2-48E0-8BA7-F0D75AF13957}" dt="2024-09-02T14:34:26.711" v="1057" actId="6264"/>
          <ac:spMkLst>
            <pc:docMk/>
            <pc:sldMk cId="1581097946" sldId="579"/>
            <ac:spMk id="10" creationId="{48AAAB26-810C-2751-21FD-75625A3E155E}"/>
          </ac:spMkLst>
        </pc:spChg>
        <pc:spChg chg="add del mod">
          <ac:chgData name="Julien TERRIER" userId="e38a7381-6e71-427d-838c-0275fc209b82" providerId="ADAL" clId="{CF9F91B6-EBB2-48E0-8BA7-F0D75AF13957}" dt="2024-09-02T14:34:26.711" v="1057" actId="6264"/>
          <ac:spMkLst>
            <pc:docMk/>
            <pc:sldMk cId="1581097946" sldId="579"/>
            <ac:spMk id="11" creationId="{CC6F3D68-A949-F5FF-876C-83E56F0A8FAC}"/>
          </ac:spMkLst>
        </pc:spChg>
        <pc:spChg chg="add del mod">
          <ac:chgData name="Julien TERRIER" userId="e38a7381-6e71-427d-838c-0275fc209b82" providerId="ADAL" clId="{CF9F91B6-EBB2-48E0-8BA7-F0D75AF13957}" dt="2024-09-02T14:34:26.711" v="1057" actId="6264"/>
          <ac:spMkLst>
            <pc:docMk/>
            <pc:sldMk cId="1581097946" sldId="579"/>
            <ac:spMk id="12" creationId="{8FE47320-9A6C-B462-1A1D-DB7BE3A270FD}"/>
          </ac:spMkLst>
        </pc:spChg>
        <pc:picChg chg="mod">
          <ac:chgData name="Julien TERRIER" userId="e38a7381-6e71-427d-838c-0275fc209b82" providerId="ADAL" clId="{CF9F91B6-EBB2-48E0-8BA7-F0D75AF13957}" dt="2024-09-03T14:12:15.722" v="2130" actId="1036"/>
          <ac:picMkLst>
            <pc:docMk/>
            <pc:sldMk cId="1581097946" sldId="579"/>
            <ac:picMk id="8" creationId="{EBC3B598-FE5F-C831-95B6-E6D450765CC2}"/>
          </ac:picMkLst>
        </pc:picChg>
        <pc:picChg chg="mod">
          <ac:chgData name="Julien TERRIER" userId="e38a7381-6e71-427d-838c-0275fc209b82" providerId="ADAL" clId="{CF9F91B6-EBB2-48E0-8BA7-F0D75AF13957}" dt="2024-09-03T14:12:15.722" v="2130" actId="1036"/>
          <ac:picMkLst>
            <pc:docMk/>
            <pc:sldMk cId="1581097946" sldId="579"/>
            <ac:picMk id="9" creationId="{0BE3FD69-E07A-E433-8CA7-DB23613F8F5B}"/>
          </ac:picMkLst>
        </pc:picChg>
        <pc:picChg chg="mod">
          <ac:chgData name="Julien TERRIER" userId="e38a7381-6e71-427d-838c-0275fc209b82" providerId="ADAL" clId="{CF9F91B6-EBB2-48E0-8BA7-F0D75AF13957}" dt="2024-09-02T14:34:25.535" v="474"/>
          <ac:picMkLst>
            <pc:docMk/>
            <pc:sldMk cId="1581097946" sldId="579"/>
            <ac:picMk id="21" creationId="{DF94AF36-D825-49D4-94DA-464725DF6203}"/>
          </ac:picMkLst>
        </pc:picChg>
        <pc:picChg chg="mod">
          <ac:chgData name="Julien TERRIER" userId="e38a7381-6e71-427d-838c-0275fc209b82" providerId="ADAL" clId="{CF9F91B6-EBB2-48E0-8BA7-F0D75AF13957}" dt="2024-09-03T14:10:57.361" v="2119" actId="1038"/>
          <ac:picMkLst>
            <pc:docMk/>
            <pc:sldMk cId="1581097946" sldId="579"/>
            <ac:picMk id="22" creationId="{194E8DEA-E56A-4488-BBEF-B9D3EE42BC4D}"/>
          </ac:picMkLst>
        </pc:picChg>
        <pc:picChg chg="mod">
          <ac:chgData name="Julien TERRIER" userId="e38a7381-6e71-427d-838c-0275fc209b82" providerId="ADAL" clId="{CF9F91B6-EBB2-48E0-8BA7-F0D75AF13957}" dt="2024-09-02T14:34:25.550" v="488"/>
          <ac:picMkLst>
            <pc:docMk/>
            <pc:sldMk cId="1581097946" sldId="579"/>
            <ac:picMk id="23" creationId="{94B02311-601E-4D75-A8C8-B793BB88C700}"/>
          </ac:picMkLst>
        </pc:picChg>
        <pc:cxnChg chg="mod">
          <ac:chgData name="Julien TERRIER" userId="e38a7381-6e71-427d-838c-0275fc209b82" providerId="ADAL" clId="{CF9F91B6-EBB2-48E0-8BA7-F0D75AF13957}" dt="2024-09-03T14:13:39.353" v="2144" actId="14100"/>
          <ac:cxnSpMkLst>
            <pc:docMk/>
            <pc:sldMk cId="1581097946" sldId="579"/>
            <ac:cxnSpMk id="24" creationId="{12CE9D1D-98B0-4C49-93D1-CF12DE22F8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417" v="1173" actId="1589"/>
              <pc2:cmMkLst xmlns:pc2="http://schemas.microsoft.com/office/powerpoint/2019/9/main/command">
                <pc:docMk/>
                <pc:sldMk cId="1581097946" sldId="579"/>
                <pc2:cmMk id="{4C8E05F5-FBEC-43BD-A0D6-EDE5C3D9FA16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2T14:49:36.021" v="1569" actId="478"/>
        <pc:sldMkLst>
          <pc:docMk/>
          <pc:sldMk cId="1183913062" sldId="581"/>
        </pc:sldMkLst>
        <pc:spChg chg="del mod">
          <ac:chgData name="Julien TERRIER" userId="e38a7381-6e71-427d-838c-0275fc209b82" providerId="ADAL" clId="{CF9F91B6-EBB2-48E0-8BA7-F0D75AF13957}" dt="2024-09-02T14:34:25.676" v="534"/>
          <ac:spMkLst>
            <pc:docMk/>
            <pc:sldMk cId="1183913062" sldId="581"/>
            <ac:spMk id="2" creationId="{20C116D9-D255-4004-A3D7-BBA9FC66002E}"/>
          </ac:spMkLst>
        </pc:spChg>
        <pc:spChg chg="del mod ord">
          <ac:chgData name="Julien TERRIER" userId="e38a7381-6e71-427d-838c-0275fc209b82" providerId="ADAL" clId="{CF9F91B6-EBB2-48E0-8BA7-F0D75AF13957}" dt="2024-09-02T14:49:36.021" v="1569" actId="478"/>
          <ac:spMkLst>
            <pc:docMk/>
            <pc:sldMk cId="1183913062" sldId="581"/>
            <ac:spMk id="3" creationId="{C0B1E724-0D4D-4B03-B781-000977532E33}"/>
          </ac:spMkLst>
        </pc:spChg>
        <pc:spChg chg="mod ord">
          <ac:chgData name="Julien TERRIER" userId="e38a7381-6e71-427d-838c-0275fc209b82" providerId="ADAL" clId="{CF9F91B6-EBB2-48E0-8BA7-F0D75AF13957}" dt="2024-09-02T14:48:01.935" v="1556" actId="790"/>
          <ac:spMkLst>
            <pc:docMk/>
            <pc:sldMk cId="1183913062" sldId="581"/>
            <ac:spMk id="4" creationId="{B1F247EE-0800-4104-ACE5-CC44EF3E598F}"/>
          </ac:spMkLst>
        </pc:spChg>
        <pc:spChg chg="mod ord">
          <ac:chgData name="Julien TERRIER" userId="e38a7381-6e71-427d-838c-0275fc209b82" providerId="ADAL" clId="{CF9F91B6-EBB2-48E0-8BA7-F0D75AF13957}" dt="2024-09-02T14:47:55.776" v="1555" actId="790"/>
          <ac:spMkLst>
            <pc:docMk/>
            <pc:sldMk cId="1183913062" sldId="581"/>
            <ac:spMk id="5" creationId="{02497A84-070E-4E53-B746-15F5BADEA28E}"/>
          </ac:spMkLst>
        </pc:spChg>
        <pc:spChg chg="add mod ord">
          <ac:chgData name="Julien TERRIER" userId="e38a7381-6e71-427d-838c-0275fc209b82" providerId="ADAL" clId="{CF9F91B6-EBB2-48E0-8BA7-F0D75AF13957}" dt="2024-09-02T14:34:27.480" v="1198" actId="790"/>
          <ac:spMkLst>
            <pc:docMk/>
            <pc:sldMk cId="1183913062" sldId="581"/>
            <ac:spMk id="6" creationId="{95F1AF2A-4EEE-F043-7165-4B786B466A4B}"/>
          </ac:spMkLst>
        </pc:spChg>
        <pc:spChg chg="add del mod">
          <ac:chgData name="Julien TERRIER" userId="e38a7381-6e71-427d-838c-0275fc209b82" providerId="ADAL" clId="{CF9F91B6-EBB2-48E0-8BA7-F0D75AF13957}" dt="2024-09-02T14:34:26.303" v="1042" actId="6264"/>
          <ac:spMkLst>
            <pc:docMk/>
            <pc:sldMk cId="1183913062" sldId="581"/>
            <ac:spMk id="7" creationId="{9A02C639-E530-F86D-E8C8-89F82B74A49C}"/>
          </ac:spMkLst>
        </pc:spChg>
        <pc:spChg chg="add del mod">
          <ac:chgData name="Julien TERRIER" userId="e38a7381-6e71-427d-838c-0275fc209b82" providerId="ADAL" clId="{CF9F91B6-EBB2-48E0-8BA7-F0D75AF13957}" dt="2024-09-02T14:34:26.303" v="1042" actId="6264"/>
          <ac:spMkLst>
            <pc:docMk/>
            <pc:sldMk cId="1183913062" sldId="581"/>
            <ac:spMk id="9" creationId="{C6DE0193-C90A-C8A7-87F4-2A9D11660F2B}"/>
          </ac:spMkLst>
        </pc:spChg>
        <pc:spChg chg="add del mod">
          <ac:chgData name="Julien TERRIER" userId="e38a7381-6e71-427d-838c-0275fc209b82" providerId="ADAL" clId="{CF9F91B6-EBB2-48E0-8BA7-F0D75AF13957}" dt="2024-09-02T14:34:26.303" v="1042" actId="6264"/>
          <ac:spMkLst>
            <pc:docMk/>
            <pc:sldMk cId="1183913062" sldId="581"/>
            <ac:spMk id="10" creationId="{2CEF8197-E8FD-D7DC-9B05-5B8B195EECB8}"/>
          </ac:spMkLst>
        </pc:spChg>
        <pc:spChg chg="add del mod">
          <ac:chgData name="Julien TERRIER" userId="e38a7381-6e71-427d-838c-0275fc209b82" providerId="ADAL" clId="{CF9F91B6-EBB2-48E0-8BA7-F0D75AF13957}" dt="2024-09-02T14:34:26.303" v="1042" actId="6264"/>
          <ac:spMkLst>
            <pc:docMk/>
            <pc:sldMk cId="1183913062" sldId="581"/>
            <ac:spMk id="11" creationId="{AF630652-1D8F-E75C-8E41-1E681CDD3DDA}"/>
          </ac:spMkLst>
        </pc:spChg>
        <pc:spChg chg="mod">
          <ac:chgData name="Julien TERRIER" userId="e38a7381-6e71-427d-838c-0275fc209b82" providerId="ADAL" clId="{CF9F91B6-EBB2-48E0-8BA7-F0D75AF13957}" dt="2024-09-02T14:34:27.480" v="1202" actId="790"/>
          <ac:spMkLst>
            <pc:docMk/>
            <pc:sldMk cId="1183913062" sldId="581"/>
            <ac:spMk id="40" creationId="{A3B4A4CD-E03F-4F0D-804D-405A919E0145}"/>
          </ac:spMkLst>
        </pc:spChg>
        <pc:spChg chg="mod">
          <ac:chgData name="Julien TERRIER" userId="e38a7381-6e71-427d-838c-0275fc209b82" providerId="ADAL" clId="{CF9F91B6-EBB2-48E0-8BA7-F0D75AF13957}" dt="2024-09-02T14:34:27.480" v="1203" actId="790"/>
          <ac:spMkLst>
            <pc:docMk/>
            <pc:sldMk cId="1183913062" sldId="581"/>
            <ac:spMk id="41" creationId="{416E928A-D27A-4425-BD89-D28D669F39AD}"/>
          </ac:spMkLst>
        </pc:spChg>
        <pc:spChg chg="mod">
          <ac:chgData name="Julien TERRIER" userId="e38a7381-6e71-427d-838c-0275fc209b82" providerId="ADAL" clId="{CF9F91B6-EBB2-48E0-8BA7-F0D75AF13957}" dt="2024-09-02T14:34:27.480" v="1204" actId="790"/>
          <ac:spMkLst>
            <pc:docMk/>
            <pc:sldMk cId="1183913062" sldId="581"/>
            <ac:spMk id="49" creationId="{3EDE35A7-C475-4BD9-A939-F1B243186FBD}"/>
          </ac:spMkLst>
        </pc:spChg>
        <pc:spChg chg="mod">
          <ac:chgData name="Julien TERRIER" userId="e38a7381-6e71-427d-838c-0275fc209b82" providerId="ADAL" clId="{CF9F91B6-EBB2-48E0-8BA7-F0D75AF13957}" dt="2024-09-02T14:34:27.480" v="1205" actId="790"/>
          <ac:spMkLst>
            <pc:docMk/>
            <pc:sldMk cId="1183913062" sldId="581"/>
            <ac:spMk id="50" creationId="{4AD4F312-BD65-45C4-A3E1-A415E141E1B2}"/>
          </ac:spMkLst>
        </pc:spChg>
        <pc:spChg chg="mod">
          <ac:chgData name="Julien TERRIER" userId="e38a7381-6e71-427d-838c-0275fc209b82" providerId="ADAL" clId="{CF9F91B6-EBB2-48E0-8BA7-F0D75AF13957}" dt="2024-09-02T14:34:27.480" v="1206" actId="790"/>
          <ac:spMkLst>
            <pc:docMk/>
            <pc:sldMk cId="1183913062" sldId="581"/>
            <ac:spMk id="51" creationId="{4DDF3FD3-E374-42CE-AE3F-6F43B79CFF2A}"/>
          </ac:spMkLst>
        </pc:spChg>
        <pc:spChg chg="mod">
          <ac:chgData name="Julien TERRIER" userId="e38a7381-6e71-427d-838c-0275fc209b82" providerId="ADAL" clId="{CF9F91B6-EBB2-48E0-8BA7-F0D75AF13957}" dt="2024-09-02T14:34:27.480" v="1207" actId="790"/>
          <ac:spMkLst>
            <pc:docMk/>
            <pc:sldMk cId="1183913062" sldId="581"/>
            <ac:spMk id="52" creationId="{1EC1B431-EBD0-4054-9A07-9207E949818A}"/>
          </ac:spMkLst>
        </pc:spChg>
        <pc:spChg chg="mod">
          <ac:chgData name="Julien TERRIER" userId="e38a7381-6e71-427d-838c-0275fc209b82" providerId="ADAL" clId="{CF9F91B6-EBB2-48E0-8BA7-F0D75AF13957}" dt="2024-09-02T14:34:27.480" v="1208" actId="790"/>
          <ac:spMkLst>
            <pc:docMk/>
            <pc:sldMk cId="1183913062" sldId="581"/>
            <ac:spMk id="53" creationId="{DCAA1B74-8124-4167-AE80-8C0AB915DCAB}"/>
          </ac:spMkLst>
        </pc:spChg>
        <pc:spChg chg="mod">
          <ac:chgData name="Julien TERRIER" userId="e38a7381-6e71-427d-838c-0275fc209b82" providerId="ADAL" clId="{CF9F91B6-EBB2-48E0-8BA7-F0D75AF13957}" dt="2024-09-02T14:34:27.480" v="1209" actId="790"/>
          <ac:spMkLst>
            <pc:docMk/>
            <pc:sldMk cId="1183913062" sldId="581"/>
            <ac:spMk id="54" creationId="{B0C227D0-0527-46DD-826B-AA90E56DB6D6}"/>
          </ac:spMkLst>
        </pc:spChg>
        <pc:spChg chg="mod">
          <ac:chgData name="Julien TERRIER" userId="e38a7381-6e71-427d-838c-0275fc209b82" providerId="ADAL" clId="{CF9F91B6-EBB2-48E0-8BA7-F0D75AF13957}" dt="2024-09-02T14:34:27.480" v="1210" actId="790"/>
          <ac:spMkLst>
            <pc:docMk/>
            <pc:sldMk cId="1183913062" sldId="581"/>
            <ac:spMk id="55" creationId="{25966221-2D95-4623-A449-34C28E82C5CB}"/>
          </ac:spMkLst>
        </pc:spChg>
        <pc:spChg chg="mod">
          <ac:chgData name="Julien TERRIER" userId="e38a7381-6e71-427d-838c-0275fc209b82" providerId="ADAL" clId="{CF9F91B6-EBB2-48E0-8BA7-F0D75AF13957}" dt="2024-09-02T14:34:27.480" v="1211" actId="790"/>
          <ac:spMkLst>
            <pc:docMk/>
            <pc:sldMk cId="1183913062" sldId="581"/>
            <ac:spMk id="56" creationId="{40ADB4F1-34DC-4E73-A0C5-43E9534F412D}"/>
          </ac:spMkLst>
        </pc:spChg>
        <pc:spChg chg="mod">
          <ac:chgData name="Julien TERRIER" userId="e38a7381-6e71-427d-838c-0275fc209b82" providerId="ADAL" clId="{CF9F91B6-EBB2-48E0-8BA7-F0D75AF13957}" dt="2024-09-02T14:34:27.480" v="1212" actId="790"/>
          <ac:spMkLst>
            <pc:docMk/>
            <pc:sldMk cId="1183913062" sldId="581"/>
            <ac:spMk id="57" creationId="{47D1C259-1E5E-423F-B8EB-43BEB1BABDCB}"/>
          </ac:spMkLst>
        </pc:spChg>
        <pc:spChg chg="mod">
          <ac:chgData name="Julien TERRIER" userId="e38a7381-6e71-427d-838c-0275fc209b82" providerId="ADAL" clId="{CF9F91B6-EBB2-48E0-8BA7-F0D75AF13957}" dt="2024-09-02T14:34:27.496" v="1213" actId="790"/>
          <ac:spMkLst>
            <pc:docMk/>
            <pc:sldMk cId="1183913062" sldId="581"/>
            <ac:spMk id="76" creationId="{88D97A5B-607C-42D4-8F69-EEAC4204D95D}"/>
          </ac:spMkLst>
        </pc:spChg>
        <pc:spChg chg="mod">
          <ac:chgData name="Julien TERRIER" userId="e38a7381-6e71-427d-838c-0275fc209b82" providerId="ADAL" clId="{CF9F91B6-EBB2-48E0-8BA7-F0D75AF13957}" dt="2024-09-02T14:34:27.496" v="1214" actId="790"/>
          <ac:spMkLst>
            <pc:docMk/>
            <pc:sldMk cId="1183913062" sldId="581"/>
            <ac:spMk id="97" creationId="{1C9A18D9-2837-4B8E-8C2C-1DB118610B16}"/>
          </ac:spMkLst>
        </pc:spChg>
        <pc:spChg chg="mod">
          <ac:chgData name="Julien TERRIER" userId="e38a7381-6e71-427d-838c-0275fc209b82" providerId="ADAL" clId="{CF9F91B6-EBB2-48E0-8BA7-F0D75AF13957}" dt="2024-09-02T14:34:27.496" v="1215" actId="790"/>
          <ac:spMkLst>
            <pc:docMk/>
            <pc:sldMk cId="1183913062" sldId="581"/>
            <ac:spMk id="104" creationId="{B4633E74-4BA5-47E0-A185-BAC2794D8EF6}"/>
          </ac:spMkLst>
        </pc:spChg>
        <pc:spChg chg="mod">
          <ac:chgData name="Julien TERRIER" userId="e38a7381-6e71-427d-838c-0275fc209b82" providerId="ADAL" clId="{CF9F91B6-EBB2-48E0-8BA7-F0D75AF13957}" dt="2024-09-02T14:34:27.496" v="1216" actId="790"/>
          <ac:spMkLst>
            <pc:docMk/>
            <pc:sldMk cId="1183913062" sldId="581"/>
            <ac:spMk id="106" creationId="{EF0193BB-6713-4B44-AAA6-CC0A4CDE4D04}"/>
          </ac:spMkLst>
        </pc:spChg>
        <pc:spChg chg="mod">
          <ac:chgData name="Julien TERRIER" userId="e38a7381-6e71-427d-838c-0275fc209b82" providerId="ADAL" clId="{CF9F91B6-EBB2-48E0-8BA7-F0D75AF13957}" dt="2024-09-02T14:34:27.496" v="1217" actId="790"/>
          <ac:spMkLst>
            <pc:docMk/>
            <pc:sldMk cId="1183913062" sldId="581"/>
            <ac:spMk id="107" creationId="{A60D38AA-23B9-4EEA-92C0-80BAAF797D93}"/>
          </ac:spMkLst>
        </pc:spChg>
        <pc:spChg chg="mod">
          <ac:chgData name="Julien TERRIER" userId="e38a7381-6e71-427d-838c-0275fc209b82" providerId="ADAL" clId="{CF9F91B6-EBB2-48E0-8BA7-F0D75AF13957}" dt="2024-09-02T14:34:27.496" v="1218" actId="790"/>
          <ac:spMkLst>
            <pc:docMk/>
            <pc:sldMk cId="1183913062" sldId="581"/>
            <ac:spMk id="133" creationId="{EE3EE2D3-D3C2-482D-A4CC-D66D33166D62}"/>
          </ac:spMkLst>
        </pc:spChg>
        <pc:spChg chg="mod">
          <ac:chgData name="Julien TERRIER" userId="e38a7381-6e71-427d-838c-0275fc209b82" providerId="ADAL" clId="{CF9F91B6-EBB2-48E0-8BA7-F0D75AF13957}" dt="2024-09-02T14:34:27.496" v="1219" actId="790"/>
          <ac:spMkLst>
            <pc:docMk/>
            <pc:sldMk cId="1183913062" sldId="581"/>
            <ac:spMk id="134" creationId="{34EC3739-A697-4AA6-983C-8459FAC12588}"/>
          </ac:spMkLst>
        </pc:spChg>
        <pc:spChg chg="mod">
          <ac:chgData name="Julien TERRIER" userId="e38a7381-6e71-427d-838c-0275fc209b82" providerId="ADAL" clId="{CF9F91B6-EBB2-48E0-8BA7-F0D75AF13957}" dt="2024-09-02T14:34:27.496" v="1220" actId="790"/>
          <ac:spMkLst>
            <pc:docMk/>
            <pc:sldMk cId="1183913062" sldId="581"/>
            <ac:spMk id="135" creationId="{DD544F07-E1C2-4BAD-8A66-DDE7EAD4F7E1}"/>
          </ac:spMkLst>
        </pc:spChg>
        <pc:spChg chg="mod">
          <ac:chgData name="Julien TERRIER" userId="e38a7381-6e71-427d-838c-0275fc209b82" providerId="ADAL" clId="{CF9F91B6-EBB2-48E0-8BA7-F0D75AF13957}" dt="2024-09-02T14:34:27.496" v="1221" actId="790"/>
          <ac:spMkLst>
            <pc:docMk/>
            <pc:sldMk cId="1183913062" sldId="581"/>
            <ac:spMk id="136" creationId="{54309D88-6D3C-4C59-93E3-F80CA395294D}"/>
          </ac:spMkLst>
        </pc:spChg>
        <pc:spChg chg="mod">
          <ac:chgData name="Julien TERRIER" userId="e38a7381-6e71-427d-838c-0275fc209b82" providerId="ADAL" clId="{CF9F91B6-EBB2-48E0-8BA7-F0D75AF13957}" dt="2024-09-02T14:34:27.496" v="1222" actId="790"/>
          <ac:spMkLst>
            <pc:docMk/>
            <pc:sldMk cId="1183913062" sldId="581"/>
            <ac:spMk id="137" creationId="{35BFCBBB-00B5-43A5-BC5D-CE954EC90A71}"/>
          </ac:spMkLst>
        </pc:spChg>
        <pc:spChg chg="mod">
          <ac:chgData name="Julien TERRIER" userId="e38a7381-6e71-427d-838c-0275fc209b82" providerId="ADAL" clId="{CF9F91B6-EBB2-48E0-8BA7-F0D75AF13957}" dt="2024-09-02T14:34:27.496" v="1223" actId="790"/>
          <ac:spMkLst>
            <pc:docMk/>
            <pc:sldMk cId="1183913062" sldId="581"/>
            <ac:spMk id="138" creationId="{52D1DDF8-0E57-46AA-BABE-AE6F20212FD0}"/>
          </ac:spMkLst>
        </pc:spChg>
        <pc:spChg chg="mod">
          <ac:chgData name="Julien TERRIER" userId="e38a7381-6e71-427d-838c-0275fc209b82" providerId="ADAL" clId="{CF9F91B6-EBB2-48E0-8BA7-F0D75AF13957}" dt="2024-09-02T14:34:27.496" v="1224" actId="790"/>
          <ac:spMkLst>
            <pc:docMk/>
            <pc:sldMk cId="1183913062" sldId="581"/>
            <ac:spMk id="139" creationId="{81F3D0E4-D472-40EF-9D37-7A6BF6ADFFCC}"/>
          </ac:spMkLst>
        </pc:spChg>
        <pc:spChg chg="mod">
          <ac:chgData name="Julien TERRIER" userId="e38a7381-6e71-427d-838c-0275fc209b82" providerId="ADAL" clId="{CF9F91B6-EBB2-48E0-8BA7-F0D75AF13957}" dt="2024-09-02T14:34:27.496" v="1225" actId="790"/>
          <ac:spMkLst>
            <pc:docMk/>
            <pc:sldMk cId="1183913062" sldId="581"/>
            <ac:spMk id="140" creationId="{22020F65-FAB9-4C69-82DB-75D7D6DFAA60}"/>
          </ac:spMkLst>
        </pc:spChg>
        <pc:spChg chg="mod">
          <ac:chgData name="Julien TERRIER" userId="e38a7381-6e71-427d-838c-0275fc209b82" providerId="ADAL" clId="{CF9F91B6-EBB2-48E0-8BA7-F0D75AF13957}" dt="2024-09-02T14:34:27.496" v="1226" actId="790"/>
          <ac:spMkLst>
            <pc:docMk/>
            <pc:sldMk cId="1183913062" sldId="581"/>
            <ac:spMk id="143" creationId="{0E4625A7-7E09-4807-870D-0066975EE7A1}"/>
          </ac:spMkLst>
        </pc:spChg>
        <pc:spChg chg="mod">
          <ac:chgData name="Julien TERRIER" userId="e38a7381-6e71-427d-838c-0275fc209b82" providerId="ADAL" clId="{CF9F91B6-EBB2-48E0-8BA7-F0D75AF13957}" dt="2024-09-02T14:34:27.496" v="1227" actId="790"/>
          <ac:spMkLst>
            <pc:docMk/>
            <pc:sldMk cId="1183913062" sldId="581"/>
            <ac:spMk id="146" creationId="{ADF24505-338A-4506-BFC0-AE92A9514BCE}"/>
          </ac:spMkLst>
        </pc:spChg>
        <pc:spChg chg="mod">
          <ac:chgData name="Julien TERRIER" userId="e38a7381-6e71-427d-838c-0275fc209b82" providerId="ADAL" clId="{CF9F91B6-EBB2-48E0-8BA7-F0D75AF13957}" dt="2024-09-02T14:34:27.496" v="1228" actId="790"/>
          <ac:spMkLst>
            <pc:docMk/>
            <pc:sldMk cId="1183913062" sldId="581"/>
            <ac:spMk id="154" creationId="{F9646FF2-1945-42EA-A82C-F6B26A254CAB}"/>
          </ac:spMkLst>
        </pc:spChg>
        <pc:spChg chg="mod">
          <ac:chgData name="Julien TERRIER" userId="e38a7381-6e71-427d-838c-0275fc209b82" providerId="ADAL" clId="{CF9F91B6-EBB2-48E0-8BA7-F0D75AF13957}" dt="2024-09-02T14:34:27.496" v="1229" actId="790"/>
          <ac:spMkLst>
            <pc:docMk/>
            <pc:sldMk cId="1183913062" sldId="581"/>
            <ac:spMk id="157" creationId="{12999834-A379-4AB3-BD60-1593B6BE35E0}"/>
          </ac:spMkLst>
        </pc:spChg>
        <pc:grpChg chg="mod">
          <ac:chgData name="Julien TERRIER" userId="e38a7381-6e71-427d-838c-0275fc209b82" providerId="ADAL" clId="{CF9F91B6-EBB2-48E0-8BA7-F0D75AF13957}" dt="2024-09-02T14:34:25.911" v="874"/>
          <ac:grpSpMkLst>
            <pc:docMk/>
            <pc:sldMk cId="1183913062" sldId="581"/>
            <ac:grpSpMk id="68" creationId="{2D558B77-1BD6-40F4-8BAC-80E2E74E1C1B}"/>
          </ac:grpSpMkLst>
        </pc:grpChg>
        <pc:grpChg chg="mod">
          <ac:chgData name="Julien TERRIER" userId="e38a7381-6e71-427d-838c-0275fc209b82" providerId="ADAL" clId="{CF9F91B6-EBB2-48E0-8BA7-F0D75AF13957}" dt="2024-09-02T14:34:25.911" v="874"/>
          <ac:grpSpMkLst>
            <pc:docMk/>
            <pc:sldMk cId="1183913062" sldId="581"/>
            <ac:grpSpMk id="156" creationId="{4DBF8EBC-D91B-4C28-BBBE-E8CD7D213F52}"/>
          </ac:grpSpMkLst>
        </pc:grp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8" creationId="{4D602B99-2D23-4BEA-A40E-D47A4DF564FD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18" creationId="{D7767150-669A-4705-BF66-EE149F593398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26" creationId="{86FADD1A-079B-494B-AD8A-0B12090943CE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27" creationId="{4774CC38-1C1B-488A-B366-78037077532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28" creationId="{A7E11D2D-22EF-4A63-B8C6-D26880E68A1F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29" creationId="{E97F9225-872D-41FF-8F31-D55D66C24E75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0" creationId="{6640F385-7D49-4F6F-B0EF-E4385F9165E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1" creationId="{F70B7D60-BDF0-4EFA-9ACE-11088875D33C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2" creationId="{FB88D6C3-F75C-443C-9B28-A32712EB0420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3" creationId="{29F279A3-08F4-495D-A86E-12C661619D4B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4" creationId="{9EA2435C-BC40-46AE-86D9-BFFD2CB81F64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5" creationId="{3285ABEA-1A09-4E0A-9FEB-686DC15B900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6" creationId="{D14867C7-57E0-41B3-8E6F-CD94FC4FA1E7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7" creationId="{8A544818-12F5-432D-BCAB-0144E1B3D41C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8" creationId="{4AC59E86-A5E3-45A7-97AF-87BF9C45A9A6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39" creationId="{057CFA10-43F8-4B38-84F2-090B1A80BDD0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47" creationId="{98069D64-00D8-4C64-AD84-BAB5C7B761D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48" creationId="{742ECB2F-28A7-4518-95F0-CC279D062CD7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59" creationId="{6D6064AC-D33E-4FF0-9C9C-769CC7E1EFE0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1" creationId="{D7EFB4CE-75B9-4C4F-BC25-5D1DD657E9B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2" creationId="{06747B0F-FCEC-4E84-A6FA-3666F347F644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3" creationId="{8F99A846-AC19-4264-A918-7240EE036188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4" creationId="{B7EEA796-59D5-4652-BF02-21AA51BA32CE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5" creationId="{C48B0DBD-BB40-4497-B546-D62D9DC8559D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6" creationId="{5615BB97-6622-4AAD-B14B-A27F4484477D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67" creationId="{904AD45A-EFE5-41D2-9FD4-7CD97DF90286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70" creationId="{4E424A9A-DDE9-45BE-85CD-3B048CBFAE21}"/>
          </ac:cxnSpMkLst>
        </pc:cxnChg>
        <pc:cxnChg chg="mod">
          <ac:chgData name="Julien TERRIER" userId="e38a7381-6e71-427d-838c-0275fc209b82" providerId="ADAL" clId="{CF9F91B6-EBB2-48E0-8BA7-F0D75AF13957}" dt="2024-09-02T14:34:25.911" v="875"/>
          <ac:cxnSpMkLst>
            <pc:docMk/>
            <pc:sldMk cId="1183913062" sldId="581"/>
            <ac:cxnSpMk id="72" creationId="{04D547C7-6370-41D4-96A9-0053880150CE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77" creationId="{04197CCE-7AB3-4C0D-B611-24C78AFB955C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79" creationId="{EFFD5158-C30E-4338-89ED-ECAE51078466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80" creationId="{A3EBFC98-6B0D-4DD5-B376-3CFDD0BAEBB9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87" creationId="{2212DFC9-CBF8-47E1-B7C5-E3DE48F43968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88" creationId="{B521B9E0-7345-453A-991B-4BD676FE93B1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90" creationId="{9EC2AEDD-96F7-44FE-9609-F00C06FC8B3A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95" creationId="{D1407E70-596B-403E-B826-99963CC222EB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96" creationId="{6497F942-B4A3-40DD-BC3E-E6E5A7DFFA0F}"/>
          </ac:cxnSpMkLst>
        </pc:cxnChg>
        <pc:cxnChg chg="mod">
          <ac:chgData name="Julien TERRIER" userId="e38a7381-6e71-427d-838c-0275fc209b82" providerId="ADAL" clId="{CF9F91B6-EBB2-48E0-8BA7-F0D75AF13957}" dt="2024-09-02T14:34:25.911" v="874"/>
          <ac:cxnSpMkLst>
            <pc:docMk/>
            <pc:sldMk cId="1183913062" sldId="581"/>
            <ac:cxnSpMk id="100" creationId="{8BEC6DBB-112A-473C-A986-D99BD447B2E9}"/>
          </ac:cxnSpMkLst>
        </pc:cxnChg>
        <pc:cxnChg chg="mod">
          <ac:chgData name="Julien TERRIER" userId="e38a7381-6e71-427d-838c-0275fc209b82" providerId="ADAL" clId="{CF9F91B6-EBB2-48E0-8BA7-F0D75AF13957}" dt="2024-09-02T14:34:23.353" v="124" actId="208"/>
          <ac:cxnSpMkLst>
            <pc:docMk/>
            <pc:sldMk cId="1183913062" sldId="581"/>
            <ac:cxnSpMk id="109" creationId="{8BBD3D77-E687-441E-9C41-4DBAFE966D3E}"/>
          </ac:cxnSpMkLst>
        </pc:cxnChg>
        <pc:cxnChg chg="mod">
          <ac:chgData name="Julien TERRIER" userId="e38a7381-6e71-427d-838c-0275fc209b82" providerId="ADAL" clId="{CF9F91B6-EBB2-48E0-8BA7-F0D75AF13957}" dt="2024-09-02T14:34:23.368" v="125" actId="208"/>
          <ac:cxnSpMkLst>
            <pc:docMk/>
            <pc:sldMk cId="1183913062" sldId="581"/>
            <ac:cxnSpMk id="110" creationId="{3DA8A6B5-3F9B-47B3-A92E-BF8794047DC5}"/>
          </ac:cxnSpMkLst>
        </pc:cxnChg>
        <pc:cxnChg chg="mod">
          <ac:chgData name="Julien TERRIER" userId="e38a7381-6e71-427d-838c-0275fc209b82" providerId="ADAL" clId="{CF9F91B6-EBB2-48E0-8BA7-F0D75AF13957}" dt="2024-09-02T14:34:23.368" v="126" actId="208"/>
          <ac:cxnSpMkLst>
            <pc:docMk/>
            <pc:sldMk cId="1183913062" sldId="581"/>
            <ac:cxnSpMk id="111" creationId="{003443D7-CA77-4FF9-8641-942C6F96DE44}"/>
          </ac:cxnSpMkLst>
        </pc:cxnChg>
        <pc:cxnChg chg="mod">
          <ac:chgData name="Julien TERRIER" userId="e38a7381-6e71-427d-838c-0275fc209b82" providerId="ADAL" clId="{CF9F91B6-EBB2-48E0-8BA7-F0D75AF13957}" dt="2024-09-02T14:34:23.368" v="127" actId="208"/>
          <ac:cxnSpMkLst>
            <pc:docMk/>
            <pc:sldMk cId="1183913062" sldId="581"/>
            <ac:cxnSpMk id="112" creationId="{0582CC9C-DC87-40B7-9688-894FD381E903}"/>
          </ac:cxnSpMkLst>
        </pc:cxnChg>
        <pc:cxnChg chg="mod">
          <ac:chgData name="Julien TERRIER" userId="e38a7381-6e71-427d-838c-0275fc209b82" providerId="ADAL" clId="{CF9F91B6-EBB2-48E0-8BA7-F0D75AF13957}" dt="2024-09-02T14:34:23.368" v="128" actId="208"/>
          <ac:cxnSpMkLst>
            <pc:docMk/>
            <pc:sldMk cId="1183913062" sldId="581"/>
            <ac:cxnSpMk id="113" creationId="{6CECC422-05CD-493C-A7C8-AAF46ED93F4A}"/>
          </ac:cxnSpMkLst>
        </pc:cxnChg>
        <pc:cxnChg chg="mod">
          <ac:chgData name="Julien TERRIER" userId="e38a7381-6e71-427d-838c-0275fc209b82" providerId="ADAL" clId="{CF9F91B6-EBB2-48E0-8BA7-F0D75AF13957}" dt="2024-09-02T14:34:23.384" v="129" actId="208"/>
          <ac:cxnSpMkLst>
            <pc:docMk/>
            <pc:sldMk cId="1183913062" sldId="581"/>
            <ac:cxnSpMk id="114" creationId="{305C0724-FF72-45F3-94FA-1466DDE66118}"/>
          </ac:cxnSpMkLst>
        </pc:cxnChg>
        <pc:cxnChg chg="mod">
          <ac:chgData name="Julien TERRIER" userId="e38a7381-6e71-427d-838c-0275fc209b82" providerId="ADAL" clId="{CF9F91B6-EBB2-48E0-8BA7-F0D75AF13957}" dt="2024-09-02T14:34:23.384" v="130" actId="208"/>
          <ac:cxnSpMkLst>
            <pc:docMk/>
            <pc:sldMk cId="1183913062" sldId="581"/>
            <ac:cxnSpMk id="115" creationId="{4FC4C679-3642-4C4B-AAE8-6F1942706319}"/>
          </ac:cxnSpMkLst>
        </pc:cxnChg>
        <pc:cxnChg chg="mod">
          <ac:chgData name="Julien TERRIER" userId="e38a7381-6e71-427d-838c-0275fc209b82" providerId="ADAL" clId="{CF9F91B6-EBB2-48E0-8BA7-F0D75AF13957}" dt="2024-09-02T14:34:23.384" v="131" actId="208"/>
          <ac:cxnSpMkLst>
            <pc:docMk/>
            <pc:sldMk cId="1183913062" sldId="581"/>
            <ac:cxnSpMk id="116" creationId="{8D6B77F5-9623-40D7-BA07-FFF7CC8A8481}"/>
          </ac:cxnSpMkLst>
        </pc:cxnChg>
        <pc:cxnChg chg="mod">
          <ac:chgData name="Julien TERRIER" userId="e38a7381-6e71-427d-838c-0275fc209b82" providerId="ADAL" clId="{CF9F91B6-EBB2-48E0-8BA7-F0D75AF13957}" dt="2024-09-02T14:34:23.384" v="132" actId="208"/>
          <ac:cxnSpMkLst>
            <pc:docMk/>
            <pc:sldMk cId="1183913062" sldId="581"/>
            <ac:cxnSpMk id="117" creationId="{17CBAD19-86B6-43AB-896D-DDFAF0E126B0}"/>
          </ac:cxnSpMkLst>
        </pc:cxnChg>
        <pc:cxnChg chg="mod">
          <ac:chgData name="Julien TERRIER" userId="e38a7381-6e71-427d-838c-0275fc209b82" providerId="ADAL" clId="{CF9F91B6-EBB2-48E0-8BA7-F0D75AF13957}" dt="2024-09-02T14:34:23.400" v="133" actId="208"/>
          <ac:cxnSpMkLst>
            <pc:docMk/>
            <pc:sldMk cId="1183913062" sldId="581"/>
            <ac:cxnSpMk id="118" creationId="{2768BB65-9793-45A1-A5A6-A0E03D0FA842}"/>
          </ac:cxnSpMkLst>
        </pc:cxnChg>
        <pc:cxnChg chg="mod">
          <ac:chgData name="Julien TERRIER" userId="e38a7381-6e71-427d-838c-0275fc209b82" providerId="ADAL" clId="{CF9F91B6-EBB2-48E0-8BA7-F0D75AF13957}" dt="2024-09-02T14:34:23.400" v="134" actId="208"/>
          <ac:cxnSpMkLst>
            <pc:docMk/>
            <pc:sldMk cId="1183913062" sldId="581"/>
            <ac:cxnSpMk id="119" creationId="{41CED096-0FE2-4719-8B51-B0A756702385}"/>
          </ac:cxnSpMkLst>
        </pc:cxnChg>
        <pc:cxnChg chg="mod">
          <ac:chgData name="Julien TERRIER" userId="e38a7381-6e71-427d-838c-0275fc209b82" providerId="ADAL" clId="{CF9F91B6-EBB2-48E0-8BA7-F0D75AF13957}" dt="2024-09-02T14:34:23.400" v="135" actId="208"/>
          <ac:cxnSpMkLst>
            <pc:docMk/>
            <pc:sldMk cId="1183913062" sldId="581"/>
            <ac:cxnSpMk id="120" creationId="{99D6046B-EC4A-4C64-9A06-0FFF3646DA3A}"/>
          </ac:cxnSpMkLst>
        </pc:cxnChg>
        <pc:cxnChg chg="mod">
          <ac:chgData name="Julien TERRIER" userId="e38a7381-6e71-427d-838c-0275fc209b82" providerId="ADAL" clId="{CF9F91B6-EBB2-48E0-8BA7-F0D75AF13957}" dt="2024-09-02T14:34:23.400" v="136" actId="208"/>
          <ac:cxnSpMkLst>
            <pc:docMk/>
            <pc:sldMk cId="1183913062" sldId="581"/>
            <ac:cxnSpMk id="121" creationId="{135E5B37-6986-4DA4-B711-81D720DC616E}"/>
          </ac:cxnSpMkLst>
        </pc:cxnChg>
        <pc:cxnChg chg="mod">
          <ac:chgData name="Julien TERRIER" userId="e38a7381-6e71-427d-838c-0275fc209b82" providerId="ADAL" clId="{CF9F91B6-EBB2-48E0-8BA7-F0D75AF13957}" dt="2024-09-02T14:34:23.400" v="137" actId="208"/>
          <ac:cxnSpMkLst>
            <pc:docMk/>
            <pc:sldMk cId="1183913062" sldId="581"/>
            <ac:cxnSpMk id="122" creationId="{A1471AA9-8FBD-4968-849A-B0589266976B}"/>
          </ac:cxnSpMkLst>
        </pc:cxnChg>
        <pc:cxnChg chg="mod">
          <ac:chgData name="Julien TERRIER" userId="e38a7381-6e71-427d-838c-0275fc209b82" providerId="ADAL" clId="{CF9F91B6-EBB2-48E0-8BA7-F0D75AF13957}" dt="2024-09-02T14:34:23.415" v="138" actId="208"/>
          <ac:cxnSpMkLst>
            <pc:docMk/>
            <pc:sldMk cId="1183913062" sldId="581"/>
            <ac:cxnSpMk id="123" creationId="{DE0160DF-8854-4BDD-A3AA-E1DB73782D19}"/>
          </ac:cxnSpMkLst>
        </pc:cxnChg>
        <pc:cxnChg chg="mod">
          <ac:chgData name="Julien TERRIER" userId="e38a7381-6e71-427d-838c-0275fc209b82" providerId="ADAL" clId="{CF9F91B6-EBB2-48E0-8BA7-F0D75AF13957}" dt="2024-09-02T14:34:23.415" v="139" actId="208"/>
          <ac:cxnSpMkLst>
            <pc:docMk/>
            <pc:sldMk cId="1183913062" sldId="581"/>
            <ac:cxnSpMk id="124" creationId="{1084F190-5773-4148-8FCB-80F2A3A6BE54}"/>
          </ac:cxnSpMkLst>
        </pc:cxnChg>
        <pc:cxnChg chg="mod">
          <ac:chgData name="Julien TERRIER" userId="e38a7381-6e71-427d-838c-0275fc209b82" providerId="ADAL" clId="{CF9F91B6-EBB2-48E0-8BA7-F0D75AF13957}" dt="2024-09-02T14:34:23.415" v="140" actId="208"/>
          <ac:cxnSpMkLst>
            <pc:docMk/>
            <pc:sldMk cId="1183913062" sldId="581"/>
            <ac:cxnSpMk id="125" creationId="{455801B7-8C47-4C3D-B180-37A4F0086DD0}"/>
          </ac:cxnSpMkLst>
        </pc:cxnChg>
        <pc:cxnChg chg="mod">
          <ac:chgData name="Julien TERRIER" userId="e38a7381-6e71-427d-838c-0275fc209b82" providerId="ADAL" clId="{CF9F91B6-EBB2-48E0-8BA7-F0D75AF13957}" dt="2024-09-02T14:34:23.431" v="141" actId="208"/>
          <ac:cxnSpMkLst>
            <pc:docMk/>
            <pc:sldMk cId="1183913062" sldId="581"/>
            <ac:cxnSpMk id="126" creationId="{819FD430-6678-4CA9-8649-212896E8D3B3}"/>
          </ac:cxnSpMkLst>
        </pc:cxnChg>
        <pc:cxnChg chg="mod">
          <ac:chgData name="Julien TERRIER" userId="e38a7381-6e71-427d-838c-0275fc209b82" providerId="ADAL" clId="{CF9F91B6-EBB2-48E0-8BA7-F0D75AF13957}" dt="2024-09-02T14:34:23.431" v="142" actId="208"/>
          <ac:cxnSpMkLst>
            <pc:docMk/>
            <pc:sldMk cId="1183913062" sldId="581"/>
            <ac:cxnSpMk id="127" creationId="{642F49F5-0E65-4EE8-B468-C539D08505E7}"/>
          </ac:cxnSpMkLst>
        </pc:cxnChg>
        <pc:cxnChg chg="mod">
          <ac:chgData name="Julien TERRIER" userId="e38a7381-6e71-427d-838c-0275fc209b82" providerId="ADAL" clId="{CF9F91B6-EBB2-48E0-8BA7-F0D75AF13957}" dt="2024-09-02T14:34:23.431" v="143" actId="208"/>
          <ac:cxnSpMkLst>
            <pc:docMk/>
            <pc:sldMk cId="1183913062" sldId="581"/>
            <ac:cxnSpMk id="128" creationId="{1EA09139-1592-40AF-B5DB-3E005787F2FD}"/>
          </ac:cxnSpMkLst>
        </pc:cxnChg>
        <pc:cxnChg chg="mod">
          <ac:chgData name="Julien TERRIER" userId="e38a7381-6e71-427d-838c-0275fc209b82" providerId="ADAL" clId="{CF9F91B6-EBB2-48E0-8BA7-F0D75AF13957}" dt="2024-09-02T14:34:23.431" v="144" actId="208"/>
          <ac:cxnSpMkLst>
            <pc:docMk/>
            <pc:sldMk cId="1183913062" sldId="581"/>
            <ac:cxnSpMk id="129" creationId="{425C6D25-2F0B-4733-87A6-3C7EF8CE27E9}"/>
          </ac:cxnSpMkLst>
        </pc:cxnChg>
        <pc:cxnChg chg="mod">
          <ac:chgData name="Julien TERRIER" userId="e38a7381-6e71-427d-838c-0275fc209b82" providerId="ADAL" clId="{CF9F91B6-EBB2-48E0-8BA7-F0D75AF13957}" dt="2024-09-02T14:34:23.431" v="145" actId="208"/>
          <ac:cxnSpMkLst>
            <pc:docMk/>
            <pc:sldMk cId="1183913062" sldId="581"/>
            <ac:cxnSpMk id="130" creationId="{9BE46624-E466-453F-B7DA-FFAE05B5B8D0}"/>
          </ac:cxnSpMkLst>
        </pc:cxnChg>
        <pc:cxnChg chg="mod">
          <ac:chgData name="Julien TERRIER" userId="e38a7381-6e71-427d-838c-0275fc209b82" providerId="ADAL" clId="{CF9F91B6-EBB2-48E0-8BA7-F0D75AF13957}" dt="2024-09-02T14:34:23.450" v="146" actId="208"/>
          <ac:cxnSpMkLst>
            <pc:docMk/>
            <pc:sldMk cId="1183913062" sldId="581"/>
            <ac:cxnSpMk id="131" creationId="{7CA08063-CDB1-4818-BA6D-65D2DF7057F9}"/>
          </ac:cxnSpMkLst>
        </pc:cxnChg>
        <pc:cxnChg chg="mod">
          <ac:chgData name="Julien TERRIER" userId="e38a7381-6e71-427d-838c-0275fc209b82" providerId="ADAL" clId="{CF9F91B6-EBB2-48E0-8BA7-F0D75AF13957}" dt="2024-09-02T14:34:23.450" v="147" actId="208"/>
          <ac:cxnSpMkLst>
            <pc:docMk/>
            <pc:sldMk cId="1183913062" sldId="581"/>
            <ac:cxnSpMk id="132" creationId="{76FFE632-CFB7-432A-8AD8-40DD296B32CC}"/>
          </ac:cxnSpMkLst>
        </pc:cxnChg>
        <pc:cxnChg chg="mod">
          <ac:chgData name="Julien TERRIER" userId="e38a7381-6e71-427d-838c-0275fc209b82" providerId="ADAL" clId="{CF9F91B6-EBB2-48E0-8BA7-F0D75AF13957}" dt="2024-09-02T14:34:23.510" v="156" actId="208"/>
          <ac:cxnSpMkLst>
            <pc:docMk/>
            <pc:sldMk cId="1183913062" sldId="581"/>
            <ac:cxnSpMk id="141" creationId="{1AEF1A83-8308-4F1E-A77F-66CE307AB389}"/>
          </ac:cxnSpMkLst>
        </pc:cxnChg>
        <pc:cxnChg chg="mod">
          <ac:chgData name="Julien TERRIER" userId="e38a7381-6e71-427d-838c-0275fc209b82" providerId="ADAL" clId="{CF9F91B6-EBB2-48E0-8BA7-F0D75AF13957}" dt="2024-09-02T14:34:23.510" v="157" actId="208"/>
          <ac:cxnSpMkLst>
            <pc:docMk/>
            <pc:sldMk cId="1183913062" sldId="581"/>
            <ac:cxnSpMk id="142" creationId="{54013581-2098-439C-A8CD-BE347A97DE1A}"/>
          </ac:cxnSpMkLst>
        </pc:cxnChg>
        <pc:cxnChg chg="mod">
          <ac:chgData name="Julien TERRIER" userId="e38a7381-6e71-427d-838c-0275fc209b82" providerId="ADAL" clId="{CF9F91B6-EBB2-48E0-8BA7-F0D75AF13957}" dt="2024-09-02T14:34:23.525" v="159" actId="208"/>
          <ac:cxnSpMkLst>
            <pc:docMk/>
            <pc:sldMk cId="1183913062" sldId="581"/>
            <ac:cxnSpMk id="144" creationId="{5B194C64-F1B4-4ABE-AB4A-79C97F1450B6}"/>
          </ac:cxnSpMkLst>
        </pc:cxnChg>
        <pc:cxnChg chg="mod">
          <ac:chgData name="Julien TERRIER" userId="e38a7381-6e71-427d-838c-0275fc209b82" providerId="ADAL" clId="{CF9F91B6-EBB2-48E0-8BA7-F0D75AF13957}" dt="2024-09-02T14:34:25.927" v="879"/>
          <ac:cxnSpMkLst>
            <pc:docMk/>
            <pc:sldMk cId="1183913062" sldId="581"/>
            <ac:cxnSpMk id="145" creationId="{18F50E61-EE68-47D2-B7D4-EE48675B4CA7}"/>
          </ac:cxnSpMkLst>
        </pc:cxnChg>
        <pc:cxnChg chg="mod">
          <ac:chgData name="Julien TERRIER" userId="e38a7381-6e71-427d-838c-0275fc209b82" providerId="ADAL" clId="{CF9F91B6-EBB2-48E0-8BA7-F0D75AF13957}" dt="2024-09-02T14:34:23.604" v="170" actId="208"/>
          <ac:cxnSpMkLst>
            <pc:docMk/>
            <pc:sldMk cId="1183913062" sldId="581"/>
            <ac:cxnSpMk id="148" creationId="{54BFBDF0-D0C3-4CEB-8274-D24581CA6247}"/>
          </ac:cxnSpMkLst>
        </pc:cxnChg>
        <pc:cxnChg chg="mod">
          <ac:chgData name="Julien TERRIER" userId="e38a7381-6e71-427d-838c-0275fc209b82" providerId="ADAL" clId="{CF9F91B6-EBB2-48E0-8BA7-F0D75AF13957}" dt="2024-09-02T14:34:25.927" v="883"/>
          <ac:cxnSpMkLst>
            <pc:docMk/>
            <pc:sldMk cId="1183913062" sldId="581"/>
            <ac:cxnSpMk id="151" creationId="{7FFFB107-4D12-4E6E-9B55-A2A4664D8370}"/>
          </ac:cxnSpMkLst>
        </pc:cxnChg>
        <pc:cxnChg chg="mod">
          <ac:chgData name="Julien TERRIER" userId="e38a7381-6e71-427d-838c-0275fc209b82" providerId="ADAL" clId="{CF9F91B6-EBB2-48E0-8BA7-F0D75AF13957}" dt="2024-09-02T14:34:23.557" v="164" actId="208"/>
          <ac:cxnSpMkLst>
            <pc:docMk/>
            <pc:sldMk cId="1183913062" sldId="581"/>
            <ac:cxnSpMk id="152" creationId="{5CFF9C71-36F3-4143-BAC7-895BF8D0DC95}"/>
          </ac:cxnSpMkLst>
        </pc:cxnChg>
        <pc:cxnChg chg="mod">
          <ac:chgData name="Julien TERRIER" userId="e38a7381-6e71-427d-838c-0275fc209b82" providerId="ADAL" clId="{CF9F91B6-EBB2-48E0-8BA7-F0D75AF13957}" dt="2024-09-02T14:34:23.557" v="165" actId="208"/>
          <ac:cxnSpMkLst>
            <pc:docMk/>
            <pc:sldMk cId="1183913062" sldId="581"/>
            <ac:cxnSpMk id="153" creationId="{B589EF2E-23CE-4A82-8BC2-F710C271285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072" v="1143" actId="1589"/>
              <pc2:cmMkLst xmlns:pc2="http://schemas.microsoft.com/office/powerpoint/2019/9/main/command">
                <pc:docMk/>
                <pc:sldMk cId="1183913062" sldId="581"/>
                <pc2:cmMk id="{D4512196-F1F5-4D80-BF97-6883E7270785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2T14:49:32.598" v="1568" actId="478"/>
        <pc:sldMkLst>
          <pc:docMk/>
          <pc:sldMk cId="1778304777" sldId="582"/>
        </pc:sldMkLst>
        <pc:spChg chg="del mod">
          <ac:chgData name="Julien TERRIER" userId="e38a7381-6e71-427d-838c-0275fc209b82" providerId="ADAL" clId="{CF9F91B6-EBB2-48E0-8BA7-F0D75AF13957}" dt="2024-09-02T14:34:25.676" v="536"/>
          <ac:spMkLst>
            <pc:docMk/>
            <pc:sldMk cId="1778304777" sldId="582"/>
            <ac:spMk id="2" creationId="{9D5FB0E1-DC68-450D-AF32-E6A775DEB75F}"/>
          </ac:spMkLst>
        </pc:spChg>
        <pc:spChg chg="del mod ord">
          <ac:chgData name="Julien TERRIER" userId="e38a7381-6e71-427d-838c-0275fc209b82" providerId="ADAL" clId="{CF9F91B6-EBB2-48E0-8BA7-F0D75AF13957}" dt="2024-09-02T14:49:30.495" v="1567" actId="478"/>
          <ac:spMkLst>
            <pc:docMk/>
            <pc:sldMk cId="1778304777" sldId="582"/>
            <ac:spMk id="3" creationId="{7EC70FFA-BED2-4C8B-957F-622309527A8D}"/>
          </ac:spMkLst>
        </pc:spChg>
        <pc:spChg chg="mod ord">
          <ac:chgData name="Julien TERRIER" userId="e38a7381-6e71-427d-838c-0275fc209b82" providerId="ADAL" clId="{CF9F91B6-EBB2-48E0-8BA7-F0D75AF13957}" dt="2024-09-02T14:47:35.641" v="1553" actId="790"/>
          <ac:spMkLst>
            <pc:docMk/>
            <pc:sldMk cId="1778304777" sldId="582"/>
            <ac:spMk id="4" creationId="{97F81402-FA90-4957-92DA-4F8FD660C800}"/>
          </ac:spMkLst>
        </pc:spChg>
        <pc:spChg chg="mod ord">
          <ac:chgData name="Julien TERRIER" userId="e38a7381-6e71-427d-838c-0275fc209b82" providerId="ADAL" clId="{CF9F91B6-EBB2-48E0-8BA7-F0D75AF13957}" dt="2024-09-02T14:47:42.842" v="1554" actId="790"/>
          <ac:spMkLst>
            <pc:docMk/>
            <pc:sldMk cId="1778304777" sldId="582"/>
            <ac:spMk id="5" creationId="{FF92A2B0-B840-41A4-81FD-C726CAF14469}"/>
          </ac:spMkLst>
        </pc:spChg>
        <pc:spChg chg="add del mod ord">
          <ac:chgData name="Julien TERRIER" userId="e38a7381-6e71-427d-838c-0275fc209b82" providerId="ADAL" clId="{CF9F91B6-EBB2-48E0-8BA7-F0D75AF13957}" dt="2024-09-02T14:49:32.598" v="1568" actId="478"/>
          <ac:spMkLst>
            <pc:docMk/>
            <pc:sldMk cId="1778304777" sldId="582"/>
            <ac:spMk id="6" creationId="{2A770E25-1122-0F72-75D5-74E6199D5426}"/>
          </ac:spMkLst>
        </pc:spChg>
        <pc:spChg chg="add del mod">
          <ac:chgData name="Julien TERRIER" userId="e38a7381-6e71-427d-838c-0275fc209b82" providerId="ADAL" clId="{CF9F91B6-EBB2-48E0-8BA7-F0D75AF13957}" dt="2024-09-02T14:34:26.319" v="1043" actId="6264"/>
          <ac:spMkLst>
            <pc:docMk/>
            <pc:sldMk cId="1778304777" sldId="582"/>
            <ac:spMk id="7" creationId="{471CF0D5-0B1A-9F5C-852D-3A11B55BE1AF}"/>
          </ac:spMkLst>
        </pc:spChg>
        <pc:spChg chg="add del mod">
          <ac:chgData name="Julien TERRIER" userId="e38a7381-6e71-427d-838c-0275fc209b82" providerId="ADAL" clId="{CF9F91B6-EBB2-48E0-8BA7-F0D75AF13957}" dt="2024-09-02T14:34:26.319" v="1043" actId="6264"/>
          <ac:spMkLst>
            <pc:docMk/>
            <pc:sldMk cId="1778304777" sldId="582"/>
            <ac:spMk id="10" creationId="{9EFF8E82-F768-7396-B575-6BF559D92DA7}"/>
          </ac:spMkLst>
        </pc:spChg>
        <pc:spChg chg="add del mod">
          <ac:chgData name="Julien TERRIER" userId="e38a7381-6e71-427d-838c-0275fc209b82" providerId="ADAL" clId="{CF9F91B6-EBB2-48E0-8BA7-F0D75AF13957}" dt="2024-09-02T14:34:26.319" v="1043" actId="6264"/>
          <ac:spMkLst>
            <pc:docMk/>
            <pc:sldMk cId="1778304777" sldId="582"/>
            <ac:spMk id="12" creationId="{28D3D289-D84A-264A-CC9B-B4373317BBE0}"/>
          </ac:spMkLst>
        </pc:spChg>
        <pc:spChg chg="add del mod">
          <ac:chgData name="Julien TERRIER" userId="e38a7381-6e71-427d-838c-0275fc209b82" providerId="ADAL" clId="{CF9F91B6-EBB2-48E0-8BA7-F0D75AF13957}" dt="2024-09-02T14:34:26.319" v="1043" actId="6264"/>
          <ac:spMkLst>
            <pc:docMk/>
            <pc:sldMk cId="1778304777" sldId="582"/>
            <ac:spMk id="13" creationId="{8A33A730-561C-6C47-0C30-11EDBA1F24EE}"/>
          </ac:spMkLst>
        </pc:spChg>
        <pc:picChg chg="mod">
          <ac:chgData name="Julien TERRIER" userId="e38a7381-6e71-427d-838c-0275fc209b82" providerId="ADAL" clId="{CF9F91B6-EBB2-48E0-8BA7-F0D75AF13957}" dt="2024-09-02T14:34:25.503" v="355"/>
          <ac:picMkLst>
            <pc:docMk/>
            <pc:sldMk cId="1778304777" sldId="582"/>
            <ac:picMk id="8" creationId="{631E615B-108D-E461-7CEF-14FB0CC6372C}"/>
          </ac:picMkLst>
        </pc:picChg>
        <pc:picChg chg="mod">
          <ac:chgData name="Julien TERRIER" userId="e38a7381-6e71-427d-838c-0275fc209b82" providerId="ADAL" clId="{CF9F91B6-EBB2-48E0-8BA7-F0D75AF13957}" dt="2024-09-02T14:34:25.503" v="348"/>
          <ac:picMkLst>
            <pc:docMk/>
            <pc:sldMk cId="1778304777" sldId="582"/>
            <ac:picMk id="9" creationId="{A936A247-40F6-41A7-9198-5CDE755A7DB5}"/>
          </ac:picMkLst>
        </pc:picChg>
        <pc:cxnChg chg="mod">
          <ac:chgData name="Julien TERRIER" userId="e38a7381-6e71-427d-838c-0275fc209b82" providerId="ADAL" clId="{CF9F91B6-EBB2-48E0-8BA7-F0D75AF13957}" dt="2024-09-02T14:47:22.212" v="1552" actId="14100"/>
          <ac:cxnSpMkLst>
            <pc:docMk/>
            <pc:sldMk cId="1778304777" sldId="582"/>
            <ac:cxnSpMk id="11" creationId="{EF8730E6-C73C-4E68-B33C-1943182FA6B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104" v="1145" actId="1589"/>
              <pc2:cmMkLst xmlns:pc2="http://schemas.microsoft.com/office/powerpoint/2019/9/main/command">
                <pc:docMk/>
                <pc:sldMk cId="1778304777" sldId="582"/>
                <pc2:cmMk id="{4AA8619F-E939-482D-88F7-6ED677277F2C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07:58:11.317" v="1633" actId="790"/>
        <pc:sldMkLst>
          <pc:docMk/>
          <pc:sldMk cId="655317910" sldId="584"/>
        </pc:sldMkLst>
        <pc:spChg chg="del mod">
          <ac:chgData name="Julien TERRIER" userId="e38a7381-6e71-427d-838c-0275fc209b82" providerId="ADAL" clId="{CF9F91B6-EBB2-48E0-8BA7-F0D75AF13957}" dt="2024-09-02T14:34:25.676" v="540"/>
          <ac:spMkLst>
            <pc:docMk/>
            <pc:sldMk cId="655317910" sldId="584"/>
            <ac:spMk id="2" creationId="{31F7D4F1-E858-4EDF-AF1F-2BA6EC6DFAD9}"/>
          </ac:spMkLst>
        </pc:spChg>
        <pc:spChg chg="del mod ord">
          <ac:chgData name="Julien TERRIER" userId="e38a7381-6e71-427d-838c-0275fc209b82" providerId="ADAL" clId="{CF9F91B6-EBB2-48E0-8BA7-F0D75AF13957}" dt="2024-09-03T07:55:33.742" v="1618" actId="478"/>
          <ac:spMkLst>
            <pc:docMk/>
            <pc:sldMk cId="655317910" sldId="584"/>
            <ac:spMk id="3" creationId="{D506CF76-421C-453D-B751-E3D68E3968EF}"/>
          </ac:spMkLst>
        </pc:spChg>
        <pc:spChg chg="mod ord">
          <ac:chgData name="Julien TERRIER" userId="e38a7381-6e71-427d-838c-0275fc209b82" providerId="ADAL" clId="{CF9F91B6-EBB2-48E0-8BA7-F0D75AF13957}" dt="2024-09-03T07:55:21.036" v="1612" actId="14100"/>
          <ac:spMkLst>
            <pc:docMk/>
            <pc:sldMk cId="655317910" sldId="584"/>
            <ac:spMk id="4" creationId="{AFF78888-65BD-4CDB-B2FC-9B7669F8B834}"/>
          </ac:spMkLst>
        </pc:spChg>
        <pc:spChg chg="mod ord">
          <ac:chgData name="Julien TERRIER" userId="e38a7381-6e71-427d-838c-0275fc209b82" providerId="ADAL" clId="{CF9F91B6-EBB2-48E0-8BA7-F0D75AF13957}" dt="2024-09-03T07:58:11.317" v="1633" actId="790"/>
          <ac:spMkLst>
            <pc:docMk/>
            <pc:sldMk cId="655317910" sldId="584"/>
            <ac:spMk id="5" creationId="{D69A3EF6-BB67-4057-9662-D1830D1615A5}"/>
          </ac:spMkLst>
        </pc:spChg>
        <pc:spChg chg="mod">
          <ac:chgData name="Julien TERRIER" userId="e38a7381-6e71-427d-838c-0275fc209b82" providerId="ADAL" clId="{CF9F91B6-EBB2-48E0-8BA7-F0D75AF13957}" dt="2024-09-03T07:57:56.797" v="1632" actId="790"/>
          <ac:spMkLst>
            <pc:docMk/>
            <pc:sldMk cId="655317910" sldId="584"/>
            <ac:spMk id="7" creationId="{3D0BC698-CFB5-4D93-8179-0C543FC2C0F7}"/>
          </ac:spMkLst>
        </pc:spChg>
        <pc:spChg chg="mod">
          <ac:chgData name="Julien TERRIER" userId="e38a7381-6e71-427d-838c-0275fc209b82" providerId="ADAL" clId="{CF9F91B6-EBB2-48E0-8BA7-F0D75AF13957}" dt="2024-09-02T14:34:27.558" v="1259" actId="790"/>
          <ac:spMkLst>
            <pc:docMk/>
            <pc:sldMk cId="655317910" sldId="584"/>
            <ac:spMk id="8" creationId="{9906704D-6185-4B0C-A768-E71AF6F7286F}"/>
          </ac:spMkLst>
        </pc:spChg>
        <pc:spChg chg="mod">
          <ac:chgData name="Julien TERRIER" userId="e38a7381-6e71-427d-838c-0275fc209b82" providerId="ADAL" clId="{CF9F91B6-EBB2-48E0-8BA7-F0D75AF13957}" dt="2024-09-02T14:34:27.558" v="1260" actId="790"/>
          <ac:spMkLst>
            <pc:docMk/>
            <pc:sldMk cId="655317910" sldId="584"/>
            <ac:spMk id="9" creationId="{D266E5ED-B08B-4627-931C-10D37B328B6A}"/>
          </ac:spMkLst>
        </pc:spChg>
        <pc:spChg chg="mod">
          <ac:chgData name="Julien TERRIER" userId="e38a7381-6e71-427d-838c-0275fc209b82" providerId="ADAL" clId="{CF9F91B6-EBB2-48E0-8BA7-F0D75AF13957}" dt="2024-09-03T07:57:49.262" v="1631" actId="790"/>
          <ac:spMkLst>
            <pc:docMk/>
            <pc:sldMk cId="655317910" sldId="584"/>
            <ac:spMk id="10" creationId="{5D5AE5E5-A3BC-46C3-90AE-0E860F033DC8}"/>
          </ac:spMkLst>
        </pc:spChg>
        <pc:spChg chg="add del mod ord">
          <ac:chgData name="Julien TERRIER" userId="e38a7381-6e71-427d-838c-0275fc209b82" providerId="ADAL" clId="{CF9F91B6-EBB2-48E0-8BA7-F0D75AF13957}" dt="2024-09-03T07:55:36.239" v="1619" actId="478"/>
          <ac:spMkLst>
            <pc:docMk/>
            <pc:sldMk cId="655317910" sldId="584"/>
            <ac:spMk id="12" creationId="{EE5A61BB-E8AB-EC96-A1CA-E75FEC96C392}"/>
          </ac:spMkLst>
        </pc:spChg>
        <pc:spChg chg="add del mod">
          <ac:chgData name="Julien TERRIER" userId="e38a7381-6e71-427d-838c-0275fc209b82" providerId="ADAL" clId="{CF9F91B6-EBB2-48E0-8BA7-F0D75AF13957}" dt="2024-09-02T14:34:26.382" v="1045" actId="6264"/>
          <ac:spMkLst>
            <pc:docMk/>
            <pc:sldMk cId="655317910" sldId="584"/>
            <ac:spMk id="13" creationId="{7A35B113-9083-64C1-1A1F-F243212F8396}"/>
          </ac:spMkLst>
        </pc:spChg>
        <pc:spChg chg="add del mod">
          <ac:chgData name="Julien TERRIER" userId="e38a7381-6e71-427d-838c-0275fc209b82" providerId="ADAL" clId="{CF9F91B6-EBB2-48E0-8BA7-F0D75AF13957}" dt="2024-09-02T14:34:26.382" v="1045" actId="6264"/>
          <ac:spMkLst>
            <pc:docMk/>
            <pc:sldMk cId="655317910" sldId="584"/>
            <ac:spMk id="14" creationId="{92A15A91-8ACE-0830-6FBD-DCD706D160F3}"/>
          </ac:spMkLst>
        </pc:spChg>
        <pc:spChg chg="add del mod">
          <ac:chgData name="Julien TERRIER" userId="e38a7381-6e71-427d-838c-0275fc209b82" providerId="ADAL" clId="{CF9F91B6-EBB2-48E0-8BA7-F0D75AF13957}" dt="2024-09-02T14:34:26.382" v="1045" actId="6264"/>
          <ac:spMkLst>
            <pc:docMk/>
            <pc:sldMk cId="655317910" sldId="584"/>
            <ac:spMk id="15" creationId="{EB79C603-454A-EFDA-3029-A4439E143463}"/>
          </ac:spMkLst>
        </pc:spChg>
        <pc:spChg chg="add del mod">
          <ac:chgData name="Julien TERRIER" userId="e38a7381-6e71-427d-838c-0275fc209b82" providerId="ADAL" clId="{CF9F91B6-EBB2-48E0-8BA7-F0D75AF13957}" dt="2024-09-02T14:34:26.382" v="1045" actId="6264"/>
          <ac:spMkLst>
            <pc:docMk/>
            <pc:sldMk cId="655317910" sldId="584"/>
            <ac:spMk id="16" creationId="{52086067-4523-CACB-9793-FA476A7318F5}"/>
          </ac:spMkLst>
        </pc:spChg>
        <pc:grpChg chg="mod">
          <ac:chgData name="Julien TERRIER" userId="e38a7381-6e71-427d-838c-0275fc209b82" providerId="ADAL" clId="{CF9F91B6-EBB2-48E0-8BA7-F0D75AF13957}" dt="2024-09-02T14:34:25.519" v="369"/>
          <ac:grpSpMkLst>
            <pc:docMk/>
            <pc:sldMk cId="655317910" sldId="584"/>
            <ac:grpSpMk id="11" creationId="{0BA14C2E-83F8-4B92-8A8E-11EED05899A8}"/>
          </ac:grpSpMkLst>
        </pc:grpChg>
        <pc:picChg chg="mod">
          <ac:chgData name="Julien TERRIER" userId="e38a7381-6e71-427d-838c-0275fc209b82" providerId="ADAL" clId="{CF9F91B6-EBB2-48E0-8BA7-F0D75AF13957}" dt="2024-09-02T14:34:25.519" v="369"/>
          <ac:picMkLst>
            <pc:docMk/>
            <pc:sldMk cId="655317910" sldId="584"/>
            <ac:picMk id="6" creationId="{4CAF8DEE-15BD-42CE-8D20-E6116317EED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151" v="1149" actId="1589"/>
              <pc2:cmMkLst xmlns:pc2="http://schemas.microsoft.com/office/powerpoint/2019/9/main/command">
                <pc:docMk/>
                <pc:sldMk cId="655317910" sldId="584"/>
                <pc2:cmMk id="{91DDB2A0-F489-42BC-B0C6-E87CC08F7ADD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07:59:27.031" v="1639" actId="790"/>
        <pc:sldMkLst>
          <pc:docMk/>
          <pc:sldMk cId="2848675774" sldId="585"/>
        </pc:sldMkLst>
        <pc:spChg chg="del mod">
          <ac:chgData name="Julien TERRIER" userId="e38a7381-6e71-427d-838c-0275fc209b82" providerId="ADAL" clId="{CF9F91B6-EBB2-48E0-8BA7-F0D75AF13957}" dt="2024-09-02T14:34:25.676" v="542"/>
          <ac:spMkLst>
            <pc:docMk/>
            <pc:sldMk cId="2848675774" sldId="585"/>
            <ac:spMk id="2" creationId="{31F7D4F1-E858-4EDF-AF1F-2BA6EC6DFAD9}"/>
          </ac:spMkLst>
        </pc:spChg>
        <pc:spChg chg="del mod ord">
          <ac:chgData name="Julien TERRIER" userId="e38a7381-6e71-427d-838c-0275fc209b82" providerId="ADAL" clId="{CF9F91B6-EBB2-48E0-8BA7-F0D75AF13957}" dt="2024-09-03T07:59:05.038" v="1634" actId="478"/>
          <ac:spMkLst>
            <pc:docMk/>
            <pc:sldMk cId="2848675774" sldId="585"/>
            <ac:spMk id="3" creationId="{D506CF76-421C-453D-B751-E3D68E3968EF}"/>
          </ac:spMkLst>
        </pc:spChg>
        <pc:spChg chg="mod ord">
          <ac:chgData name="Julien TERRIER" userId="e38a7381-6e71-427d-838c-0275fc209b82" providerId="ADAL" clId="{CF9F91B6-EBB2-48E0-8BA7-F0D75AF13957}" dt="2024-09-03T07:59:27.031" v="1639" actId="790"/>
          <ac:spMkLst>
            <pc:docMk/>
            <pc:sldMk cId="2848675774" sldId="585"/>
            <ac:spMk id="4" creationId="{AFF78888-65BD-4CDB-B2FC-9B7669F8B834}"/>
          </ac:spMkLst>
        </pc:spChg>
        <pc:spChg chg="add del mod ord">
          <ac:chgData name="Julien TERRIER" userId="e38a7381-6e71-427d-838c-0275fc209b82" providerId="ADAL" clId="{CF9F91B6-EBB2-48E0-8BA7-F0D75AF13957}" dt="2024-09-03T07:59:08.851" v="1635" actId="478"/>
          <ac:spMkLst>
            <pc:docMk/>
            <pc:sldMk cId="2848675774" sldId="585"/>
            <ac:spMk id="5" creationId="{BEE3E977-3D49-A397-915D-24ED3F057320}"/>
          </ac:spMkLst>
        </pc:spChg>
        <pc:spChg chg="mod">
          <ac:chgData name="Julien TERRIER" userId="e38a7381-6e71-427d-838c-0275fc209b82" providerId="ADAL" clId="{CF9F91B6-EBB2-48E0-8BA7-F0D75AF13957}" dt="2024-09-02T14:34:27.558" v="1268" actId="790"/>
          <ac:spMkLst>
            <pc:docMk/>
            <pc:sldMk cId="2848675774" sldId="585"/>
            <ac:spMk id="8" creationId="{3B7AFA94-5ACB-4E01-9CCE-0A5A185A9274}"/>
          </ac:spMkLst>
        </pc:spChg>
        <pc:spChg chg="add del mod">
          <ac:chgData name="Julien TERRIER" userId="e38a7381-6e71-427d-838c-0275fc209b82" providerId="ADAL" clId="{CF9F91B6-EBB2-48E0-8BA7-F0D75AF13957}" dt="2024-09-02T14:34:26.397" v="1046" actId="6264"/>
          <ac:spMkLst>
            <pc:docMk/>
            <pc:sldMk cId="2848675774" sldId="585"/>
            <ac:spMk id="9" creationId="{818B23AD-7392-F850-20BE-387A67C9890D}"/>
          </ac:spMkLst>
        </pc:spChg>
        <pc:spChg chg="add del mod">
          <ac:chgData name="Julien TERRIER" userId="e38a7381-6e71-427d-838c-0275fc209b82" providerId="ADAL" clId="{CF9F91B6-EBB2-48E0-8BA7-F0D75AF13957}" dt="2024-09-02T14:34:26.397" v="1046" actId="6264"/>
          <ac:spMkLst>
            <pc:docMk/>
            <pc:sldMk cId="2848675774" sldId="585"/>
            <ac:spMk id="10" creationId="{32859AF8-EEFC-CF0F-6E30-43FA1A3DDC01}"/>
          </ac:spMkLst>
        </pc:spChg>
        <pc:spChg chg="add del mod">
          <ac:chgData name="Julien TERRIER" userId="e38a7381-6e71-427d-838c-0275fc209b82" providerId="ADAL" clId="{CF9F91B6-EBB2-48E0-8BA7-F0D75AF13957}" dt="2024-09-02T14:34:26.397" v="1046" actId="6264"/>
          <ac:spMkLst>
            <pc:docMk/>
            <pc:sldMk cId="2848675774" sldId="585"/>
            <ac:spMk id="11" creationId="{30CBCA2A-B2AC-A78B-DBDE-E0FA4F280C01}"/>
          </ac:spMkLst>
        </pc:spChg>
        <pc:spChg chg="add del mod ord">
          <ac:chgData name="Julien TERRIER" userId="e38a7381-6e71-427d-838c-0275fc209b82" providerId="ADAL" clId="{CF9F91B6-EBB2-48E0-8BA7-F0D75AF13957}" dt="2024-09-03T07:59:11.175" v="1636" actId="478"/>
          <ac:spMkLst>
            <pc:docMk/>
            <pc:sldMk cId="2848675774" sldId="585"/>
            <ac:spMk id="12" creationId="{220930D6-C561-84D4-5F81-57A83F70B3B8}"/>
          </ac:spMkLst>
        </pc:spChg>
        <pc:picChg chg="mod">
          <ac:chgData name="Julien TERRIER" userId="e38a7381-6e71-427d-838c-0275fc209b82" providerId="ADAL" clId="{CF9F91B6-EBB2-48E0-8BA7-F0D75AF13957}" dt="2024-09-02T14:34:25.519" v="376"/>
          <ac:picMkLst>
            <pc:docMk/>
            <pc:sldMk cId="2848675774" sldId="585"/>
            <ac:picMk id="6" creationId="{AD014235-5A70-4738-90E7-08D8F36B229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167" v="1151" actId="1589"/>
              <pc2:cmMkLst xmlns:pc2="http://schemas.microsoft.com/office/powerpoint/2019/9/main/command">
                <pc:docMk/>
                <pc:sldMk cId="2848675774" sldId="585"/>
                <pc2:cmMk id="{403817ED-3B9F-4D78-9D9F-F04EE51AA522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08:01:36.298" v="1659" actId="478"/>
        <pc:sldMkLst>
          <pc:docMk/>
          <pc:sldMk cId="3994019027" sldId="586"/>
        </pc:sldMkLst>
        <pc:spChg chg="del mod">
          <ac:chgData name="Julien TERRIER" userId="e38a7381-6e71-427d-838c-0275fc209b82" providerId="ADAL" clId="{CF9F91B6-EBB2-48E0-8BA7-F0D75AF13957}" dt="2024-09-02T14:34:25.676" v="544"/>
          <ac:spMkLst>
            <pc:docMk/>
            <pc:sldMk cId="3994019027" sldId="586"/>
            <ac:spMk id="2" creationId="{4047864C-13D3-42A4-92AD-C7621CEE358C}"/>
          </ac:spMkLst>
        </pc:spChg>
        <pc:spChg chg="del mod ord">
          <ac:chgData name="Julien TERRIER" userId="e38a7381-6e71-427d-838c-0275fc209b82" providerId="ADAL" clId="{CF9F91B6-EBB2-48E0-8BA7-F0D75AF13957}" dt="2024-09-03T08:01:32.358" v="1658" actId="478"/>
          <ac:spMkLst>
            <pc:docMk/>
            <pc:sldMk cId="3994019027" sldId="586"/>
            <ac:spMk id="3" creationId="{9C95CB8D-FC0D-49D0-812E-EDE00D3EE291}"/>
          </ac:spMkLst>
        </pc:spChg>
        <pc:spChg chg="mod ord">
          <ac:chgData name="Julien TERRIER" userId="e38a7381-6e71-427d-838c-0275fc209b82" providerId="ADAL" clId="{CF9F91B6-EBB2-48E0-8BA7-F0D75AF13957}" dt="2024-09-03T07:59:50.696" v="1642" actId="790"/>
          <ac:spMkLst>
            <pc:docMk/>
            <pc:sldMk cId="3994019027" sldId="586"/>
            <ac:spMk id="4" creationId="{6F9DFF0A-A79B-4803-9403-1CEFC4A915B8}"/>
          </ac:spMkLst>
        </pc:spChg>
        <pc:spChg chg="mod ord">
          <ac:chgData name="Julien TERRIER" userId="e38a7381-6e71-427d-838c-0275fc209b82" providerId="ADAL" clId="{CF9F91B6-EBB2-48E0-8BA7-F0D75AF13957}" dt="2024-09-03T08:00:40.266" v="1657" actId="20577"/>
          <ac:spMkLst>
            <pc:docMk/>
            <pc:sldMk cId="3994019027" sldId="586"/>
            <ac:spMk id="5" creationId="{8C157250-826D-4134-AD93-7DCB3FC8C7C6}"/>
          </ac:spMkLst>
        </pc:spChg>
        <pc:spChg chg="add del mod ord">
          <ac:chgData name="Julien TERRIER" userId="e38a7381-6e71-427d-838c-0275fc209b82" providerId="ADAL" clId="{CF9F91B6-EBB2-48E0-8BA7-F0D75AF13957}" dt="2024-09-03T08:01:36.298" v="1659" actId="478"/>
          <ac:spMkLst>
            <pc:docMk/>
            <pc:sldMk cId="3994019027" sldId="586"/>
            <ac:spMk id="6" creationId="{51F51170-196E-474A-1B5A-9212792C1CD8}"/>
          </ac:spMkLst>
        </pc:spChg>
        <pc:spChg chg="add del mod">
          <ac:chgData name="Julien TERRIER" userId="e38a7381-6e71-427d-838c-0275fc209b82" providerId="ADAL" clId="{CF9F91B6-EBB2-48E0-8BA7-F0D75AF13957}" dt="2024-09-02T14:34:26.429" v="1047" actId="6264"/>
          <ac:spMkLst>
            <pc:docMk/>
            <pc:sldMk cId="3994019027" sldId="586"/>
            <ac:spMk id="7" creationId="{49169862-ED0C-98B5-297E-2E6B285B2DD5}"/>
          </ac:spMkLst>
        </pc:spChg>
        <pc:spChg chg="add del mod">
          <ac:chgData name="Julien TERRIER" userId="e38a7381-6e71-427d-838c-0275fc209b82" providerId="ADAL" clId="{CF9F91B6-EBB2-48E0-8BA7-F0D75AF13957}" dt="2024-09-02T14:34:26.429" v="1047" actId="6264"/>
          <ac:spMkLst>
            <pc:docMk/>
            <pc:sldMk cId="3994019027" sldId="586"/>
            <ac:spMk id="8" creationId="{73B167C8-3D87-6024-7AE8-51AD37239DAD}"/>
          </ac:spMkLst>
        </pc:spChg>
        <pc:spChg chg="add del mod">
          <ac:chgData name="Julien TERRIER" userId="e38a7381-6e71-427d-838c-0275fc209b82" providerId="ADAL" clId="{CF9F91B6-EBB2-48E0-8BA7-F0D75AF13957}" dt="2024-09-02T14:34:26.429" v="1047" actId="6264"/>
          <ac:spMkLst>
            <pc:docMk/>
            <pc:sldMk cId="3994019027" sldId="586"/>
            <ac:spMk id="10" creationId="{C75902B0-DF0C-0F7D-7AE2-5FFAF54D1C4D}"/>
          </ac:spMkLst>
        </pc:spChg>
        <pc:spChg chg="add del mod">
          <ac:chgData name="Julien TERRIER" userId="e38a7381-6e71-427d-838c-0275fc209b82" providerId="ADAL" clId="{CF9F91B6-EBB2-48E0-8BA7-F0D75AF13957}" dt="2024-09-02T14:34:26.429" v="1047" actId="6264"/>
          <ac:spMkLst>
            <pc:docMk/>
            <pc:sldMk cId="3994019027" sldId="586"/>
            <ac:spMk id="11" creationId="{EFE6E769-E1B8-4226-DD76-05F3B7B64869}"/>
          </ac:spMkLst>
        </pc:spChg>
        <pc:picChg chg="mod">
          <ac:chgData name="Julien TERRIER" userId="e38a7381-6e71-427d-838c-0275fc209b82" providerId="ADAL" clId="{CF9F91B6-EBB2-48E0-8BA7-F0D75AF13957}" dt="2024-09-02T14:34:25.519" v="383"/>
          <ac:picMkLst>
            <pc:docMk/>
            <pc:sldMk cId="3994019027" sldId="586"/>
            <ac:picMk id="9" creationId="{2A5E541B-BFE4-341F-B32D-066BBCE6CF7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198" v="1153" actId="1589"/>
              <pc2:cmMkLst xmlns:pc2="http://schemas.microsoft.com/office/powerpoint/2019/9/main/command">
                <pc:docMk/>
                <pc:sldMk cId="3994019027" sldId="586"/>
                <pc2:cmMk id="{60005E6D-9CEB-4E80-BD3B-B3A91D119ECE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08:07:20.021" v="1684" actId="14100"/>
        <pc:sldMkLst>
          <pc:docMk/>
          <pc:sldMk cId="365902232" sldId="587"/>
        </pc:sldMkLst>
        <pc:spChg chg="del mod">
          <ac:chgData name="Julien TERRIER" userId="e38a7381-6e71-427d-838c-0275fc209b82" providerId="ADAL" clId="{CF9F91B6-EBB2-48E0-8BA7-F0D75AF13957}" dt="2024-09-02T14:34:25.676" v="546"/>
          <ac:spMkLst>
            <pc:docMk/>
            <pc:sldMk cId="365902232" sldId="587"/>
            <ac:spMk id="2" creationId="{4047864C-13D3-42A4-92AD-C7621CEE358C}"/>
          </ac:spMkLst>
        </pc:spChg>
        <pc:spChg chg="del mod ord">
          <ac:chgData name="Julien TERRIER" userId="e38a7381-6e71-427d-838c-0275fc209b82" providerId="ADAL" clId="{CF9F91B6-EBB2-48E0-8BA7-F0D75AF13957}" dt="2024-09-03T08:02:23.725" v="1673" actId="478"/>
          <ac:spMkLst>
            <pc:docMk/>
            <pc:sldMk cId="365902232" sldId="587"/>
            <ac:spMk id="3" creationId="{9C95CB8D-FC0D-49D0-812E-EDE00D3EE291}"/>
          </ac:spMkLst>
        </pc:spChg>
        <pc:spChg chg="mod ord">
          <ac:chgData name="Julien TERRIER" userId="e38a7381-6e71-427d-838c-0275fc209b82" providerId="ADAL" clId="{CF9F91B6-EBB2-48E0-8BA7-F0D75AF13957}" dt="2024-09-03T08:06:46.511" v="1681" actId="255"/>
          <ac:spMkLst>
            <pc:docMk/>
            <pc:sldMk cId="365902232" sldId="587"/>
            <ac:spMk id="4" creationId="{6F9DFF0A-A79B-4803-9403-1CEFC4A915B8}"/>
          </ac:spMkLst>
        </pc:spChg>
        <pc:spChg chg="mod ord">
          <ac:chgData name="Julien TERRIER" userId="e38a7381-6e71-427d-838c-0275fc209b82" providerId="ADAL" clId="{CF9F91B6-EBB2-48E0-8BA7-F0D75AF13957}" dt="2024-09-03T08:02:54.912" v="1677" actId="790"/>
          <ac:spMkLst>
            <pc:docMk/>
            <pc:sldMk cId="365902232" sldId="587"/>
            <ac:spMk id="5" creationId="{8C157250-826D-4134-AD93-7DCB3FC8C7C6}"/>
          </ac:spMkLst>
        </pc:spChg>
        <pc:spChg chg="mod">
          <ac:chgData name="Julien TERRIER" userId="e38a7381-6e71-427d-838c-0275fc209b82" providerId="ADAL" clId="{CF9F91B6-EBB2-48E0-8BA7-F0D75AF13957}" dt="2024-09-02T14:34:27.574" v="1281" actId="790"/>
          <ac:spMkLst>
            <pc:docMk/>
            <pc:sldMk cId="365902232" sldId="587"/>
            <ac:spMk id="7" creationId="{8D8CC369-7917-4326-BB7D-73362BACAC69}"/>
          </ac:spMkLst>
        </pc:spChg>
        <pc:spChg chg="mod">
          <ac:chgData name="Julien TERRIER" userId="e38a7381-6e71-427d-838c-0275fc209b82" providerId="ADAL" clId="{CF9F91B6-EBB2-48E0-8BA7-F0D75AF13957}" dt="2024-09-02T14:34:27.574" v="1282" actId="790"/>
          <ac:spMkLst>
            <pc:docMk/>
            <pc:sldMk cId="365902232" sldId="587"/>
            <ac:spMk id="8" creationId="{FFAEB371-D664-46D1-8139-080C070A39E9}"/>
          </ac:spMkLst>
        </pc:spChg>
        <pc:spChg chg="mod">
          <ac:chgData name="Julien TERRIER" userId="e38a7381-6e71-427d-838c-0275fc209b82" providerId="ADAL" clId="{CF9F91B6-EBB2-48E0-8BA7-F0D75AF13957}" dt="2024-09-03T08:07:04.351" v="1682" actId="14100"/>
          <ac:spMkLst>
            <pc:docMk/>
            <pc:sldMk cId="365902232" sldId="587"/>
            <ac:spMk id="9" creationId="{2321396B-BE4B-44FA-9EC2-E5C294B5570C}"/>
          </ac:spMkLst>
        </pc:spChg>
        <pc:spChg chg="mod">
          <ac:chgData name="Julien TERRIER" userId="e38a7381-6e71-427d-838c-0275fc209b82" providerId="ADAL" clId="{CF9F91B6-EBB2-48E0-8BA7-F0D75AF13957}" dt="2024-09-02T14:34:27.574" v="1284" actId="790"/>
          <ac:spMkLst>
            <pc:docMk/>
            <pc:sldMk cId="365902232" sldId="587"/>
            <ac:spMk id="10" creationId="{C9800304-C18D-4D54-8B2A-24AC181887CF}"/>
          </ac:spMkLst>
        </pc:spChg>
        <pc:spChg chg="mod">
          <ac:chgData name="Julien TERRIER" userId="e38a7381-6e71-427d-838c-0275fc209b82" providerId="ADAL" clId="{CF9F91B6-EBB2-48E0-8BA7-F0D75AF13957}" dt="2024-09-02T14:34:27.589" v="1285" actId="790"/>
          <ac:spMkLst>
            <pc:docMk/>
            <pc:sldMk cId="365902232" sldId="587"/>
            <ac:spMk id="11" creationId="{9C25259F-ED1C-424F-875F-E1016497E242}"/>
          </ac:spMkLst>
        </pc:spChg>
        <pc:spChg chg="mod">
          <ac:chgData name="Julien TERRIER" userId="e38a7381-6e71-427d-838c-0275fc209b82" providerId="ADAL" clId="{CF9F91B6-EBB2-48E0-8BA7-F0D75AF13957}" dt="2024-09-02T14:34:27.589" v="1286" actId="790"/>
          <ac:spMkLst>
            <pc:docMk/>
            <pc:sldMk cId="365902232" sldId="587"/>
            <ac:spMk id="12" creationId="{7F7D6784-ADD3-4113-B610-75C59E555983}"/>
          </ac:spMkLst>
        </pc:spChg>
        <pc:spChg chg="mod">
          <ac:chgData name="Julien TERRIER" userId="e38a7381-6e71-427d-838c-0275fc209b82" providerId="ADAL" clId="{CF9F91B6-EBB2-48E0-8BA7-F0D75AF13957}" dt="2024-09-03T08:07:20.021" v="1684" actId="14100"/>
          <ac:spMkLst>
            <pc:docMk/>
            <pc:sldMk cId="365902232" sldId="587"/>
            <ac:spMk id="14" creationId="{FD0845A2-4155-4C65-B058-92821A9AD6A8}"/>
          </ac:spMkLst>
        </pc:spChg>
        <pc:spChg chg="mod">
          <ac:chgData name="Julien TERRIER" userId="e38a7381-6e71-427d-838c-0275fc209b82" providerId="ADAL" clId="{CF9F91B6-EBB2-48E0-8BA7-F0D75AF13957}" dt="2024-09-02T14:34:27.589" v="1288" actId="790"/>
          <ac:spMkLst>
            <pc:docMk/>
            <pc:sldMk cId="365902232" sldId="587"/>
            <ac:spMk id="15" creationId="{91B7EF7B-7B94-41D3-B3DA-04A2FB94B95E}"/>
          </ac:spMkLst>
        </pc:spChg>
        <pc:spChg chg="mod">
          <ac:chgData name="Julien TERRIER" userId="e38a7381-6e71-427d-838c-0275fc209b82" providerId="ADAL" clId="{CF9F91B6-EBB2-48E0-8BA7-F0D75AF13957}" dt="2024-09-02T14:34:27.589" v="1289" actId="790"/>
          <ac:spMkLst>
            <pc:docMk/>
            <pc:sldMk cId="365902232" sldId="587"/>
            <ac:spMk id="17" creationId="{70C3727E-6841-44CC-9835-31C55A3ECAA0}"/>
          </ac:spMkLst>
        </pc:spChg>
        <pc:spChg chg="mod">
          <ac:chgData name="Julien TERRIER" userId="e38a7381-6e71-427d-838c-0275fc209b82" providerId="ADAL" clId="{CF9F91B6-EBB2-48E0-8BA7-F0D75AF13957}" dt="2024-09-02T14:34:27.589" v="1290" actId="790"/>
          <ac:spMkLst>
            <pc:docMk/>
            <pc:sldMk cId="365902232" sldId="587"/>
            <ac:spMk id="18" creationId="{055E16F5-745D-444E-8D75-0016954B2330}"/>
          </ac:spMkLst>
        </pc:spChg>
        <pc:spChg chg="mod">
          <ac:chgData name="Julien TERRIER" userId="e38a7381-6e71-427d-838c-0275fc209b82" providerId="ADAL" clId="{CF9F91B6-EBB2-48E0-8BA7-F0D75AF13957}" dt="2024-09-02T14:34:27.589" v="1291" actId="790"/>
          <ac:spMkLst>
            <pc:docMk/>
            <pc:sldMk cId="365902232" sldId="587"/>
            <ac:spMk id="20" creationId="{89226916-1F96-4815-8AD2-A9A7DA047DD9}"/>
          </ac:spMkLst>
        </pc:spChg>
        <pc:spChg chg="mod">
          <ac:chgData name="Julien TERRIER" userId="e38a7381-6e71-427d-838c-0275fc209b82" providerId="ADAL" clId="{CF9F91B6-EBB2-48E0-8BA7-F0D75AF13957}" dt="2024-09-03T08:06:27.283" v="1680" actId="790"/>
          <ac:spMkLst>
            <pc:docMk/>
            <pc:sldMk cId="365902232" sldId="587"/>
            <ac:spMk id="21" creationId="{A48EB3A2-4D96-49A8-86A3-1A445D2FE591}"/>
          </ac:spMkLst>
        </pc:spChg>
        <pc:spChg chg="add del mod ord">
          <ac:chgData name="Julien TERRIER" userId="e38a7381-6e71-427d-838c-0275fc209b82" providerId="ADAL" clId="{CF9F91B6-EBB2-48E0-8BA7-F0D75AF13957}" dt="2024-09-03T08:02:26.207" v="1674" actId="478"/>
          <ac:spMkLst>
            <pc:docMk/>
            <pc:sldMk cId="365902232" sldId="587"/>
            <ac:spMk id="23" creationId="{CB6CE74A-08F0-36A0-FEBB-7F591F98E631}"/>
          </ac:spMkLst>
        </pc:spChg>
        <pc:spChg chg="add del mod">
          <ac:chgData name="Julien TERRIER" userId="e38a7381-6e71-427d-838c-0275fc209b82" providerId="ADAL" clId="{CF9F91B6-EBB2-48E0-8BA7-F0D75AF13957}" dt="2024-09-02T14:34:26.476" v="1048" actId="6264"/>
          <ac:spMkLst>
            <pc:docMk/>
            <pc:sldMk cId="365902232" sldId="587"/>
            <ac:spMk id="24" creationId="{907FAAE2-86D6-5E7C-7ACB-B6C97365A3C8}"/>
          </ac:spMkLst>
        </pc:spChg>
        <pc:spChg chg="add del mod">
          <ac:chgData name="Julien TERRIER" userId="e38a7381-6e71-427d-838c-0275fc209b82" providerId="ADAL" clId="{CF9F91B6-EBB2-48E0-8BA7-F0D75AF13957}" dt="2024-09-02T14:34:26.476" v="1048" actId="6264"/>
          <ac:spMkLst>
            <pc:docMk/>
            <pc:sldMk cId="365902232" sldId="587"/>
            <ac:spMk id="25" creationId="{400C14FB-3578-B04C-545E-A0F191D5075A}"/>
          </ac:spMkLst>
        </pc:spChg>
        <pc:spChg chg="add del mod">
          <ac:chgData name="Julien TERRIER" userId="e38a7381-6e71-427d-838c-0275fc209b82" providerId="ADAL" clId="{CF9F91B6-EBB2-48E0-8BA7-F0D75AF13957}" dt="2024-09-02T14:34:26.476" v="1048" actId="6264"/>
          <ac:spMkLst>
            <pc:docMk/>
            <pc:sldMk cId="365902232" sldId="587"/>
            <ac:spMk id="26" creationId="{385FB21F-F0C5-5BBF-0C17-6AA678336BBB}"/>
          </ac:spMkLst>
        </pc:spChg>
        <pc:spChg chg="add del mod">
          <ac:chgData name="Julien TERRIER" userId="e38a7381-6e71-427d-838c-0275fc209b82" providerId="ADAL" clId="{CF9F91B6-EBB2-48E0-8BA7-F0D75AF13957}" dt="2024-09-02T14:34:26.476" v="1048" actId="6264"/>
          <ac:spMkLst>
            <pc:docMk/>
            <pc:sldMk cId="365902232" sldId="587"/>
            <ac:spMk id="27" creationId="{A6956858-95CD-7B90-4F87-4E7D4BCDA513}"/>
          </ac:spMkLst>
        </pc:spChg>
        <pc:grpChg chg="mod">
          <ac:chgData name="Julien TERRIER" userId="e38a7381-6e71-427d-838c-0275fc209b82" providerId="ADAL" clId="{CF9F91B6-EBB2-48E0-8BA7-F0D75AF13957}" dt="2024-09-02T14:34:25.519" v="390"/>
          <ac:grpSpMkLst>
            <pc:docMk/>
            <pc:sldMk cId="365902232" sldId="587"/>
            <ac:grpSpMk id="13" creationId="{F3FB8D4D-B850-423A-9A47-CD3A407C8D34}"/>
          </ac:grpSpMkLst>
        </pc:grpChg>
        <pc:grpChg chg="mod">
          <ac:chgData name="Julien TERRIER" userId="e38a7381-6e71-427d-838c-0275fc209b82" providerId="ADAL" clId="{CF9F91B6-EBB2-48E0-8BA7-F0D75AF13957}" dt="2024-09-02T14:34:25.519" v="390"/>
          <ac:grpSpMkLst>
            <pc:docMk/>
            <pc:sldMk cId="365902232" sldId="587"/>
            <ac:grpSpMk id="16" creationId="{714A9923-F870-4C95-8EA8-53400D94704B}"/>
          </ac:grpSpMkLst>
        </pc:grpChg>
        <pc:grpChg chg="mod">
          <ac:chgData name="Julien TERRIER" userId="e38a7381-6e71-427d-838c-0275fc209b82" providerId="ADAL" clId="{CF9F91B6-EBB2-48E0-8BA7-F0D75AF13957}" dt="2024-09-02T14:34:25.519" v="390"/>
          <ac:grpSpMkLst>
            <pc:docMk/>
            <pc:sldMk cId="365902232" sldId="587"/>
            <ac:grpSpMk id="19" creationId="{C6034981-1191-4C22-B5D4-99B7793D49E7}"/>
          </ac:grpSpMkLst>
        </pc:grpChg>
        <pc:grpChg chg="mod">
          <ac:chgData name="Julien TERRIER" userId="e38a7381-6e71-427d-838c-0275fc209b82" providerId="ADAL" clId="{CF9F91B6-EBB2-48E0-8BA7-F0D75AF13957}" dt="2024-09-03T08:02:38.854" v="1676" actId="14100"/>
          <ac:grpSpMkLst>
            <pc:docMk/>
            <pc:sldMk cId="365902232" sldId="587"/>
            <ac:grpSpMk id="22" creationId="{5E0FFEC3-AE44-49D7-ADB5-DB36A1EDF8E2}"/>
          </ac:grpSpMkLst>
        </pc:grpChg>
        <pc:picChg chg="mod modCrop">
          <ac:chgData name="Julien TERRIER" userId="e38a7381-6e71-427d-838c-0275fc209b82" providerId="ADAL" clId="{CF9F91B6-EBB2-48E0-8BA7-F0D75AF13957}" dt="2024-09-03T08:06:04.790" v="1679" actId="732"/>
          <ac:picMkLst>
            <pc:docMk/>
            <pc:sldMk cId="365902232" sldId="587"/>
            <ac:picMk id="6" creationId="{D9A238A3-B540-480F-BD01-2D8E2ACED2C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213" v="1155" actId="1589"/>
              <pc2:cmMkLst xmlns:pc2="http://schemas.microsoft.com/office/powerpoint/2019/9/main/command">
                <pc:docMk/>
                <pc:sldMk cId="365902232" sldId="587"/>
                <pc2:cmMk id="{2FDC3105-35FF-478A-B534-0D392534AC1E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2:33:53.992" v="1786" actId="12789"/>
        <pc:sldMkLst>
          <pc:docMk/>
          <pc:sldMk cId="2917632955" sldId="588"/>
        </pc:sldMkLst>
        <pc:spChg chg="del mod">
          <ac:chgData name="Julien TERRIER" userId="e38a7381-6e71-427d-838c-0275fc209b82" providerId="ADAL" clId="{CF9F91B6-EBB2-48E0-8BA7-F0D75AF13957}" dt="2024-09-02T14:34:25.676" v="548"/>
          <ac:spMkLst>
            <pc:docMk/>
            <pc:sldMk cId="2917632955" sldId="588"/>
            <ac:spMk id="2" creationId="{4047864C-13D3-42A4-92AD-C7621CEE358C}"/>
          </ac:spMkLst>
        </pc:spChg>
        <pc:spChg chg="del mod ord">
          <ac:chgData name="Julien TERRIER" userId="e38a7381-6e71-427d-838c-0275fc209b82" providerId="ADAL" clId="{CF9F91B6-EBB2-48E0-8BA7-F0D75AF13957}" dt="2024-09-03T08:08:24.150" v="1689" actId="478"/>
          <ac:spMkLst>
            <pc:docMk/>
            <pc:sldMk cId="2917632955" sldId="588"/>
            <ac:spMk id="3" creationId="{9C95CB8D-FC0D-49D0-812E-EDE00D3EE291}"/>
          </ac:spMkLst>
        </pc:spChg>
        <pc:spChg chg="mod ord">
          <ac:chgData name="Julien TERRIER" userId="e38a7381-6e71-427d-838c-0275fc209b82" providerId="ADAL" clId="{CF9F91B6-EBB2-48E0-8BA7-F0D75AF13957}" dt="2024-09-03T08:08:18.936" v="1688" actId="790"/>
          <ac:spMkLst>
            <pc:docMk/>
            <pc:sldMk cId="2917632955" sldId="588"/>
            <ac:spMk id="4" creationId="{6F9DFF0A-A79B-4803-9403-1CEFC4A915B8}"/>
          </ac:spMkLst>
        </pc:spChg>
        <pc:spChg chg="add del mod ord">
          <ac:chgData name="Julien TERRIER" userId="e38a7381-6e71-427d-838c-0275fc209b82" providerId="ADAL" clId="{CF9F91B6-EBB2-48E0-8BA7-F0D75AF13957}" dt="2024-09-03T08:08:29.391" v="1690" actId="478"/>
          <ac:spMkLst>
            <pc:docMk/>
            <pc:sldMk cId="2917632955" sldId="588"/>
            <ac:spMk id="5" creationId="{A42338E6-2888-161E-702A-607035144C63}"/>
          </ac:spMkLst>
        </pc:spChg>
        <pc:spChg chg="add del mod">
          <ac:chgData name="Julien TERRIER" userId="e38a7381-6e71-427d-838c-0275fc209b82" providerId="ADAL" clId="{CF9F91B6-EBB2-48E0-8BA7-F0D75AF13957}" dt="2024-09-02T14:34:26.492" v="1049" actId="6264"/>
          <ac:spMkLst>
            <pc:docMk/>
            <pc:sldMk cId="2917632955" sldId="588"/>
            <ac:spMk id="7" creationId="{C78CC872-270C-F079-211C-CBDFF8858EE8}"/>
          </ac:spMkLst>
        </pc:spChg>
        <pc:spChg chg="add del mod">
          <ac:chgData name="Julien TERRIER" userId="e38a7381-6e71-427d-838c-0275fc209b82" providerId="ADAL" clId="{CF9F91B6-EBB2-48E0-8BA7-F0D75AF13957}" dt="2024-09-02T14:34:26.492" v="1049" actId="6264"/>
          <ac:spMkLst>
            <pc:docMk/>
            <pc:sldMk cId="2917632955" sldId="588"/>
            <ac:spMk id="8" creationId="{26B60102-6A33-8D39-BA5B-951E6760DEC2}"/>
          </ac:spMkLst>
        </pc:spChg>
        <pc:spChg chg="add del mod">
          <ac:chgData name="Julien TERRIER" userId="e38a7381-6e71-427d-838c-0275fc209b82" providerId="ADAL" clId="{CF9F91B6-EBB2-48E0-8BA7-F0D75AF13957}" dt="2024-09-02T14:34:26.492" v="1049" actId="6264"/>
          <ac:spMkLst>
            <pc:docMk/>
            <pc:sldMk cId="2917632955" sldId="588"/>
            <ac:spMk id="9" creationId="{FF0AC39C-0EB2-6F7D-7C6E-8FBF50012FDF}"/>
          </ac:spMkLst>
        </pc:spChg>
        <pc:spChg chg="add del mod ord">
          <ac:chgData name="Julien TERRIER" userId="e38a7381-6e71-427d-838c-0275fc209b82" providerId="ADAL" clId="{CF9F91B6-EBB2-48E0-8BA7-F0D75AF13957}" dt="2024-09-03T08:08:06.715" v="1685" actId="478"/>
          <ac:spMkLst>
            <pc:docMk/>
            <pc:sldMk cId="2917632955" sldId="588"/>
            <ac:spMk id="10" creationId="{F6D5B049-8FA6-B133-4CA5-C0859F8E1F62}"/>
          </ac:spMkLst>
        </pc:spChg>
        <pc:picChg chg="mod">
          <ac:chgData name="Julien TERRIER" userId="e38a7381-6e71-427d-838c-0275fc209b82" providerId="ADAL" clId="{CF9F91B6-EBB2-48E0-8BA7-F0D75AF13957}" dt="2024-09-03T12:33:53.992" v="1786" actId="12789"/>
          <ac:picMkLst>
            <pc:docMk/>
            <pc:sldMk cId="2917632955" sldId="588"/>
            <ac:picMk id="6" creationId="{EAA96B40-3A3F-41BC-96B8-EAE863240B3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245" v="1157" actId="1589"/>
              <pc2:cmMkLst xmlns:pc2="http://schemas.microsoft.com/office/powerpoint/2019/9/main/command">
                <pc:docMk/>
                <pc:sldMk cId="2917632955" sldId="588"/>
                <pc2:cmMk id="{1FE0B005-6E16-47E1-B772-E46329716EF9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07:53:13.437" v="1587" actId="790"/>
        <pc:sldMkLst>
          <pc:docMk/>
          <pc:sldMk cId="1904908824" sldId="590"/>
        </pc:sldMkLst>
        <pc:spChg chg="del mod">
          <ac:chgData name="Julien TERRIER" userId="e38a7381-6e71-427d-838c-0275fc209b82" providerId="ADAL" clId="{CF9F91B6-EBB2-48E0-8BA7-F0D75AF13957}" dt="2024-09-02T14:34:25.676" v="538"/>
          <ac:spMkLst>
            <pc:docMk/>
            <pc:sldMk cId="1904908824" sldId="590"/>
            <ac:spMk id="2" creationId="{9D5FB0E1-DC68-450D-AF32-E6A775DEB75F}"/>
          </ac:spMkLst>
        </pc:spChg>
        <pc:spChg chg="del mod ord">
          <ac:chgData name="Julien TERRIER" userId="e38a7381-6e71-427d-838c-0275fc209b82" providerId="ADAL" clId="{CF9F91B6-EBB2-48E0-8BA7-F0D75AF13957}" dt="2024-09-02T14:49:23.883" v="1565" actId="478"/>
          <ac:spMkLst>
            <pc:docMk/>
            <pc:sldMk cId="1904908824" sldId="590"/>
            <ac:spMk id="3" creationId="{7EC70FFA-BED2-4C8B-957F-622309527A8D}"/>
          </ac:spMkLst>
        </pc:spChg>
        <pc:spChg chg="mod ord">
          <ac:chgData name="Julien TERRIER" userId="e38a7381-6e71-427d-838c-0275fc209b82" providerId="ADAL" clId="{CF9F91B6-EBB2-48E0-8BA7-F0D75AF13957}" dt="2024-09-02T14:48:47.456" v="1559" actId="790"/>
          <ac:spMkLst>
            <pc:docMk/>
            <pc:sldMk cId="1904908824" sldId="590"/>
            <ac:spMk id="4" creationId="{97F81402-FA90-4957-92DA-4F8FD660C800}"/>
          </ac:spMkLst>
        </pc:spChg>
        <pc:spChg chg="mod ord">
          <ac:chgData name="Julien TERRIER" userId="e38a7381-6e71-427d-838c-0275fc209b82" providerId="ADAL" clId="{CF9F91B6-EBB2-48E0-8BA7-F0D75AF13957}" dt="2024-09-02T14:49:15.688" v="1564" actId="14100"/>
          <ac:spMkLst>
            <pc:docMk/>
            <pc:sldMk cId="1904908824" sldId="590"/>
            <ac:spMk id="5" creationId="{FF92A2B0-B840-41A4-81FD-C726CAF14469}"/>
          </ac:spMkLst>
        </pc:spChg>
        <pc:spChg chg="add del mod ord">
          <ac:chgData name="Julien TERRIER" userId="e38a7381-6e71-427d-838c-0275fc209b82" providerId="ADAL" clId="{CF9F91B6-EBB2-48E0-8BA7-F0D75AF13957}" dt="2024-09-02T14:49:26.551" v="1566" actId="478"/>
          <ac:spMkLst>
            <pc:docMk/>
            <pc:sldMk cId="1904908824" sldId="590"/>
            <ac:spMk id="6" creationId="{4D69C582-A7E3-2280-3225-32D0117C778C}"/>
          </ac:spMkLst>
        </pc:spChg>
        <pc:spChg chg="mod">
          <ac:chgData name="Julien TERRIER" userId="e38a7381-6e71-427d-838c-0275fc209b82" providerId="ADAL" clId="{CF9F91B6-EBB2-48E0-8BA7-F0D75AF13957}" dt="2024-09-02T14:34:27.527" v="1242"/>
          <ac:spMkLst>
            <pc:docMk/>
            <pc:sldMk cId="1904908824" sldId="590"/>
            <ac:spMk id="8" creationId="{5D8179BF-707A-DC2E-753C-994759B46CB0}"/>
          </ac:spMkLst>
        </pc:spChg>
        <pc:spChg chg="add del mod">
          <ac:chgData name="Julien TERRIER" userId="e38a7381-6e71-427d-838c-0275fc209b82" providerId="ADAL" clId="{CF9F91B6-EBB2-48E0-8BA7-F0D75AF13957}" dt="2024-09-02T14:34:26.335" v="1044" actId="6264"/>
          <ac:spMkLst>
            <pc:docMk/>
            <pc:sldMk cId="1904908824" sldId="590"/>
            <ac:spMk id="9" creationId="{3F48E9C2-D63E-5D4B-CC4D-1BD98F2B8BBF}"/>
          </ac:spMkLst>
        </pc:spChg>
        <pc:spChg chg="mod">
          <ac:chgData name="Julien TERRIER" userId="e38a7381-6e71-427d-838c-0275fc209b82" providerId="ADAL" clId="{CF9F91B6-EBB2-48E0-8BA7-F0D75AF13957}" dt="2024-09-02T14:34:27.527" v="1243" actId="790"/>
          <ac:spMkLst>
            <pc:docMk/>
            <pc:sldMk cId="1904908824" sldId="590"/>
            <ac:spMk id="10" creationId="{217DB82F-7494-1678-5B44-42717D009BAD}"/>
          </ac:spMkLst>
        </pc:spChg>
        <pc:spChg chg="add del mod">
          <ac:chgData name="Julien TERRIER" userId="e38a7381-6e71-427d-838c-0275fc209b82" providerId="ADAL" clId="{CF9F91B6-EBB2-48E0-8BA7-F0D75AF13957}" dt="2024-09-02T14:34:26.335" v="1044" actId="6264"/>
          <ac:spMkLst>
            <pc:docMk/>
            <pc:sldMk cId="1904908824" sldId="590"/>
            <ac:spMk id="11" creationId="{FF4CE816-3EFD-0EF5-633C-3C890E0C9DA7}"/>
          </ac:spMkLst>
        </pc:spChg>
        <pc:spChg chg="mod">
          <ac:chgData name="Julien TERRIER" userId="e38a7381-6e71-427d-838c-0275fc209b82" providerId="ADAL" clId="{CF9F91B6-EBB2-48E0-8BA7-F0D75AF13957}" dt="2024-09-03T07:52:43.472" v="1583" actId="790"/>
          <ac:spMkLst>
            <pc:docMk/>
            <pc:sldMk cId="1904908824" sldId="590"/>
            <ac:spMk id="13" creationId="{61FE4EB2-BC5D-FB3E-27DC-B596112AA556}"/>
          </ac:spMkLst>
        </pc:spChg>
        <pc:spChg chg="mod">
          <ac:chgData name="Julien TERRIER" userId="e38a7381-6e71-427d-838c-0275fc209b82" providerId="ADAL" clId="{CF9F91B6-EBB2-48E0-8BA7-F0D75AF13957}" dt="2024-09-03T07:52:48.914" v="1584" actId="790"/>
          <ac:spMkLst>
            <pc:docMk/>
            <pc:sldMk cId="1904908824" sldId="590"/>
            <ac:spMk id="16" creationId="{722DA1E7-4E03-D7C6-EC6E-E990C221153F}"/>
          </ac:spMkLst>
        </pc:spChg>
        <pc:spChg chg="mod">
          <ac:chgData name="Julien TERRIER" userId="e38a7381-6e71-427d-838c-0275fc209b82" providerId="ADAL" clId="{CF9F91B6-EBB2-48E0-8BA7-F0D75AF13957}" dt="2024-09-03T07:52:54.751" v="1585" actId="790"/>
          <ac:spMkLst>
            <pc:docMk/>
            <pc:sldMk cId="1904908824" sldId="590"/>
            <ac:spMk id="17" creationId="{F73DB8ED-C5FE-665C-3E94-034A22AF46F1}"/>
          </ac:spMkLst>
        </pc:spChg>
        <pc:spChg chg="mod">
          <ac:chgData name="Julien TERRIER" userId="e38a7381-6e71-427d-838c-0275fc209b82" providerId="ADAL" clId="{CF9F91B6-EBB2-48E0-8BA7-F0D75AF13957}" dt="2024-09-03T07:53:05.624" v="1586" actId="790"/>
          <ac:spMkLst>
            <pc:docMk/>
            <pc:sldMk cId="1904908824" sldId="590"/>
            <ac:spMk id="18" creationId="{D1BD3E72-CD36-E76E-B896-186E86788C13}"/>
          </ac:spMkLst>
        </pc:spChg>
        <pc:spChg chg="mod">
          <ac:chgData name="Julien TERRIER" userId="e38a7381-6e71-427d-838c-0275fc209b82" providerId="ADAL" clId="{CF9F91B6-EBB2-48E0-8BA7-F0D75AF13957}" dt="2024-09-03T07:53:13.437" v="1587" actId="790"/>
          <ac:spMkLst>
            <pc:docMk/>
            <pc:sldMk cId="1904908824" sldId="590"/>
            <ac:spMk id="19" creationId="{C5863D2A-7BA2-4495-F913-30B035075774}"/>
          </ac:spMkLst>
        </pc:spChg>
        <pc:spChg chg="mod">
          <ac:chgData name="Julien TERRIER" userId="e38a7381-6e71-427d-838c-0275fc209b82" providerId="ADAL" clId="{CF9F91B6-EBB2-48E0-8BA7-F0D75AF13957}" dt="2024-09-03T07:51:39.067" v="1581" actId="14100"/>
          <ac:spMkLst>
            <pc:docMk/>
            <pc:sldMk cId="1904908824" sldId="590"/>
            <ac:spMk id="26" creationId="{65376EE9-97A7-DA36-E51C-FBF67FDC8E1A}"/>
          </ac:spMkLst>
        </pc:spChg>
        <pc:spChg chg="mod">
          <ac:chgData name="Julien TERRIER" userId="e38a7381-6e71-427d-838c-0275fc209b82" providerId="ADAL" clId="{CF9F91B6-EBB2-48E0-8BA7-F0D75AF13957}" dt="2024-09-03T07:51:49.132" v="1582" actId="1035"/>
          <ac:spMkLst>
            <pc:docMk/>
            <pc:sldMk cId="1904908824" sldId="590"/>
            <ac:spMk id="28" creationId="{B697BD8B-1C6B-03B3-BF9B-1EC15E727F6A}"/>
          </ac:spMkLst>
        </pc:spChg>
        <pc:spChg chg="mod">
          <ac:chgData name="Julien TERRIER" userId="e38a7381-6e71-427d-838c-0275fc209b82" providerId="ADAL" clId="{CF9F91B6-EBB2-48E0-8BA7-F0D75AF13957}" dt="2024-09-03T07:51:49.132" v="1582" actId="1035"/>
          <ac:spMkLst>
            <pc:docMk/>
            <pc:sldMk cId="1904908824" sldId="590"/>
            <ac:spMk id="29" creationId="{A7D90F51-623E-6CC5-4F85-A553EE3C2285}"/>
          </ac:spMkLst>
        </pc:spChg>
        <pc:spChg chg="add del mod">
          <ac:chgData name="Julien TERRIER" userId="e38a7381-6e71-427d-838c-0275fc209b82" providerId="ADAL" clId="{CF9F91B6-EBB2-48E0-8BA7-F0D75AF13957}" dt="2024-09-02T14:34:26.335" v="1044" actId="6264"/>
          <ac:spMkLst>
            <pc:docMk/>
            <pc:sldMk cId="1904908824" sldId="590"/>
            <ac:spMk id="30" creationId="{C9FC1887-3912-2E2E-016E-528ADAE24C3C}"/>
          </ac:spMkLst>
        </pc:spChg>
        <pc:spChg chg="add del mod">
          <ac:chgData name="Julien TERRIER" userId="e38a7381-6e71-427d-838c-0275fc209b82" providerId="ADAL" clId="{CF9F91B6-EBB2-48E0-8BA7-F0D75AF13957}" dt="2024-09-02T14:34:26.335" v="1044" actId="6264"/>
          <ac:spMkLst>
            <pc:docMk/>
            <pc:sldMk cId="1904908824" sldId="590"/>
            <ac:spMk id="31" creationId="{DD64A392-669E-BA1D-97F4-26353FC36A6E}"/>
          </ac:spMkLst>
        </pc:spChg>
        <pc:grpChg chg="mod">
          <ac:chgData name="Julien TERRIER" userId="e38a7381-6e71-427d-838c-0275fc209b82" providerId="ADAL" clId="{CF9F91B6-EBB2-48E0-8BA7-F0D75AF13957}" dt="2024-09-03T07:51:09.006" v="1578" actId="14100"/>
          <ac:grpSpMkLst>
            <pc:docMk/>
            <pc:sldMk cId="1904908824" sldId="590"/>
            <ac:grpSpMk id="7" creationId="{A5BD97AF-CB5E-C18D-0324-5A045A0082D4}"/>
          </ac:grpSpMkLst>
        </pc:grpChg>
        <pc:grpChg chg="mod">
          <ac:chgData name="Julien TERRIER" userId="e38a7381-6e71-427d-838c-0275fc209b82" providerId="ADAL" clId="{CF9F91B6-EBB2-48E0-8BA7-F0D75AF13957}" dt="2024-09-02T14:34:25.927" v="886"/>
          <ac:grpSpMkLst>
            <pc:docMk/>
            <pc:sldMk cId="1904908824" sldId="590"/>
            <ac:grpSpMk id="25" creationId="{FC92BAE9-7275-550E-563C-0EC825C6DA62}"/>
          </ac:grpSpMkLst>
        </pc:grpChg>
        <pc:grpChg chg="mod">
          <ac:chgData name="Julien TERRIER" userId="e38a7381-6e71-427d-838c-0275fc209b82" providerId="ADAL" clId="{CF9F91B6-EBB2-48E0-8BA7-F0D75AF13957}" dt="2024-09-02T14:34:25.927" v="886"/>
          <ac:grpSpMkLst>
            <pc:docMk/>
            <pc:sldMk cId="1904908824" sldId="590"/>
            <ac:grpSpMk id="27" creationId="{96BFD1DF-ACBA-7913-9A4B-8E61CD05EA8C}"/>
          </ac:grpSpMkLst>
        </pc:grpChg>
        <pc:picChg chg="mod">
          <ac:chgData name="Julien TERRIER" userId="e38a7381-6e71-427d-838c-0275fc209b82" providerId="ADAL" clId="{CF9F91B6-EBB2-48E0-8BA7-F0D75AF13957}" dt="2024-09-02T14:34:25.927" v="886"/>
          <ac:picMkLst>
            <pc:docMk/>
            <pc:sldMk cId="1904908824" sldId="590"/>
            <ac:picMk id="15" creationId="{C0F22348-E408-F2BA-EDA9-448E1D0D76C1}"/>
          </ac:picMkLst>
        </pc:pic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12" creationId="{084BC50A-3666-7651-0243-BA8E86D8662F}"/>
          </ac:cxnSpMkLst>
        </pc:cxnChg>
        <pc:cxnChg chg="mod">
          <ac:chgData name="Julien TERRIER" userId="e38a7381-6e71-427d-838c-0275fc209b82" providerId="ADAL" clId="{CF9F91B6-EBB2-48E0-8BA7-F0D75AF13957}" dt="2024-09-02T14:34:25.927" v="887"/>
          <ac:cxnSpMkLst>
            <pc:docMk/>
            <pc:sldMk cId="1904908824" sldId="590"/>
            <ac:cxnSpMk id="14" creationId="{881FA54D-D84F-DF2A-2922-586C8F3B414A}"/>
          </ac:cxnSpMkLst>
        </pc:cxn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20" creationId="{B5F5C9EA-3AA9-CB06-DB69-EAE65F2C85FE}"/>
          </ac:cxnSpMkLst>
        </pc:cxn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21" creationId="{819A5C59-8F36-5269-1C14-1D9502640E3D}"/>
          </ac:cxnSpMkLst>
        </pc:cxn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22" creationId="{2673DF17-222D-3716-1F7E-91773E265BBF}"/>
          </ac:cxnSpMkLst>
        </pc:cxn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23" creationId="{622D47D7-7DD8-EFD0-A500-72482C88DCEF}"/>
          </ac:cxnSpMkLst>
        </pc:cxnChg>
        <pc:cxnChg chg="mod">
          <ac:chgData name="Julien TERRIER" userId="e38a7381-6e71-427d-838c-0275fc209b82" providerId="ADAL" clId="{CF9F91B6-EBB2-48E0-8BA7-F0D75AF13957}" dt="2024-09-02T14:34:25.927" v="886"/>
          <ac:cxnSpMkLst>
            <pc:docMk/>
            <pc:sldMk cId="1904908824" sldId="590"/>
            <ac:cxnSpMk id="24" creationId="{BB408537-F887-7C39-22C0-D4F76C9182F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119" v="1147" actId="1589"/>
              <pc2:cmMkLst xmlns:pc2="http://schemas.microsoft.com/office/powerpoint/2019/9/main/command">
                <pc:docMk/>
                <pc:sldMk cId="1904908824" sldId="590"/>
                <pc2:cmMk id="{5CA38836-A873-4F7E-8B96-0E5595450F0E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3T14:22:01.906" v="2166" actId="33524"/>
        <pc:sldMkLst>
          <pc:docMk/>
          <pc:sldMk cId="890892054" sldId="591"/>
        </pc:sldMkLst>
        <pc:spChg chg="del mod">
          <ac:chgData name="Julien TERRIER" userId="e38a7381-6e71-427d-838c-0275fc209b82" providerId="ADAL" clId="{CF9F91B6-EBB2-48E0-8BA7-F0D75AF13957}" dt="2024-09-02T14:34:25.880" v="856"/>
          <ac:spMkLst>
            <pc:docMk/>
            <pc:sldMk cId="890892054" sldId="591"/>
            <ac:spMk id="2" creationId="{97262D70-7585-4061-BE29-48EBE368065E}"/>
          </ac:spMkLst>
        </pc:spChg>
        <pc:spChg chg="del mod ord">
          <ac:chgData name="Julien TERRIER" userId="e38a7381-6e71-427d-838c-0275fc209b82" providerId="ADAL" clId="{CF9F91B6-EBB2-48E0-8BA7-F0D75AF13957}" dt="2024-09-03T14:19:48.439" v="2148" actId="478"/>
          <ac:spMkLst>
            <pc:docMk/>
            <pc:sldMk cId="890892054" sldId="591"/>
            <ac:spMk id="3" creationId="{2682D6E1-4298-448D-A54E-0EB9A4B51987}"/>
          </ac:spMkLst>
        </pc:spChg>
        <pc:spChg chg="mod ord">
          <ac:chgData name="Julien TERRIER" userId="e38a7381-6e71-427d-838c-0275fc209b82" providerId="ADAL" clId="{CF9F91B6-EBB2-48E0-8BA7-F0D75AF13957}" dt="2024-09-03T14:20:11.419" v="2160" actId="790"/>
          <ac:spMkLst>
            <pc:docMk/>
            <pc:sldMk cId="890892054" sldId="591"/>
            <ac:spMk id="4" creationId="{12A837BE-49CE-4FA0-8D1C-41F484DE54DE}"/>
          </ac:spMkLst>
        </pc:spChg>
        <pc:spChg chg="mod ord">
          <ac:chgData name="Julien TERRIER" userId="e38a7381-6e71-427d-838c-0275fc209b82" providerId="ADAL" clId="{CF9F91B6-EBB2-48E0-8BA7-F0D75AF13957}" dt="2024-09-03T14:22:01.906" v="2166" actId="33524"/>
          <ac:spMkLst>
            <pc:docMk/>
            <pc:sldMk cId="890892054" sldId="591"/>
            <ac:spMk id="5" creationId="{A2AB1583-36D6-43AD-9C5B-80D82DFBDFA8}"/>
          </ac:spMkLst>
        </pc:spChg>
        <pc:spChg chg="add del mod ord">
          <ac:chgData name="Julien TERRIER" userId="e38a7381-6e71-427d-838c-0275fc209b82" providerId="ADAL" clId="{CF9F91B6-EBB2-48E0-8BA7-F0D75AF13957}" dt="2024-09-03T14:19:51.113" v="2149" actId="478"/>
          <ac:spMkLst>
            <pc:docMk/>
            <pc:sldMk cId="890892054" sldId="591"/>
            <ac:spMk id="6" creationId="{5C184292-6D02-2FE3-3521-35DA99F0619B}"/>
          </ac:spMkLst>
        </pc:spChg>
        <pc:spChg chg="add del mod">
          <ac:chgData name="Julien TERRIER" userId="e38a7381-6e71-427d-838c-0275fc209b82" providerId="ADAL" clId="{CF9F91B6-EBB2-48E0-8BA7-F0D75AF13957}" dt="2024-09-02T14:34:26.757" v="1058" actId="6264"/>
          <ac:spMkLst>
            <pc:docMk/>
            <pc:sldMk cId="890892054" sldId="591"/>
            <ac:spMk id="7" creationId="{66904DB2-41C2-0BE5-0BFD-4522E827A844}"/>
          </ac:spMkLst>
        </pc:spChg>
        <pc:spChg chg="add del mod">
          <ac:chgData name="Julien TERRIER" userId="e38a7381-6e71-427d-838c-0275fc209b82" providerId="ADAL" clId="{CF9F91B6-EBB2-48E0-8BA7-F0D75AF13957}" dt="2024-09-02T14:34:26.757" v="1058" actId="6264"/>
          <ac:spMkLst>
            <pc:docMk/>
            <pc:sldMk cId="890892054" sldId="591"/>
            <ac:spMk id="8" creationId="{3BB44617-8AC0-8B17-4A6B-1D7AB16DEFAD}"/>
          </ac:spMkLst>
        </pc:spChg>
        <pc:spChg chg="add del mod">
          <ac:chgData name="Julien TERRIER" userId="e38a7381-6e71-427d-838c-0275fc209b82" providerId="ADAL" clId="{CF9F91B6-EBB2-48E0-8BA7-F0D75AF13957}" dt="2024-09-02T14:34:26.757" v="1058" actId="6264"/>
          <ac:spMkLst>
            <pc:docMk/>
            <pc:sldMk cId="890892054" sldId="591"/>
            <ac:spMk id="9" creationId="{D6A6A91B-9307-B5E5-2611-40ACA228F3FB}"/>
          </ac:spMkLst>
        </pc:spChg>
        <pc:spChg chg="add del mod">
          <ac:chgData name="Julien TERRIER" userId="e38a7381-6e71-427d-838c-0275fc209b82" providerId="ADAL" clId="{CF9F91B6-EBB2-48E0-8BA7-F0D75AF13957}" dt="2024-09-02T14:34:26.757" v="1058" actId="6264"/>
          <ac:spMkLst>
            <pc:docMk/>
            <pc:sldMk cId="890892054" sldId="591"/>
            <ac:spMk id="10" creationId="{195DC32D-D312-8AF0-0108-5BB76AD9B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433" v="1175" actId="1589"/>
              <pc2:cmMkLst xmlns:pc2="http://schemas.microsoft.com/office/powerpoint/2019/9/main/command">
                <pc:docMk/>
                <pc:sldMk cId="890892054" sldId="591"/>
                <pc2:cmMk id="{37C71541-E2DB-4194-91F1-A38B312AE64F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CF9F91B6-EBB2-48E0-8BA7-F0D75AF13957}" dt="2024-09-02T14:44:37.123" v="1521" actId="1035"/>
        <pc:sldMkLst>
          <pc:docMk/>
          <pc:sldMk cId="840626859" sldId="592"/>
        </pc:sldMkLst>
        <pc:spChg chg="del mod">
          <ac:chgData name="Julien TERRIER" userId="e38a7381-6e71-427d-838c-0275fc209b82" providerId="ADAL" clId="{CF9F91B6-EBB2-48E0-8BA7-F0D75AF13957}" dt="2024-09-02T14:34:25.676" v="532"/>
          <ac:spMkLst>
            <pc:docMk/>
            <pc:sldMk cId="840626859" sldId="592"/>
            <ac:spMk id="2" creationId="{BCB5D7A1-512F-A2AE-CB9E-1EF8CD32A7D8}"/>
          </ac:spMkLst>
        </pc:spChg>
        <pc:spChg chg="del mod ord">
          <ac:chgData name="Julien TERRIER" userId="e38a7381-6e71-427d-838c-0275fc209b82" providerId="ADAL" clId="{CF9F91B6-EBB2-48E0-8BA7-F0D75AF13957}" dt="2024-09-02T14:39:59.895" v="1451" actId="478"/>
          <ac:spMkLst>
            <pc:docMk/>
            <pc:sldMk cId="840626859" sldId="592"/>
            <ac:spMk id="3" creationId="{3847574E-292A-0880-1D94-BD97F02F43C7}"/>
          </ac:spMkLst>
        </pc:spChg>
        <pc:spChg chg="mod ord">
          <ac:chgData name="Julien TERRIER" userId="e38a7381-6e71-427d-838c-0275fc209b82" providerId="ADAL" clId="{CF9F91B6-EBB2-48E0-8BA7-F0D75AF13957}" dt="2024-09-02T14:39:43.968" v="1448" actId="403"/>
          <ac:spMkLst>
            <pc:docMk/>
            <pc:sldMk cId="840626859" sldId="592"/>
            <ac:spMk id="4" creationId="{3F93B68B-FA65-FE73-12C1-8DCE49863EBB}"/>
          </ac:spMkLst>
        </pc:spChg>
        <pc:spChg chg="add del mod ord">
          <ac:chgData name="Julien TERRIER" userId="e38a7381-6e71-427d-838c-0275fc209b82" providerId="ADAL" clId="{CF9F91B6-EBB2-48E0-8BA7-F0D75AF13957}" dt="2024-09-02T14:40:17.779" v="1452" actId="478"/>
          <ac:spMkLst>
            <pc:docMk/>
            <pc:sldMk cId="840626859" sldId="592"/>
            <ac:spMk id="5" creationId="{6978899A-0238-5618-3C0A-79FC1C7A5615}"/>
          </ac:spMkLst>
        </pc:spChg>
        <pc:spChg chg="add del mod">
          <ac:chgData name="Julien TERRIER" userId="e38a7381-6e71-427d-838c-0275fc209b82" providerId="ADAL" clId="{CF9F91B6-EBB2-48E0-8BA7-F0D75AF13957}" dt="2024-09-02T14:34:26.256" v="1041" actId="6264"/>
          <ac:spMkLst>
            <pc:docMk/>
            <pc:sldMk cId="840626859" sldId="592"/>
            <ac:spMk id="6" creationId="{55E06E71-4FFF-EBB9-6BE7-D71853EDCE60}"/>
          </ac:spMkLst>
        </pc:spChg>
        <pc:spChg chg="add del mod">
          <ac:chgData name="Julien TERRIER" userId="e38a7381-6e71-427d-838c-0275fc209b82" providerId="ADAL" clId="{CF9F91B6-EBB2-48E0-8BA7-F0D75AF13957}" dt="2024-09-02T14:34:26.256" v="1041" actId="6264"/>
          <ac:spMkLst>
            <pc:docMk/>
            <pc:sldMk cId="840626859" sldId="592"/>
            <ac:spMk id="8" creationId="{987B757D-9FA0-2987-DD8A-C5BB93BD729B}"/>
          </ac:spMkLst>
        </pc:spChg>
        <pc:spChg chg="mod">
          <ac:chgData name="Julien TERRIER" userId="e38a7381-6e71-427d-838c-0275fc209b82" providerId="ADAL" clId="{CF9F91B6-EBB2-48E0-8BA7-F0D75AF13957}" dt="2024-09-02T14:43:20.057" v="1509" actId="14100"/>
          <ac:spMkLst>
            <pc:docMk/>
            <pc:sldMk cId="840626859" sldId="592"/>
            <ac:spMk id="9" creationId="{E47E6731-2A4F-8894-65AF-B9D3AE741E55}"/>
          </ac:spMkLst>
        </pc:spChg>
        <pc:spChg chg="add del mod">
          <ac:chgData name="Julien TERRIER" userId="e38a7381-6e71-427d-838c-0275fc209b82" providerId="ADAL" clId="{CF9F91B6-EBB2-48E0-8BA7-F0D75AF13957}" dt="2024-09-02T14:34:26.256" v="1041" actId="6264"/>
          <ac:spMkLst>
            <pc:docMk/>
            <pc:sldMk cId="840626859" sldId="592"/>
            <ac:spMk id="10" creationId="{063C09A5-FBC6-C122-4935-25F786044121}"/>
          </ac:spMkLst>
        </pc:spChg>
        <pc:spChg chg="mod">
          <ac:chgData name="Julien TERRIER" userId="e38a7381-6e71-427d-838c-0275fc209b82" providerId="ADAL" clId="{CF9F91B6-EBB2-48E0-8BA7-F0D75AF13957}" dt="2024-09-02T14:44:06.393" v="1519" actId="14100"/>
          <ac:spMkLst>
            <pc:docMk/>
            <pc:sldMk cId="840626859" sldId="592"/>
            <ac:spMk id="11" creationId="{3B6DDBC6-8C64-868E-00CB-10A5D9032D9C}"/>
          </ac:spMkLst>
        </pc:spChg>
        <pc:spChg chg="add del mod ord">
          <ac:chgData name="Julien TERRIER" userId="e38a7381-6e71-427d-838c-0275fc209b82" providerId="ADAL" clId="{CF9F91B6-EBB2-48E0-8BA7-F0D75AF13957}" dt="2024-09-02T14:39:47.785" v="1449" actId="478"/>
          <ac:spMkLst>
            <pc:docMk/>
            <pc:sldMk cId="840626859" sldId="592"/>
            <ac:spMk id="12" creationId="{883F23ED-18F5-005F-8FF1-D4888B8AF5FF}"/>
          </ac:spMkLst>
        </pc:spChg>
        <pc:spChg chg="add mod">
          <ac:chgData name="Julien TERRIER" userId="e38a7381-6e71-427d-838c-0275fc209b82" providerId="ADAL" clId="{CF9F91B6-EBB2-48E0-8BA7-F0D75AF13957}" dt="2024-09-02T14:44:37.123" v="1521" actId="1035"/>
          <ac:spMkLst>
            <pc:docMk/>
            <pc:sldMk cId="840626859" sldId="592"/>
            <ac:spMk id="14" creationId="{985341DB-56AE-CB5D-0374-6F841CC7852F}"/>
          </ac:spMkLst>
        </pc:spChg>
        <pc:picChg chg="mod">
          <ac:chgData name="Julien TERRIER" userId="e38a7381-6e71-427d-838c-0275fc209b82" providerId="ADAL" clId="{CF9F91B6-EBB2-48E0-8BA7-F0D75AF13957}" dt="2024-09-02T14:41:32.942" v="1470" actId="14100"/>
          <ac:picMkLst>
            <pc:docMk/>
            <pc:sldMk cId="840626859" sldId="592"/>
            <ac:picMk id="7" creationId="{BBBABD4A-C11E-2B16-1D8F-7419045BF8A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CF9F91B6-EBB2-48E0-8BA7-F0D75AF13957}" dt="2024-09-02T14:34:27.041" v="1141" actId="1589"/>
              <pc2:cmMkLst xmlns:pc2="http://schemas.microsoft.com/office/powerpoint/2019/9/main/command">
                <pc:docMk/>
                <pc:sldMk cId="840626859" sldId="592"/>
                <pc2:cmMk id="{4820078D-FC92-4B1C-BA4C-E0678D8501D6}"/>
              </pc2:cmMkLst>
            </pc226:cmChg>
          </p:ext>
        </pc:extLst>
      </pc:sldChg>
      <pc:sldChg chg="add del">
        <pc:chgData name="Julien TERRIER" userId="e38a7381-6e71-427d-838c-0275fc209b82" providerId="ADAL" clId="{CF9F91B6-EBB2-48E0-8BA7-F0D75AF13957}" dt="2024-09-02T14:35:09.015" v="1377" actId="47"/>
        <pc:sldMkLst>
          <pc:docMk/>
          <pc:sldMk cId="1030060489" sldId="593"/>
        </pc:sldMkLst>
      </pc:sldChg>
      <pc:sldChg chg="modSp add mod">
        <pc:chgData name="Julien TERRIER" userId="e38a7381-6e71-427d-838c-0275fc209b82" providerId="ADAL" clId="{CF9F91B6-EBB2-48E0-8BA7-F0D75AF13957}" dt="2024-09-02T14:36:47.405" v="1398" actId="14826"/>
        <pc:sldMkLst>
          <pc:docMk/>
          <pc:sldMk cId="4256988999" sldId="594"/>
        </pc:sldMkLst>
        <pc:spChg chg="mod">
          <ac:chgData name="Julien TERRIER" userId="e38a7381-6e71-427d-838c-0275fc209b82" providerId="ADAL" clId="{CF9F91B6-EBB2-48E0-8BA7-F0D75AF13957}" dt="2024-09-02T14:35:23.993" v="1396" actId="20577"/>
          <ac:spMkLst>
            <pc:docMk/>
            <pc:sldMk cId="4256988999" sldId="594"/>
            <ac:spMk id="4" creationId="{B8F0D63A-0BCB-517D-9E66-1881168EA0F0}"/>
          </ac:spMkLst>
        </pc:spChg>
        <pc:picChg chg="mod">
          <ac:chgData name="Julien TERRIER" userId="e38a7381-6e71-427d-838c-0275fc209b82" providerId="ADAL" clId="{CF9F91B6-EBB2-48E0-8BA7-F0D75AF13957}" dt="2024-09-02T14:36:47.405" v="1398" actId="14826"/>
          <ac:picMkLst>
            <pc:docMk/>
            <pc:sldMk cId="4256988999" sldId="594"/>
            <ac:picMk id="12" creationId="{9F5DE147-3F1A-D59B-729F-47919CE5D84B}"/>
          </ac:picMkLst>
        </pc:picChg>
      </pc:sldChg>
      <pc:sldChg chg="modSp add mod">
        <pc:chgData name="Julien TERRIER" userId="e38a7381-6e71-427d-838c-0275fc209b82" providerId="ADAL" clId="{CF9F91B6-EBB2-48E0-8BA7-F0D75AF13957}" dt="2024-09-02T14:39:23.778" v="1446" actId="790"/>
        <pc:sldMkLst>
          <pc:docMk/>
          <pc:sldMk cId="706026427" sldId="595"/>
        </pc:sldMkLst>
        <pc:spChg chg="mod">
          <ac:chgData name="Julien TERRIER" userId="e38a7381-6e71-427d-838c-0275fc209b82" providerId="ADAL" clId="{CF9F91B6-EBB2-48E0-8BA7-F0D75AF13957}" dt="2024-09-02T14:37:20.175" v="1401" actId="20577"/>
          <ac:spMkLst>
            <pc:docMk/>
            <pc:sldMk cId="706026427" sldId="595"/>
            <ac:spMk id="4" creationId="{5E110484-7C01-4617-903A-503AD67ED395}"/>
          </ac:spMkLst>
        </pc:spChg>
        <pc:spChg chg="mod">
          <ac:chgData name="Julien TERRIER" userId="e38a7381-6e71-427d-838c-0275fc209b82" providerId="ADAL" clId="{CF9F91B6-EBB2-48E0-8BA7-F0D75AF13957}" dt="2024-09-02T14:39:23.778" v="1446" actId="790"/>
          <ac:spMkLst>
            <pc:docMk/>
            <pc:sldMk cId="706026427" sldId="595"/>
            <ac:spMk id="5" creationId="{4A0BAB5A-BB55-46E0-9F57-B6937674FD25}"/>
          </ac:spMkLst>
        </pc:spChg>
      </pc:sldChg>
      <pc:sldChg chg="addSp delSp modSp add mod">
        <pc:chgData name="Julien TERRIER" userId="e38a7381-6e71-427d-838c-0275fc209b82" providerId="ADAL" clId="{CF9F91B6-EBB2-48E0-8BA7-F0D75AF13957}" dt="2024-09-03T12:33:45.041" v="1783" actId="12789"/>
        <pc:sldMkLst>
          <pc:docMk/>
          <pc:sldMk cId="4101794309" sldId="596"/>
        </pc:sldMkLst>
        <pc:spChg chg="mod">
          <ac:chgData name="Julien TERRIER" userId="e38a7381-6e71-427d-838c-0275fc209b82" providerId="ADAL" clId="{CF9F91B6-EBB2-48E0-8BA7-F0D75AF13957}" dt="2024-09-03T11:26:23.534" v="1717" actId="313"/>
          <ac:spMkLst>
            <pc:docMk/>
            <pc:sldMk cId="4101794309" sldId="596"/>
            <ac:spMk id="4" creationId="{6F9DFF0A-A79B-4803-9403-1CEFC4A915B8}"/>
          </ac:spMkLst>
        </pc:spChg>
        <pc:picChg chg="add del mod">
          <ac:chgData name="Julien TERRIER" userId="e38a7381-6e71-427d-838c-0275fc209b82" providerId="ADAL" clId="{CF9F91B6-EBB2-48E0-8BA7-F0D75AF13957}" dt="2024-09-03T12:30:16.462" v="1719" actId="478"/>
          <ac:picMkLst>
            <pc:docMk/>
            <pc:sldMk cId="4101794309" sldId="596"/>
            <ac:picMk id="3" creationId="{594BAE78-591A-ED1A-C8DE-34C82C58D2C9}"/>
          </ac:picMkLst>
        </pc:picChg>
        <pc:picChg chg="del">
          <ac:chgData name="Julien TERRIER" userId="e38a7381-6e71-427d-838c-0275fc209b82" providerId="ADAL" clId="{CF9F91B6-EBB2-48E0-8BA7-F0D75AF13957}" dt="2024-09-03T08:19:25.121" v="1695" actId="478"/>
          <ac:picMkLst>
            <pc:docMk/>
            <pc:sldMk cId="4101794309" sldId="596"/>
            <ac:picMk id="6" creationId="{EAA96B40-3A3F-41BC-96B8-EAE863240B32}"/>
          </ac:picMkLst>
        </pc:picChg>
        <pc:picChg chg="add mod">
          <ac:chgData name="Julien TERRIER" userId="e38a7381-6e71-427d-838c-0275fc209b82" providerId="ADAL" clId="{CF9F91B6-EBB2-48E0-8BA7-F0D75AF13957}" dt="2024-09-03T12:33:45.041" v="1783" actId="12789"/>
          <ac:picMkLst>
            <pc:docMk/>
            <pc:sldMk cId="4101794309" sldId="596"/>
            <ac:picMk id="7" creationId="{01F9600A-AB0A-D30B-CB5B-E2945A898786}"/>
          </ac:picMkLst>
        </pc:picChg>
      </pc:sldChg>
      <pc:sldChg chg="addSp delSp modSp add mod">
        <pc:chgData name="Julien TERRIER" userId="e38a7381-6e71-427d-838c-0275fc209b82" providerId="ADAL" clId="{CF9F91B6-EBB2-48E0-8BA7-F0D75AF13957}" dt="2024-09-03T12:52:45.807" v="1922" actId="20577"/>
        <pc:sldMkLst>
          <pc:docMk/>
          <pc:sldMk cId="1198102922" sldId="597"/>
        </pc:sldMkLst>
        <pc:spChg chg="mod">
          <ac:chgData name="Julien TERRIER" userId="e38a7381-6e71-427d-838c-0275fc209b82" providerId="ADAL" clId="{CF9F91B6-EBB2-48E0-8BA7-F0D75AF13957}" dt="2024-09-03T12:52:45.807" v="1922" actId="20577"/>
          <ac:spMkLst>
            <pc:docMk/>
            <pc:sldMk cId="1198102922" sldId="597"/>
            <ac:spMk id="4" creationId="{6F9DFF0A-A79B-4803-9403-1CEFC4A915B8}"/>
          </ac:spMkLst>
        </pc:spChg>
        <pc:picChg chg="add mod">
          <ac:chgData name="Julien TERRIER" userId="e38a7381-6e71-427d-838c-0275fc209b82" providerId="ADAL" clId="{CF9F91B6-EBB2-48E0-8BA7-F0D75AF13957}" dt="2024-09-03T12:39:47.135" v="1869" actId="1035"/>
          <ac:picMkLst>
            <pc:docMk/>
            <pc:sldMk cId="1198102922" sldId="597"/>
            <ac:picMk id="3" creationId="{B2296908-C8C8-68DD-B078-50311564BD36}"/>
          </ac:picMkLst>
        </pc:picChg>
        <pc:picChg chg="del">
          <ac:chgData name="Julien TERRIER" userId="e38a7381-6e71-427d-838c-0275fc209b82" providerId="ADAL" clId="{CF9F91B6-EBB2-48E0-8BA7-F0D75AF13957}" dt="2024-09-03T12:33:18.403" v="1757" actId="478"/>
          <ac:picMkLst>
            <pc:docMk/>
            <pc:sldMk cId="1198102922" sldId="597"/>
            <ac:picMk id="7" creationId="{01F9600A-AB0A-D30B-CB5B-E2945A898786}"/>
          </ac:picMkLst>
        </pc:picChg>
      </pc:sldChg>
      <pc:sldChg chg="add del">
        <pc:chgData name="Julien TERRIER" userId="e38a7381-6e71-427d-838c-0275fc209b82" providerId="ADAL" clId="{CF9F91B6-EBB2-48E0-8BA7-F0D75AF13957}" dt="2024-09-03T12:37:33.914" v="1809" actId="47"/>
        <pc:sldMkLst>
          <pc:docMk/>
          <pc:sldMk cId="502402208" sldId="598"/>
        </pc:sldMkLst>
      </pc:sldChg>
      <pc:sldMasterChg chg="delSp del mod delSldLayout modSldLayout">
        <pc:chgData name="Julien TERRIER" userId="e38a7381-6e71-427d-838c-0275fc209b82" providerId="ADAL" clId="{CF9F91B6-EBB2-48E0-8BA7-F0D75AF13957}" dt="2024-09-02T14:34:25.472" v="312" actId="2696"/>
        <pc:sldMasterMkLst>
          <pc:docMk/>
          <pc:sldMasterMk cId="2778691957" sldId="2147483648"/>
        </pc:sldMasterMkLst>
        <pc:spChg chg="del">
          <ac:chgData name="Julien TERRIER" userId="e38a7381-6e71-427d-838c-0275fc209b82" providerId="ADAL" clId="{CF9F91B6-EBB2-48E0-8BA7-F0D75AF13957}" dt="2024-09-02T14:34:22.552" v="1"/>
          <ac:spMkLst>
            <pc:docMk/>
            <pc:sldMasterMk cId="2778691957" sldId="2147483648"/>
            <ac:spMk id="10" creationId="{00000000-0000-0000-0000-000000000000}"/>
          </ac:spMkLst>
        </pc:spChg>
        <pc:picChg chg="del">
          <ac:chgData name="Julien TERRIER" userId="e38a7381-6e71-427d-838c-0275fc209b82" providerId="ADAL" clId="{CF9F91B6-EBB2-48E0-8BA7-F0D75AF13957}" dt="2024-09-02T14:34:22.552" v="3"/>
          <ac:picMkLst>
            <pc:docMk/>
            <pc:sldMasterMk cId="2778691957" sldId="2147483648"/>
            <ac:picMk id="12" creationId="{4EE049B8-76EA-4D46-A6BA-7E3A868D75FE}"/>
          </ac:picMkLst>
        </pc:picChg>
        <pc:sldLayoutChg chg="del">
          <pc:chgData name="Julien TERRIER" userId="e38a7381-6e71-427d-838c-0275fc209b82" providerId="ADAL" clId="{CF9F91B6-EBB2-48E0-8BA7-F0D75AF13957}" dt="2024-09-02T14:34:25.457" v="277" actId="2696"/>
          <pc:sldLayoutMkLst>
            <pc:docMk/>
            <pc:sldMasterMk cId="2778691957" sldId="2147483648"/>
            <pc:sldLayoutMk cId="3643732284" sldId="2147483676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78" actId="2696"/>
          <pc:sldLayoutMkLst>
            <pc:docMk/>
            <pc:sldMasterMk cId="2778691957" sldId="2147483648"/>
            <pc:sldLayoutMk cId="2427066217" sldId="2147483677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79" actId="2696"/>
          <pc:sldLayoutMkLst>
            <pc:docMk/>
            <pc:sldMasterMk cId="2778691957" sldId="2147483648"/>
            <pc:sldLayoutMk cId="1878223979" sldId="2147483678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0" actId="2696"/>
          <pc:sldLayoutMkLst>
            <pc:docMk/>
            <pc:sldMasterMk cId="2778691957" sldId="2147483648"/>
            <pc:sldLayoutMk cId="1735053423" sldId="2147483679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2" actId="2696"/>
          <pc:sldLayoutMkLst>
            <pc:docMk/>
            <pc:sldMasterMk cId="2778691957" sldId="2147483648"/>
            <pc:sldLayoutMk cId="653087172" sldId="2147483680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3" actId="2696"/>
          <pc:sldLayoutMkLst>
            <pc:docMk/>
            <pc:sldMasterMk cId="2778691957" sldId="2147483648"/>
            <pc:sldLayoutMk cId="1180874834" sldId="2147483681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4" actId="2696"/>
          <pc:sldLayoutMkLst>
            <pc:docMk/>
            <pc:sldMasterMk cId="2778691957" sldId="2147483648"/>
            <pc:sldLayoutMk cId="1912465755" sldId="2147483682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5" actId="2696"/>
          <pc:sldLayoutMkLst>
            <pc:docMk/>
            <pc:sldMasterMk cId="2778691957" sldId="2147483648"/>
            <pc:sldLayoutMk cId="2771685102" sldId="2147483683"/>
          </pc:sldLayoutMkLst>
        </pc:sldLayoutChg>
        <pc:sldLayoutChg chg="delSp del mod">
          <pc:chgData name="Julien TERRIER" userId="e38a7381-6e71-427d-838c-0275fc209b82" providerId="ADAL" clId="{CF9F91B6-EBB2-48E0-8BA7-F0D75AF13957}" dt="2024-09-02T14:34:25.457" v="286" actId="2696"/>
          <pc:sldLayoutMkLst>
            <pc:docMk/>
            <pc:sldMasterMk cId="2778691957" sldId="2147483648"/>
            <pc:sldLayoutMk cId="3283374417" sldId="2147483684"/>
          </pc:sldLayoutMkLst>
          <pc:cxnChg chg="del">
            <ac:chgData name="Julien TERRIER" userId="e38a7381-6e71-427d-838c-0275fc209b82" providerId="ADAL" clId="{CF9F91B6-EBB2-48E0-8BA7-F0D75AF13957}" dt="2024-09-02T14:34:22.568" v="39"/>
            <ac:cxnSpMkLst>
              <pc:docMk/>
              <pc:sldMasterMk cId="2778691957" sldId="2147483648"/>
              <pc:sldLayoutMk cId="3283374417" sldId="2147483684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CF9F91B6-EBB2-48E0-8BA7-F0D75AF13957}" dt="2024-09-02T14:34:25.457" v="287" actId="2696"/>
          <pc:sldLayoutMkLst>
            <pc:docMk/>
            <pc:sldMasterMk cId="2778691957" sldId="2147483648"/>
            <pc:sldLayoutMk cId="187212048" sldId="2147483685"/>
          </pc:sldLayoutMkLst>
          <pc:cxnChg chg="del">
            <ac:chgData name="Julien TERRIER" userId="e38a7381-6e71-427d-838c-0275fc209b82" providerId="ADAL" clId="{CF9F91B6-EBB2-48E0-8BA7-F0D75AF13957}" dt="2024-09-02T14:34:22.568" v="37"/>
            <ac:cxnSpMkLst>
              <pc:docMk/>
              <pc:sldMasterMk cId="2778691957" sldId="2147483648"/>
              <pc:sldLayoutMk cId="187212048" sldId="2147483685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CF9F91B6-EBB2-48E0-8BA7-F0D75AF13957}" dt="2024-09-02T14:34:25.457" v="288" actId="2696"/>
          <pc:sldLayoutMkLst>
            <pc:docMk/>
            <pc:sldMasterMk cId="2778691957" sldId="2147483648"/>
            <pc:sldLayoutMk cId="1844634331" sldId="2147483686"/>
          </pc:sldLayoutMkLst>
        </pc:sldLayoutChg>
        <pc:sldLayoutChg chg="del">
          <pc:chgData name="Julien TERRIER" userId="e38a7381-6e71-427d-838c-0275fc209b82" providerId="ADAL" clId="{CF9F91B6-EBB2-48E0-8BA7-F0D75AF13957}" dt="2024-09-02T14:34:25.457" v="289" actId="2696"/>
          <pc:sldLayoutMkLst>
            <pc:docMk/>
            <pc:sldMasterMk cId="2778691957" sldId="2147483648"/>
            <pc:sldLayoutMk cId="872168697" sldId="2147483687"/>
          </pc:sldLayoutMkLst>
        </pc:sldLayoutChg>
        <pc:sldLayoutChg chg="delSp del mod delAnim modAnim">
          <pc:chgData name="Julien TERRIER" userId="e38a7381-6e71-427d-838c-0275fc209b82" providerId="ADAL" clId="{CF9F91B6-EBB2-48E0-8BA7-F0D75AF13957}" dt="2024-09-02T14:34:25.457" v="290" actId="2696"/>
          <pc:sldLayoutMkLst>
            <pc:docMk/>
            <pc:sldMasterMk cId="2778691957" sldId="2147483648"/>
            <pc:sldLayoutMk cId="2092381167" sldId="2147483688"/>
          </pc:sldLayoutMkLst>
          <pc:spChg chg="del">
            <ac:chgData name="Julien TERRIER" userId="e38a7381-6e71-427d-838c-0275fc209b82" providerId="ADAL" clId="{CF9F91B6-EBB2-48E0-8BA7-F0D75AF13957}" dt="2024-09-02T14:34:22.568" v="35"/>
            <ac:spMkLst>
              <pc:docMk/>
              <pc:sldMasterMk cId="2778691957" sldId="2147483648"/>
              <pc:sldLayoutMk cId="2092381167" sldId="2147483688"/>
              <ac:spMk id="5" creationId="{00000000-0000-0000-0000-000000000000}"/>
            </ac:spMkLst>
          </pc:spChg>
          <pc:spChg chg="del">
            <ac:chgData name="Julien TERRIER" userId="e38a7381-6e71-427d-838c-0275fc209b82" providerId="ADAL" clId="{CF9F91B6-EBB2-48E0-8BA7-F0D75AF13957}" dt="2024-09-02T14:34:22.568" v="33"/>
            <ac:spMkLst>
              <pc:docMk/>
              <pc:sldMasterMk cId="2778691957" sldId="2147483648"/>
              <pc:sldLayoutMk cId="2092381167" sldId="2147483688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CF9F91B6-EBB2-48E0-8BA7-F0D75AF13957}" dt="2024-09-02T14:34:22.568" v="31"/>
            <ac:cxnSpMkLst>
              <pc:docMk/>
              <pc:sldMasterMk cId="2778691957" sldId="2147483648"/>
              <pc:sldLayoutMk cId="2092381167" sldId="2147483688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CF9F91B6-EBB2-48E0-8BA7-F0D75AF13957}" dt="2024-09-02T14:34:25.457" v="291" actId="2696"/>
          <pc:sldLayoutMkLst>
            <pc:docMk/>
            <pc:sldMasterMk cId="2778691957" sldId="2147483648"/>
            <pc:sldLayoutMk cId="667150664" sldId="2147483689"/>
          </pc:sldLayoutMkLst>
          <pc:spChg chg="del">
            <ac:chgData name="Julien TERRIER" userId="e38a7381-6e71-427d-838c-0275fc209b82" providerId="ADAL" clId="{CF9F91B6-EBB2-48E0-8BA7-F0D75AF13957}" dt="2024-09-02T14:34:22.568" v="29"/>
            <ac:spMkLst>
              <pc:docMk/>
              <pc:sldMasterMk cId="2778691957" sldId="2147483648"/>
              <pc:sldLayoutMk cId="667150664" sldId="2147483689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CF9F91B6-EBB2-48E0-8BA7-F0D75AF13957}" dt="2024-09-02T14:34:22.568" v="27"/>
            <ac:cxnSpMkLst>
              <pc:docMk/>
              <pc:sldMasterMk cId="2778691957" sldId="2147483648"/>
              <pc:sldLayoutMk cId="667150664" sldId="2147483689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CF9F91B6-EBB2-48E0-8BA7-F0D75AF13957}" dt="2024-09-02T14:34:25.457" v="292" actId="2696"/>
          <pc:sldLayoutMkLst>
            <pc:docMk/>
            <pc:sldMasterMk cId="2778691957" sldId="2147483648"/>
            <pc:sldLayoutMk cId="490193605" sldId="2147483690"/>
          </pc:sldLayoutMkLst>
          <pc:spChg chg="del">
            <ac:chgData name="Julien TERRIER" userId="e38a7381-6e71-427d-838c-0275fc209b82" providerId="ADAL" clId="{CF9F91B6-EBB2-48E0-8BA7-F0D75AF13957}" dt="2024-09-02T14:34:22.568" v="25"/>
            <ac:spMkLst>
              <pc:docMk/>
              <pc:sldMasterMk cId="2778691957" sldId="2147483648"/>
              <pc:sldLayoutMk cId="490193605" sldId="2147483690"/>
              <ac:spMk id="5" creationId="{00000000-0000-0000-0000-000000000000}"/>
            </ac:spMkLst>
          </pc:spChg>
          <pc:spChg chg="del">
            <ac:chgData name="Julien TERRIER" userId="e38a7381-6e71-427d-838c-0275fc209b82" providerId="ADAL" clId="{CF9F91B6-EBB2-48E0-8BA7-F0D75AF13957}" dt="2024-09-02T14:34:22.568" v="23"/>
            <ac:spMkLst>
              <pc:docMk/>
              <pc:sldMasterMk cId="2778691957" sldId="2147483648"/>
              <pc:sldLayoutMk cId="490193605" sldId="2147483690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CF9F91B6-EBB2-48E0-8BA7-F0D75AF13957}" dt="2024-09-02T14:34:22.568" v="21"/>
            <ac:cxnSpMkLst>
              <pc:docMk/>
              <pc:sldMasterMk cId="2778691957" sldId="2147483648"/>
              <pc:sldLayoutMk cId="490193605" sldId="2147483690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CF9F91B6-EBB2-48E0-8BA7-F0D75AF13957}" dt="2024-09-02T14:34:25.457" v="293" actId="2696"/>
          <pc:sldLayoutMkLst>
            <pc:docMk/>
            <pc:sldMasterMk cId="2778691957" sldId="2147483648"/>
            <pc:sldLayoutMk cId="413560804" sldId="2147483691"/>
          </pc:sldLayoutMkLst>
          <pc:spChg chg="del">
            <ac:chgData name="Julien TERRIER" userId="e38a7381-6e71-427d-838c-0275fc209b82" providerId="ADAL" clId="{CF9F91B6-EBB2-48E0-8BA7-F0D75AF13957}" dt="2024-09-02T14:34:22.568" v="19"/>
            <ac:spMkLst>
              <pc:docMk/>
              <pc:sldMasterMk cId="2778691957" sldId="2147483648"/>
              <pc:sldLayoutMk cId="413560804" sldId="2147483691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CF9F91B6-EBB2-48E0-8BA7-F0D75AF13957}" dt="2024-09-02T14:34:22.568" v="17"/>
            <ac:cxnSpMkLst>
              <pc:docMk/>
              <pc:sldMasterMk cId="2778691957" sldId="2147483648"/>
              <pc:sldLayoutMk cId="413560804" sldId="2147483691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CF9F91B6-EBB2-48E0-8BA7-F0D75AF13957}" dt="2024-09-02T14:34:25.457" v="294" actId="2696"/>
          <pc:sldLayoutMkLst>
            <pc:docMk/>
            <pc:sldMasterMk cId="2778691957" sldId="2147483648"/>
            <pc:sldLayoutMk cId="4274009489" sldId="2147483692"/>
          </pc:sldLayoutMkLst>
          <pc:spChg chg="del">
            <ac:chgData name="Julien TERRIER" userId="e38a7381-6e71-427d-838c-0275fc209b82" providerId="ADAL" clId="{CF9F91B6-EBB2-48E0-8BA7-F0D75AF13957}" dt="2024-09-02T14:34:22.568" v="15"/>
            <ac:spMkLst>
              <pc:docMk/>
              <pc:sldMasterMk cId="2778691957" sldId="2147483648"/>
              <pc:sldLayoutMk cId="4274009489" sldId="2147483692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CF9F91B6-EBB2-48E0-8BA7-F0D75AF13957}" dt="2024-09-02T14:34:22.552" v="13"/>
            <ac:cxnSpMkLst>
              <pc:docMk/>
              <pc:sldMasterMk cId="2778691957" sldId="2147483648"/>
              <pc:sldLayoutMk cId="4274009489" sldId="2147483692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CF9F91B6-EBB2-48E0-8BA7-F0D75AF13957}" dt="2024-09-02T14:34:25.472" v="299" actId="2696"/>
          <pc:sldLayoutMkLst>
            <pc:docMk/>
            <pc:sldMasterMk cId="2778691957" sldId="2147483648"/>
            <pc:sldLayoutMk cId="3902465317" sldId="2147483693"/>
          </pc:sldLayoutMkLst>
          <pc:cxnChg chg="del">
            <ac:chgData name="Julien TERRIER" userId="e38a7381-6e71-427d-838c-0275fc209b82" providerId="ADAL" clId="{CF9F91B6-EBB2-48E0-8BA7-F0D75AF13957}" dt="2024-09-02T14:34:22.552" v="7"/>
            <ac:cxnSpMkLst>
              <pc:docMk/>
              <pc:sldMasterMk cId="2778691957" sldId="2147483648"/>
              <pc:sldLayoutMk cId="3902465317" sldId="2147483693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CF9F91B6-EBB2-48E0-8BA7-F0D75AF13957}" dt="2024-09-02T14:34:25.472" v="300" actId="2696"/>
          <pc:sldLayoutMkLst>
            <pc:docMk/>
            <pc:sldMasterMk cId="2778691957" sldId="2147483648"/>
            <pc:sldLayoutMk cId="811754428" sldId="2147483694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1" actId="2696"/>
          <pc:sldLayoutMkLst>
            <pc:docMk/>
            <pc:sldMasterMk cId="2778691957" sldId="2147483648"/>
            <pc:sldLayoutMk cId="270477234" sldId="2147483695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2" actId="2696"/>
          <pc:sldLayoutMkLst>
            <pc:docMk/>
            <pc:sldMasterMk cId="2778691957" sldId="2147483648"/>
            <pc:sldLayoutMk cId="3900473632" sldId="2147483696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3" actId="2696"/>
          <pc:sldLayoutMkLst>
            <pc:docMk/>
            <pc:sldMasterMk cId="2778691957" sldId="2147483648"/>
            <pc:sldLayoutMk cId="2930737018" sldId="2147483697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4" actId="2696"/>
          <pc:sldLayoutMkLst>
            <pc:docMk/>
            <pc:sldMasterMk cId="2778691957" sldId="2147483648"/>
            <pc:sldLayoutMk cId="3411874771" sldId="2147483698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5" actId="2696"/>
          <pc:sldLayoutMkLst>
            <pc:docMk/>
            <pc:sldMasterMk cId="2778691957" sldId="2147483648"/>
            <pc:sldLayoutMk cId="1386701373" sldId="2147483699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6" actId="2696"/>
          <pc:sldLayoutMkLst>
            <pc:docMk/>
            <pc:sldMasterMk cId="2778691957" sldId="2147483648"/>
            <pc:sldLayoutMk cId="4232043028" sldId="2147483700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7" actId="2696"/>
          <pc:sldLayoutMkLst>
            <pc:docMk/>
            <pc:sldMasterMk cId="2778691957" sldId="2147483648"/>
            <pc:sldLayoutMk cId="1630075522" sldId="2147483701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8" actId="2696"/>
          <pc:sldLayoutMkLst>
            <pc:docMk/>
            <pc:sldMasterMk cId="2778691957" sldId="2147483648"/>
            <pc:sldLayoutMk cId="1054094909" sldId="2147483702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09" actId="2696"/>
          <pc:sldLayoutMkLst>
            <pc:docMk/>
            <pc:sldMasterMk cId="2778691957" sldId="2147483648"/>
            <pc:sldLayoutMk cId="628639443" sldId="2147483703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310" actId="2696"/>
          <pc:sldLayoutMkLst>
            <pc:docMk/>
            <pc:sldMasterMk cId="2778691957" sldId="2147483648"/>
            <pc:sldLayoutMk cId="737706643" sldId="2147483704"/>
          </pc:sldLayoutMkLst>
        </pc:sldLayoutChg>
        <pc:sldLayoutChg chg="delSp del mod">
          <pc:chgData name="Julien TERRIER" userId="e38a7381-6e71-427d-838c-0275fc209b82" providerId="ADAL" clId="{CF9F91B6-EBB2-48E0-8BA7-F0D75AF13957}" dt="2024-09-02T14:34:25.457" v="281" actId="2696"/>
          <pc:sldLayoutMkLst>
            <pc:docMk/>
            <pc:sldMasterMk cId="2778691957" sldId="2147483648"/>
            <pc:sldLayoutMk cId="3548441567" sldId="2147483705"/>
          </pc:sldLayoutMkLst>
          <pc:cxnChg chg="del">
            <ac:chgData name="Julien TERRIER" userId="e38a7381-6e71-427d-838c-0275fc209b82" providerId="ADAL" clId="{CF9F91B6-EBB2-48E0-8BA7-F0D75AF13957}" dt="2024-09-02T14:34:22.568" v="41"/>
            <ac:cxnSpMkLst>
              <pc:docMk/>
              <pc:sldMasterMk cId="2778691957" sldId="2147483648"/>
              <pc:sldLayoutMk cId="3548441567" sldId="2147483705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CF9F91B6-EBB2-48E0-8BA7-F0D75AF13957}" dt="2024-09-02T14:34:25.457" v="295" actId="2696"/>
          <pc:sldLayoutMkLst>
            <pc:docMk/>
            <pc:sldMasterMk cId="2778691957" sldId="2147483648"/>
            <pc:sldLayoutMk cId="3892497985" sldId="2147483706"/>
          </pc:sldLayoutMkLst>
          <pc:cxnChg chg="del">
            <ac:chgData name="Julien TERRIER" userId="e38a7381-6e71-427d-838c-0275fc209b82" providerId="ADAL" clId="{CF9F91B6-EBB2-48E0-8BA7-F0D75AF13957}" dt="2024-09-02T14:34:22.552" v="11"/>
            <ac:cxnSpMkLst>
              <pc:docMk/>
              <pc:sldMasterMk cId="2778691957" sldId="2147483648"/>
              <pc:sldLayoutMk cId="3892497985" sldId="2147483706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CF9F91B6-EBB2-48E0-8BA7-F0D75AF13957}" dt="2024-09-02T14:34:25.457" v="296" actId="2696"/>
          <pc:sldLayoutMkLst>
            <pc:docMk/>
            <pc:sldMasterMk cId="2778691957" sldId="2147483648"/>
            <pc:sldLayoutMk cId="556636127" sldId="2147483707"/>
          </pc:sldLayoutMkLst>
          <pc:cxnChg chg="del">
            <ac:chgData name="Julien TERRIER" userId="e38a7381-6e71-427d-838c-0275fc209b82" providerId="ADAL" clId="{CF9F91B6-EBB2-48E0-8BA7-F0D75AF13957}" dt="2024-09-02T14:34:22.552" v="9"/>
            <ac:cxnSpMkLst>
              <pc:docMk/>
              <pc:sldMasterMk cId="2778691957" sldId="2147483648"/>
              <pc:sldLayoutMk cId="556636127" sldId="2147483707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CF9F91B6-EBB2-48E0-8BA7-F0D75AF13957}" dt="2024-09-02T14:34:25.457" v="297" actId="2696"/>
          <pc:sldLayoutMkLst>
            <pc:docMk/>
            <pc:sldMasterMk cId="2778691957" sldId="2147483648"/>
            <pc:sldLayoutMk cId="1475330262" sldId="2147483708"/>
          </pc:sldLayoutMkLst>
        </pc:sldLayoutChg>
        <pc:sldLayoutChg chg="del">
          <pc:chgData name="Julien TERRIER" userId="e38a7381-6e71-427d-838c-0275fc209b82" providerId="ADAL" clId="{CF9F91B6-EBB2-48E0-8BA7-F0D75AF13957}" dt="2024-09-02T14:34:25.472" v="298" actId="2696"/>
          <pc:sldLayoutMkLst>
            <pc:docMk/>
            <pc:sldMasterMk cId="2778691957" sldId="2147483648"/>
            <pc:sldLayoutMk cId="3144933046" sldId="2147483709"/>
          </pc:sldLayoutMkLst>
        </pc:sldLayoutChg>
        <pc:sldLayoutChg chg="delSp del mod">
          <pc:chgData name="Julien TERRIER" userId="e38a7381-6e71-427d-838c-0275fc209b82" providerId="ADAL" clId="{CF9F91B6-EBB2-48E0-8BA7-F0D75AF13957}" dt="2024-09-02T14:34:25.472" v="311" actId="2696"/>
          <pc:sldLayoutMkLst>
            <pc:docMk/>
            <pc:sldMasterMk cId="2778691957" sldId="2147483648"/>
            <pc:sldLayoutMk cId="4250982018" sldId="2147483711"/>
          </pc:sldLayoutMkLst>
          <pc:picChg chg="del">
            <ac:chgData name="Julien TERRIER" userId="e38a7381-6e71-427d-838c-0275fc209b82" providerId="ADAL" clId="{CF9F91B6-EBB2-48E0-8BA7-F0D75AF13957}" dt="2024-09-02T14:34:22.552" v="5"/>
            <ac:picMkLst>
              <pc:docMk/>
              <pc:sldMasterMk cId="2778691957" sldId="2147483648"/>
              <pc:sldLayoutMk cId="4250982018" sldId="2147483711"/>
              <ac:picMk id="6" creationId="{00000000-0000-0000-0000-000000000000}"/>
            </ac:picMkLst>
          </pc:picChg>
        </pc:sldLayoutChg>
      </pc:sldMasterChg>
      <pc:sldMasterChg chg="delSldLayout">
        <pc:chgData name="Julien TERRIER" userId="e38a7381-6e71-427d-838c-0275fc209b82" providerId="ADAL" clId="{CF9F91B6-EBB2-48E0-8BA7-F0D75AF13957}" dt="2024-09-03T14:10:12.496" v="2101" actId="47"/>
        <pc:sldMasterMkLst>
          <pc:docMk/>
          <pc:sldMasterMk cId="635299238" sldId="2147483712"/>
        </pc:sldMasterMkLst>
        <pc:sldLayoutChg chg="del">
          <pc:chgData name="Julien TERRIER" userId="e38a7381-6e71-427d-838c-0275fc209b82" providerId="ADAL" clId="{CF9F91B6-EBB2-48E0-8BA7-F0D75AF13957}" dt="2024-09-03T14:10:12.496" v="2101" actId="47"/>
          <pc:sldLayoutMkLst>
            <pc:docMk/>
            <pc:sldMasterMk cId="635299238" sldId="2147483712"/>
            <pc:sldLayoutMk cId="833908739" sldId="2147483721"/>
          </pc:sldLayoutMkLst>
        </pc:sldLayoutChg>
      </pc:sldMasterChg>
    </pc:docChg>
  </pc:docChgLst>
</pc:chgInfo>
</file>

<file path=ppt/comments/modernComment_1F1_70312E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CCB1B4-1085-47FA-AE4A-EA1028C65229}" authorId="{4A5CD6D8-3140-9AED-417C-67238DA3D55A}" created="2024-09-02T14:34:27.245">
    <pc:sldMkLst xmlns:pc="http://schemas.microsoft.com/office/powerpoint/2013/main/command">
      <pc:docMk/>
      <pc:sldMk cId="1882271291" sldId="497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1FC_41880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8700A7-7E6B-4DF5-9BAD-2B9AB9567C46}" authorId="{4A5CD6D8-3140-9AED-417C-67238DA3D55A}" created="2024-09-02T14:34:27.261">
    <pc:sldMkLst xmlns:pc="http://schemas.microsoft.com/office/powerpoint/2013/main/command">
      <pc:docMk/>
      <pc:sldMk cId="68714710" sldId="508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1FD_D259BB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705F82-949D-41C2-B758-3BE950141BDA}" authorId="{4A5CD6D8-3140-9AED-417C-67238DA3D55A}" created="2024-09-02T14:34:27.277">
    <pc:sldMkLst xmlns:pc="http://schemas.microsoft.com/office/powerpoint/2013/main/command">
      <pc:docMk/>
      <pc:sldMk cId="3529095957" sldId="50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1FE_C66A78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16A8B2-6C0B-4141-9DFC-80A66186BE90}" authorId="{4A5CD6D8-3140-9AED-417C-67238DA3D55A}" created="2024-09-02T14:34:27.292">
    <pc:sldMkLst xmlns:pc="http://schemas.microsoft.com/office/powerpoint/2013/main/command">
      <pc:docMk/>
      <pc:sldMk cId="3328866555" sldId="510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1FF_D4399A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FFAAB8-3BD4-403C-BFFD-4883EDFA16C5}" authorId="{4A5CD6D8-3140-9AED-417C-67238DA3D55A}" created="2024-09-02T14:34:27.323">
    <pc:sldMkLst xmlns:pc="http://schemas.microsoft.com/office/powerpoint/2013/main/command">
      <pc:docMk/>
      <pc:sldMk cId="3560544941" sldId="51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A_EE0FE4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005E6D-9CEB-4E80-BD3B-B3A91D119ECE}" authorId="{4A5CD6D8-3140-9AED-417C-67238DA3D55A}" created="2024-09-02T14:34:27.167">
    <pc:sldMkLst xmlns:pc="http://schemas.microsoft.com/office/powerpoint/2013/main/command">
      <pc:docMk/>
      <pc:sldMk cId="3994019027" sldId="586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B_15CF39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DC3105-35FF-478A-B534-0D392534AC1E}" authorId="{4A5CD6D8-3140-9AED-417C-67238DA3D55A}" created="2024-09-02T14:34:27.198">
    <pc:sldMkLst xmlns:pc="http://schemas.microsoft.com/office/powerpoint/2013/main/command">
      <pc:docMk/>
      <pc:sldMk cId="365902232" sldId="587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C_ADE78B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E0B005-6E16-47E1-B772-E46329716EF9}" authorId="{4A5CD6D8-3140-9AED-417C-67238DA3D55A}" created="2024-09-02T14:34:27.213">
    <pc:sldMkLst xmlns:pc="http://schemas.microsoft.com/office/powerpoint/2013/main/command">
      <pc:docMk/>
      <pc:sldMk cId="2917632955" sldId="588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E_718A9A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A38836-A873-4F7E-8B96-0E5595450F0E}" authorId="{4A5CD6D8-3140-9AED-417C-67238DA3D55A}" created="2024-09-02T14:34:27.104">
    <pc:sldMkLst xmlns:pc="http://schemas.microsoft.com/office/powerpoint/2013/main/command">
      <pc:docMk/>
      <pc:sldMk cId="1904908824" sldId="590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F_3519EF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C71541-E2DB-4194-91F1-A38B312AE64F}" authorId="{4A5CD6D8-3140-9AED-417C-67238DA3D55A}" created="2024-09-02T14:34:27.417">
    <pc:sldMkLst xmlns:pc="http://schemas.microsoft.com/office/powerpoint/2013/main/command">
      <pc:docMk/>
      <pc:sldMk cId="890892054" sldId="59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00_FA30EC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D35E2F-DA58-48F7-B523-BC6452B0428D}" authorId="{4A5CD6D8-3140-9AED-417C-67238DA3D55A}" created="2024-09-02T14:34:27.339">
    <pc:sldMkLst xmlns:pc="http://schemas.microsoft.com/office/powerpoint/2013/main/command">
      <pc:docMk/>
      <pc:sldMk cId="4197510233" sldId="51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3_5E3DA3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8E05F5-FBEC-43BD-A0D6-EDE5C3D9FA16}" authorId="{4A5CD6D8-3140-9AED-417C-67238DA3D55A}" created="2024-09-02T14:34:27.386">
    <pc:sldMkLst xmlns:pc="http://schemas.microsoft.com/office/powerpoint/2013/main/command">
      <pc:docMk/>
      <pc:sldMk cId="1581097946" sldId="57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5_469114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512196-F1F5-4D80-BF97-6883E7270785}" authorId="{4A5CD6D8-3140-9AED-417C-67238DA3D55A}" created="2024-09-02T14:34:27.041">
    <pc:sldMkLst xmlns:pc="http://schemas.microsoft.com/office/powerpoint/2013/main/command">
      <pc:docMk/>
      <pc:sldMk cId="1183913062" sldId="58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6_69FEC7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A8619F-E939-482D-88F7-6ED677277F2C}" authorId="{4A5CD6D8-3140-9AED-417C-67238DA3D55A}" created="2024-09-02T14:34:27.072">
    <pc:sldMkLst xmlns:pc="http://schemas.microsoft.com/office/powerpoint/2013/main/command">
      <pc:docMk/>
      <pc:sldMk cId="1778304777" sldId="58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8_270F5B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DDB2A0-F489-42BC-B0C6-E87CC08F7ADD}" authorId="{4A5CD6D8-3140-9AED-417C-67238DA3D55A}" created="2024-09-02T14:34:27.119">
    <pc:sldMkLst xmlns:pc="http://schemas.microsoft.com/office/powerpoint/2013/main/command">
      <pc:docMk/>
      <pc:sldMk cId="655317910" sldId="584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9_A9CB57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3817ED-3B9F-4D78-9D9F-F04EE51AA522}" authorId="{4A5CD6D8-3140-9AED-417C-67238DA3D55A}" created="2024-09-02T14:34:27.151">
    <pc:sldMkLst xmlns:pc="http://schemas.microsoft.com/office/powerpoint/2013/main/command">
      <pc:docMk/>
      <pc:sldMk cId="2848675774" sldId="585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50_321AF2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20078D-FC92-4B1C-BA4C-E0678D8501D6}" authorId="{4A5CD6D8-3140-9AED-417C-67238DA3D55A}" created="2024-09-02T14:34:27.009">
    <pc:sldMkLst xmlns:pc="http://schemas.microsoft.com/office/powerpoint/2013/main/command">
      <pc:docMk/>
      <pc:sldMk cId="840626859" sldId="59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53_2A151B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63988-D97D-4928-A791-F389B5E488FE}" authorId="{4A5CD6D8-3140-9AED-417C-67238DA3D55A}" created="2024-08-06T11:47:38.878">
    <pc:sldMkLst xmlns:pc="http://schemas.microsoft.com/office/powerpoint/2013/main/command">
      <pc:docMk/>
      <pc:sldMk cId="4113719392" sldId="55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AD421-B8DB-7943-B67F-E8827DD5399A}" type="datetimeFigureOut">
              <a:rPr lang="fr-FR" smtClean="0"/>
              <a:pPr/>
              <a:t>03/10/2024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13BF-0760-2E42-BCFD-82A0C242B3E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852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1C64-2856-3B4F-8D4B-D915B3131B9A}" type="datetimeFigureOut">
              <a:rPr lang="fr-FR" smtClean="0"/>
              <a:pPr/>
              <a:t>03/10/2024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9BA11-BB5B-F64D-809E-65F18E1A87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31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8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2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75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>
                <a:latin typeface="Arial" panose="020B0604020202020204" pitchFamily="34" charset="0"/>
              </a:rPr>
              <a:t>IRQ = Interrupt Request</a:t>
            </a:r>
            <a:br>
              <a:rPr lang="en-US" sz="1600">
                <a:latin typeface="Arial" panose="020B0604020202020204" pitchFamily="34" charset="0"/>
              </a:rPr>
            </a:br>
            <a:r>
              <a:rPr lang="en-US" sz="1600">
                <a:latin typeface="Arial" panose="020B0604020202020204" pitchFamily="34" charset="0"/>
              </a:rPr>
              <a:t>ISR = Interrupt Service Routine</a:t>
            </a:r>
            <a:br>
              <a:rPr lang="en-US" sz="1600">
                <a:latin typeface="Arial" panose="020B0604020202020204" pitchFamily="34" charset="0"/>
              </a:rPr>
            </a:br>
            <a:r>
              <a:rPr lang="en-US" sz="1600">
                <a:latin typeface="Arial" panose="020B0604020202020204" pitchFamily="34" charset="0"/>
              </a:rPr>
              <a:t>CSS = </a:t>
            </a:r>
            <a:r>
              <a:rPr lang="en-US" sz="1600" b="0" i="1" u="none" strike="noStrike" baseline="0">
                <a:latin typeface="Arial" panose="020B0604020202020204" pitchFamily="34" charset="0"/>
              </a:rPr>
              <a:t>Clock Security System</a:t>
            </a:r>
            <a:br>
              <a:rPr lang="en-US" sz="1600" b="0" i="1" u="none" strike="noStrike" baseline="0">
                <a:latin typeface="Arial" panose="020B0604020202020204" pitchFamily="34" charset="0"/>
              </a:rPr>
            </a:br>
            <a:r>
              <a:rPr lang="en-US" sz="1600" b="0" i="1" u="none" strike="noStrike" baseline="0">
                <a:latin typeface="Arial" panose="020B0604020202020204" pitchFamily="34" charset="0"/>
              </a:rPr>
              <a:t>NMI = Non-Maskable Interrupt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3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048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4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74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5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35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6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70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7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72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8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719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9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666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10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808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11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172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12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04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13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4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14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037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15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30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16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471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EXTI Interrupt:</a:t>
            </a:r>
            <a:endParaRPr lang="en-US" sz="1600" b="0" i="0" dirty="0">
              <a:solidFill>
                <a:srgbClr val="37415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An EXTI interrupt refers to the activation of an interrupt service routine (ISR) in response to a specific external interrupt line.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EXTI interrupts are typically associated with external events, such as a change in voltage level on a specific pin or the press of a button.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When the external event occurs, the EXTI interrupt is triggered, and the corresponding ISR is executed to handle the event.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EXTI Event:</a:t>
            </a:r>
            <a:endParaRPr lang="en-US" sz="1600" b="0" i="0" dirty="0">
              <a:solidFill>
                <a:srgbClr val="37415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An EXTI event, on the other hand, is a broader term that encompasses the detection of any change in state on a specific pin, regardless of whether an interrupt is enabled or not.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EXTI events can be used to trigger software routines without necessarily causing an interrupt.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While an EXTI interrupt is more specific and involves the execution of an ISR, an EXTI event is a general term for detecting changes on a pin, which can be used for various purposes in software.</a:t>
            </a:r>
          </a:p>
          <a:p>
            <a:pPr algn="l"/>
            <a:r>
              <a:rPr lang="en-US" sz="16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</a:rPr>
              <a:t>In summary, EXTI interrupts are specifically associated with external events that trigger interrupt service routines, whereas EXTI events refer to the more general detection of changes on a pin, allowing for flexible software handling without necessarily involving interrupts.</a:t>
            </a:r>
          </a:p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17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564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18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64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19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40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20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286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21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17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29098242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90291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2325299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103504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215177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0446017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3163748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0309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0EE782-C82C-4249-B547-EB14D1B2B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E8CA-6E55-46D4-8BB1-024A9C8FD4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DE1B7C-156C-450E-9E03-E96573787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2060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text</a:t>
            </a:r>
            <a:r>
              <a:rPr lang="fr-FR" noProof="0" dirty="0"/>
              <a:t>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D0EAA7-4717-4677-93E4-5956B73F0A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9"/>
            <a:ext cx="11880850" cy="172819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6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fr-FR" noProof="0"/>
              <a:t>Click to edit Master text styles</a:t>
            </a:r>
          </a:p>
          <a:p>
            <a:pPr lvl="1"/>
            <a:r>
              <a:rPr lang="fr-FR" noProof="0"/>
              <a:t>Second level</a:t>
            </a:r>
          </a:p>
          <a:p>
            <a:pPr lvl="2"/>
            <a:r>
              <a:rPr lang="fr-FR" noProof="0"/>
              <a:t>Third level</a:t>
            </a:r>
          </a:p>
          <a:p>
            <a:pPr lvl="3"/>
            <a:r>
              <a:rPr lang="fr-FR" noProof="0"/>
              <a:t>Fourth level</a:t>
            </a:r>
          </a:p>
          <a:p>
            <a:pPr lvl="4"/>
            <a:r>
              <a:rPr lang="fr-F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527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A236C716-DEEC-44F8-9CD7-1B8233E8BB2C}" type="datetime1">
              <a:rPr lang="en-US" smtClean="0"/>
              <a:t>10/3/2024</a:t>
            </a:fld>
            <a:endParaRPr lang="fr-FR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9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2" r:id="rId9"/>
  </p:sldLayoutIdLst>
  <p:hf hdr="0" ft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53_2A151BB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50_321AF2AB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5_4691146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6_69FEC70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E_718A9A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8_270F5B9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9_A9CB57BE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A_EE0FE4D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B_15CF399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C_ADE78BBB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C_41880D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D_D259BB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E_C66A78FB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F_D4399AAD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1_70312E3B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0_FA30EC5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microsoft.com/office/2018/10/relationships/comments" Target="../comments/modernComment_243_5E3DA3DA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F_3519EF1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328809" y="3578305"/>
            <a:ext cx="9799639" cy="27675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 sz="6600" spc="-150" dirty="0">
                <a:solidFill>
                  <a:schemeClr val="bg1"/>
                </a:solidFill>
                <a:latin typeface="+mn-lt"/>
              </a:rPr>
              <a:t>TP 01 – GPIO</a:t>
            </a:r>
          </a:p>
          <a:p>
            <a:r>
              <a:rPr lang="en-US" sz="6600" spc="-150" dirty="0">
                <a:solidFill>
                  <a:srgbClr val="E6007E"/>
                </a:solidFill>
                <a:latin typeface="+mn-lt"/>
              </a:rPr>
              <a:t>STM32</a:t>
            </a:r>
          </a:p>
          <a:p>
            <a:r>
              <a:rPr lang="en-US" sz="2400" b="0" spc="-150" dirty="0">
                <a:solidFill>
                  <a:schemeClr val="bg1"/>
                </a:solidFill>
                <a:latin typeface="+mn-lt"/>
              </a:rPr>
              <a:t>Toulon</a:t>
            </a:r>
            <a:endParaRPr lang="en-US" b="0" spc="-1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F0D63A-0BCB-517D-9E66-1881168EA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TP02 – INTERRUPTIONS STM32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A454EB8-1F31-8290-4B9F-61D96BDBD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Julien Terrier (COOLab Rousset)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5DE147-3F1A-D59B-729F-47919CE5D84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2" r="19462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18E403-8488-6E6A-4753-C967BA5EA0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91850" y="6524625"/>
            <a:ext cx="1200150" cy="333375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8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259200-FB13-83B8-F8CF-CD1242FEB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10484-7C01-4617-903A-503AD67ED3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Plan et objectifs du TP 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BAB5A-BB55-46E0-9F57-B6937674F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4"/>
            <a:ext cx="8065169" cy="3240014"/>
          </a:xfrm>
        </p:spPr>
        <p:txBody>
          <a:bodyPr>
            <a:noAutofit/>
          </a:bodyPr>
          <a:lstStyle/>
          <a:p>
            <a:r>
              <a:rPr lang="fr-FR" u="sng" dirty="0"/>
              <a:t>Plan:</a:t>
            </a:r>
          </a:p>
          <a:p>
            <a:r>
              <a:rPr lang="fr-FR" dirty="0"/>
              <a:t>Utiliser un bouton poussoir pour gérer une interruption sur le STM32</a:t>
            </a:r>
          </a:p>
          <a:p>
            <a:r>
              <a:rPr lang="fr-FR" dirty="0"/>
              <a:t>Les Registres</a:t>
            </a:r>
          </a:p>
          <a:p>
            <a:endParaRPr lang="fr-FR" dirty="0"/>
          </a:p>
          <a:p>
            <a:r>
              <a:rPr lang="fr-FR" u="sng" dirty="0"/>
              <a:t>Objectifs:</a:t>
            </a:r>
            <a:endParaRPr lang="en-US" dirty="0"/>
          </a:p>
          <a:p>
            <a:r>
              <a:rPr lang="fr-FR" dirty="0"/>
              <a:t>Utiliser un bouton poussoir</a:t>
            </a:r>
            <a:r>
              <a:rPr lang="en-US" dirty="0"/>
              <a:t>:</a:t>
            </a:r>
          </a:p>
          <a:p>
            <a:pPr lvl="1"/>
            <a:r>
              <a:rPr lang="fr-FR" sz="2000" dirty="0"/>
              <a:t>Créer une interruption sur le STM32</a:t>
            </a:r>
          </a:p>
        </p:txBody>
      </p:sp>
      <p:pic>
        <p:nvPicPr>
          <p:cNvPr id="13" name="Picture 1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BCBC4A12-D535-FDF0-F3D9-1583F31B8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-437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26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93B68B-FA65-FE73-12C1-8DCE49863E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Le NVIC (Nested Vectored Interrupt Controller)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BABD4A-C11E-2B16-1D8F-7419045BF8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04" r="1328"/>
          <a:stretch/>
        </p:blipFill>
        <p:spPr>
          <a:xfrm>
            <a:off x="6168008" y="1334728"/>
            <a:ext cx="6024048" cy="289977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47E6731-2A4F-8894-65AF-B9D3AE741E55}"/>
              </a:ext>
            </a:extLst>
          </p:cNvPr>
          <p:cNvSpPr txBox="1"/>
          <p:nvPr/>
        </p:nvSpPr>
        <p:spPr>
          <a:xfrm>
            <a:off x="47328" y="1147966"/>
            <a:ext cx="6408712" cy="3145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b="1" dirty="0">
                <a:solidFill>
                  <a:srgbClr val="03234B"/>
                </a:solidFill>
              </a:rPr>
              <a:t>Le NVIC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est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une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unité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matérielle</a:t>
            </a:r>
            <a:r>
              <a:rPr lang="en-US" dirty="0">
                <a:solidFill>
                  <a:srgbClr val="03234B"/>
                </a:solidFill>
              </a:rPr>
              <a:t> des </a:t>
            </a:r>
            <a:r>
              <a:rPr lang="en-US" dirty="0" err="1">
                <a:solidFill>
                  <a:srgbClr val="03234B"/>
                </a:solidFill>
              </a:rPr>
              <a:t>microcontrôleurs</a:t>
            </a:r>
            <a:r>
              <a:rPr lang="en-US" dirty="0">
                <a:solidFill>
                  <a:srgbClr val="03234B"/>
                </a:solidFill>
              </a:rPr>
              <a:t> (Cortex-M) qui </a:t>
            </a:r>
            <a:r>
              <a:rPr lang="en-US" dirty="0" err="1">
                <a:solidFill>
                  <a:srgbClr val="03234B"/>
                </a:solidFill>
              </a:rPr>
              <a:t>gère</a:t>
            </a:r>
            <a:r>
              <a:rPr lang="en-US" dirty="0">
                <a:solidFill>
                  <a:srgbClr val="03234B"/>
                </a:solidFill>
              </a:rPr>
              <a:t> les </a:t>
            </a:r>
            <a:r>
              <a:rPr lang="en-US" b="1" dirty="0">
                <a:solidFill>
                  <a:srgbClr val="03234B"/>
                </a:solidFill>
              </a:rPr>
              <a:t>exceptions</a:t>
            </a:r>
            <a:r>
              <a:rPr lang="en-US" dirty="0">
                <a:solidFill>
                  <a:srgbClr val="03234B"/>
                </a:solidFill>
              </a:rPr>
              <a:t>. ARM fait la distinction entre les </a:t>
            </a:r>
            <a:r>
              <a:rPr lang="en-US" b="1" dirty="0">
                <a:solidFill>
                  <a:srgbClr val="03234B"/>
                </a:solidFill>
              </a:rPr>
              <a:t>exceptions </a:t>
            </a:r>
            <a:r>
              <a:rPr lang="en-US" b="1" dirty="0" err="1">
                <a:solidFill>
                  <a:srgbClr val="03234B"/>
                </a:solidFill>
              </a:rPr>
              <a:t>système</a:t>
            </a:r>
            <a:r>
              <a:rPr lang="en-US" dirty="0">
                <a:solidFill>
                  <a:srgbClr val="03234B"/>
                </a:solidFill>
              </a:rPr>
              <a:t>, qui </a:t>
            </a:r>
            <a:r>
              <a:rPr lang="en-US" dirty="0" err="1">
                <a:solidFill>
                  <a:srgbClr val="03234B"/>
                </a:solidFill>
              </a:rPr>
              <a:t>proviennent</a:t>
            </a:r>
            <a:r>
              <a:rPr lang="en-US" dirty="0">
                <a:solidFill>
                  <a:srgbClr val="03234B"/>
                </a:solidFill>
              </a:rPr>
              <a:t> du </a:t>
            </a:r>
            <a:r>
              <a:rPr lang="en-US" dirty="0" err="1">
                <a:solidFill>
                  <a:srgbClr val="03234B"/>
                </a:solidFill>
              </a:rPr>
              <a:t>cœur</a:t>
            </a:r>
            <a:r>
              <a:rPr lang="en-US" dirty="0">
                <a:solidFill>
                  <a:srgbClr val="03234B"/>
                </a:solidFill>
              </a:rPr>
              <a:t> du </a:t>
            </a:r>
            <a:r>
              <a:rPr lang="en-US" dirty="0" err="1">
                <a:solidFill>
                  <a:srgbClr val="03234B"/>
                </a:solidFill>
              </a:rPr>
              <a:t>processeur</a:t>
            </a:r>
            <a:r>
              <a:rPr lang="en-US" dirty="0">
                <a:solidFill>
                  <a:srgbClr val="03234B"/>
                </a:solidFill>
              </a:rPr>
              <a:t>, et les </a:t>
            </a:r>
            <a:r>
              <a:rPr lang="en-US" b="1" dirty="0">
                <a:solidFill>
                  <a:srgbClr val="03234B"/>
                </a:solidFill>
              </a:rPr>
              <a:t>exceptions </a:t>
            </a:r>
            <a:r>
              <a:rPr lang="en-US" b="1" dirty="0" err="1">
                <a:solidFill>
                  <a:srgbClr val="03234B"/>
                </a:solidFill>
              </a:rPr>
              <a:t>matérielles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provenant</a:t>
            </a:r>
            <a:r>
              <a:rPr lang="en-US" dirty="0">
                <a:solidFill>
                  <a:srgbClr val="03234B"/>
                </a:solidFill>
              </a:rPr>
              <a:t> de </a:t>
            </a:r>
            <a:r>
              <a:rPr lang="en-US" dirty="0" err="1">
                <a:solidFill>
                  <a:srgbClr val="03234B"/>
                </a:solidFill>
              </a:rPr>
              <a:t>périphériques</a:t>
            </a:r>
            <a:r>
              <a:rPr lang="en-US" dirty="0">
                <a:solidFill>
                  <a:srgbClr val="03234B"/>
                </a:solidFill>
              </a:rPr>
              <a:t> externes, </a:t>
            </a:r>
            <a:r>
              <a:rPr lang="en-US" dirty="0" err="1">
                <a:solidFill>
                  <a:srgbClr val="03234B"/>
                </a:solidFill>
              </a:rPr>
              <a:t>également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appelées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demandes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d'interruption</a:t>
            </a:r>
            <a:r>
              <a:rPr lang="en-US" dirty="0">
                <a:solidFill>
                  <a:srgbClr val="03234B"/>
                </a:solidFill>
              </a:rPr>
              <a:t> (</a:t>
            </a:r>
            <a:r>
              <a:rPr lang="en-US" b="1" dirty="0">
                <a:solidFill>
                  <a:srgbClr val="03234B"/>
                </a:solidFill>
              </a:rPr>
              <a:t>IRQ</a:t>
            </a:r>
            <a:r>
              <a:rPr lang="en-US" dirty="0">
                <a:solidFill>
                  <a:srgbClr val="03234B"/>
                </a:solidFill>
              </a:rPr>
              <a:t>).</a:t>
            </a:r>
            <a:br>
              <a:rPr lang="en-US" dirty="0">
                <a:solidFill>
                  <a:srgbClr val="03234B"/>
                </a:solidFill>
              </a:rPr>
            </a:br>
            <a:br>
              <a:rPr lang="en-US" dirty="0">
                <a:solidFill>
                  <a:srgbClr val="03234B"/>
                </a:solidFill>
              </a:rPr>
            </a:br>
            <a:r>
              <a:rPr lang="en-US" dirty="0">
                <a:solidFill>
                  <a:srgbClr val="03234B"/>
                </a:solidFill>
              </a:rPr>
              <a:t>Nous devons </a:t>
            </a:r>
            <a:r>
              <a:rPr lang="en-US" dirty="0" err="1">
                <a:solidFill>
                  <a:srgbClr val="03234B"/>
                </a:solidFill>
              </a:rPr>
              <a:t>ici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distinguer</a:t>
            </a:r>
            <a:r>
              <a:rPr lang="en-US" dirty="0">
                <a:solidFill>
                  <a:srgbClr val="03234B"/>
                </a:solidFill>
              </a:rPr>
              <a:t> deux types de </a:t>
            </a:r>
            <a:r>
              <a:rPr lang="en-US" dirty="0" err="1">
                <a:solidFill>
                  <a:srgbClr val="03234B"/>
                </a:solidFill>
              </a:rPr>
              <a:t>périphériques</a:t>
            </a:r>
            <a:r>
              <a:rPr lang="en-US" dirty="0">
                <a:solidFill>
                  <a:srgbClr val="03234B"/>
                </a:solidFill>
              </a:rPr>
              <a:t> : </a:t>
            </a:r>
            <a:r>
              <a:rPr lang="en-US" dirty="0" err="1">
                <a:solidFill>
                  <a:srgbClr val="03234B"/>
                </a:solidFill>
              </a:rPr>
              <a:t>ceux</a:t>
            </a:r>
            <a:r>
              <a:rPr lang="en-US" dirty="0">
                <a:solidFill>
                  <a:srgbClr val="03234B"/>
                </a:solidFill>
              </a:rPr>
              <a:t> qui </a:t>
            </a:r>
            <a:r>
              <a:rPr lang="en-US" dirty="0" err="1">
                <a:solidFill>
                  <a:srgbClr val="03234B"/>
                </a:solidFill>
              </a:rPr>
              <a:t>sont</a:t>
            </a:r>
            <a:r>
              <a:rPr lang="en-US" dirty="0">
                <a:solidFill>
                  <a:srgbClr val="03234B"/>
                </a:solidFill>
              </a:rPr>
              <a:t> externes au </a:t>
            </a:r>
            <a:r>
              <a:rPr lang="en-US" dirty="0" err="1">
                <a:solidFill>
                  <a:srgbClr val="03234B"/>
                </a:solidFill>
              </a:rPr>
              <a:t>cœur</a:t>
            </a:r>
            <a:r>
              <a:rPr lang="en-US" dirty="0">
                <a:solidFill>
                  <a:srgbClr val="03234B"/>
                </a:solidFill>
              </a:rPr>
              <a:t> du Cortex-M, </a:t>
            </a:r>
            <a:r>
              <a:rPr lang="en-US" dirty="0" err="1">
                <a:solidFill>
                  <a:srgbClr val="03234B"/>
                </a:solidFill>
              </a:rPr>
              <a:t>mais</a:t>
            </a:r>
            <a:r>
              <a:rPr lang="en-US" dirty="0">
                <a:solidFill>
                  <a:srgbClr val="03234B"/>
                </a:solidFill>
              </a:rPr>
              <a:t> internes au MCU STM32 (par </a:t>
            </a:r>
            <a:r>
              <a:rPr lang="en-US" dirty="0" err="1">
                <a:solidFill>
                  <a:srgbClr val="03234B"/>
                </a:solidFill>
              </a:rPr>
              <a:t>exemple</a:t>
            </a:r>
            <a:r>
              <a:rPr lang="en-US" dirty="0">
                <a:solidFill>
                  <a:srgbClr val="03234B"/>
                </a:solidFill>
              </a:rPr>
              <a:t>, les timers, les UARTS, etc.), et </a:t>
            </a:r>
            <a:r>
              <a:rPr lang="en-US" dirty="0" err="1">
                <a:solidFill>
                  <a:srgbClr val="03234B"/>
                </a:solidFill>
              </a:rPr>
              <a:t>ceux</a:t>
            </a:r>
            <a:r>
              <a:rPr lang="en-US" dirty="0">
                <a:solidFill>
                  <a:srgbClr val="03234B"/>
                </a:solidFill>
              </a:rPr>
              <a:t> qui </a:t>
            </a:r>
            <a:r>
              <a:rPr lang="en-US" dirty="0" err="1">
                <a:solidFill>
                  <a:srgbClr val="03234B"/>
                </a:solidFill>
              </a:rPr>
              <a:t>sont</a:t>
            </a:r>
            <a:r>
              <a:rPr lang="en-US" dirty="0">
                <a:solidFill>
                  <a:srgbClr val="03234B"/>
                </a:solidFill>
              </a:rPr>
              <a:t> externes au MCU (I/O).</a:t>
            </a:r>
            <a:br>
              <a:rPr lang="en-US" dirty="0">
                <a:solidFill>
                  <a:srgbClr val="03234B"/>
                </a:solidFill>
              </a:rPr>
            </a:br>
            <a:br>
              <a:rPr lang="en-US" dirty="0">
                <a:solidFill>
                  <a:srgbClr val="03234B"/>
                </a:solidFill>
              </a:rPr>
            </a:br>
            <a:endParaRPr lang="en-US" dirty="0">
              <a:solidFill>
                <a:srgbClr val="03234B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B6DDBC6-8C64-868E-00CB-10A5D9032D9C}"/>
              </a:ext>
            </a:extLst>
          </p:cNvPr>
          <p:cNvSpPr txBox="1"/>
          <p:nvPr/>
        </p:nvSpPr>
        <p:spPr>
          <a:xfrm>
            <a:off x="7824192" y="4421268"/>
            <a:ext cx="4367808" cy="21760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dirty="0">
                <a:solidFill>
                  <a:srgbClr val="03234B"/>
                </a:solidFill>
              </a:rPr>
              <a:t>Le </a:t>
            </a:r>
            <a:r>
              <a:rPr lang="en-US" dirty="0" err="1">
                <a:solidFill>
                  <a:srgbClr val="03234B"/>
                </a:solidFill>
              </a:rPr>
              <a:t>processeur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sait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où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trouver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ces</a:t>
            </a:r>
            <a:r>
              <a:rPr lang="en-US" dirty="0">
                <a:solidFill>
                  <a:srgbClr val="03234B"/>
                </a:solidFill>
              </a:rPr>
              <a:t> routines grâce à </a:t>
            </a:r>
            <a:r>
              <a:rPr lang="en-US" dirty="0" err="1">
                <a:solidFill>
                  <a:srgbClr val="03234B"/>
                </a:solidFill>
              </a:rPr>
              <a:t>une</a:t>
            </a:r>
            <a:r>
              <a:rPr lang="en-US" dirty="0">
                <a:solidFill>
                  <a:srgbClr val="03234B"/>
                </a:solidFill>
              </a:rPr>
              <a:t> table </a:t>
            </a:r>
            <a:r>
              <a:rPr lang="en-US" dirty="0" err="1">
                <a:solidFill>
                  <a:srgbClr val="03234B"/>
                </a:solidFill>
              </a:rPr>
              <a:t>indirecte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contenant</a:t>
            </a:r>
            <a:r>
              <a:rPr lang="en-US" dirty="0">
                <a:solidFill>
                  <a:srgbClr val="03234B"/>
                </a:solidFill>
              </a:rPr>
              <a:t> les </a:t>
            </a:r>
            <a:r>
              <a:rPr lang="en-US" dirty="0" err="1">
                <a:solidFill>
                  <a:srgbClr val="03234B"/>
                </a:solidFill>
              </a:rPr>
              <a:t>adresses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en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mémoire</a:t>
            </a:r>
            <a:r>
              <a:rPr lang="en-US" dirty="0">
                <a:solidFill>
                  <a:srgbClr val="03234B"/>
                </a:solidFill>
              </a:rPr>
              <a:t> des </a:t>
            </a:r>
            <a:r>
              <a:rPr lang="en-US" b="1" dirty="0">
                <a:solidFill>
                  <a:srgbClr val="03234B"/>
                </a:solidFill>
              </a:rPr>
              <a:t>routines de service </a:t>
            </a:r>
            <a:r>
              <a:rPr lang="en-US" b="1" dirty="0" err="1">
                <a:solidFill>
                  <a:srgbClr val="03234B"/>
                </a:solidFill>
              </a:rPr>
              <a:t>d'interruption</a:t>
            </a:r>
            <a:r>
              <a:rPr lang="en-US" dirty="0">
                <a:solidFill>
                  <a:srgbClr val="03234B"/>
                </a:solidFill>
              </a:rPr>
              <a:t>. </a:t>
            </a:r>
            <a:r>
              <a:rPr lang="en-US" dirty="0" err="1">
                <a:solidFill>
                  <a:srgbClr val="03234B"/>
                </a:solidFill>
              </a:rPr>
              <a:t>Cette</a:t>
            </a:r>
            <a:r>
              <a:rPr lang="en-US" dirty="0">
                <a:solidFill>
                  <a:srgbClr val="03234B"/>
                </a:solidFill>
              </a:rPr>
              <a:t> table </a:t>
            </a:r>
            <a:r>
              <a:rPr lang="en-US" dirty="0" err="1">
                <a:solidFill>
                  <a:srgbClr val="03234B"/>
                </a:solidFill>
              </a:rPr>
              <a:t>est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communément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appelée</a:t>
            </a:r>
            <a:r>
              <a:rPr lang="en-US" dirty="0">
                <a:solidFill>
                  <a:srgbClr val="03234B"/>
                </a:solidFill>
              </a:rPr>
              <a:t> « </a:t>
            </a:r>
            <a:r>
              <a:rPr lang="en-US" b="1" dirty="0">
                <a:solidFill>
                  <a:srgbClr val="03234B"/>
                </a:solidFill>
              </a:rPr>
              <a:t>Vector table </a:t>
            </a:r>
            <a:r>
              <a:rPr lang="en-US" dirty="0">
                <a:solidFill>
                  <a:srgbClr val="03234B"/>
                </a:solidFill>
              </a:rPr>
              <a:t>», et </a:t>
            </a:r>
            <a:r>
              <a:rPr lang="en-US" dirty="0" err="1">
                <a:solidFill>
                  <a:srgbClr val="03234B"/>
                </a:solidFill>
              </a:rPr>
              <a:t>chaque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microcontrôleur</a:t>
            </a:r>
            <a:r>
              <a:rPr lang="en-US" dirty="0">
                <a:solidFill>
                  <a:srgbClr val="03234B"/>
                </a:solidFill>
              </a:rPr>
              <a:t> STM32 </a:t>
            </a:r>
            <a:r>
              <a:rPr lang="en-US" dirty="0" err="1">
                <a:solidFill>
                  <a:srgbClr val="03234B"/>
                </a:solidFill>
              </a:rPr>
              <a:t>définit</a:t>
            </a:r>
            <a:r>
              <a:rPr lang="en-US" dirty="0">
                <a:solidFill>
                  <a:srgbClr val="03234B"/>
                </a:solidFill>
              </a:rPr>
              <a:t> la </a:t>
            </a:r>
            <a:r>
              <a:rPr lang="en-US" dirty="0" err="1">
                <a:solidFill>
                  <a:srgbClr val="03234B"/>
                </a:solidFill>
              </a:rPr>
              <a:t>sienne</a:t>
            </a:r>
            <a:r>
              <a:rPr lang="en-US" dirty="0">
                <a:solidFill>
                  <a:srgbClr val="03234B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341DB-56AE-CB5D-0374-6F841CC7852F}"/>
              </a:ext>
            </a:extLst>
          </p:cNvPr>
          <p:cNvSpPr txBox="1"/>
          <p:nvPr/>
        </p:nvSpPr>
        <p:spPr>
          <a:xfrm>
            <a:off x="48680" y="4365104"/>
            <a:ext cx="71994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3234B"/>
                </a:solidFill>
              </a:rPr>
              <a:t>Un </a:t>
            </a:r>
            <a:r>
              <a:rPr lang="en-US" dirty="0" err="1">
                <a:solidFill>
                  <a:srgbClr val="03234B"/>
                </a:solidFill>
              </a:rPr>
              <a:t>contrôleur</a:t>
            </a:r>
            <a:r>
              <a:rPr lang="en-US" dirty="0">
                <a:solidFill>
                  <a:srgbClr val="03234B"/>
                </a:solidFill>
              </a:rPr>
              <a:t> programmable </a:t>
            </a:r>
            <a:r>
              <a:rPr lang="en-US" dirty="0" err="1">
                <a:solidFill>
                  <a:srgbClr val="03234B"/>
                </a:solidFill>
              </a:rPr>
              <a:t>dédié</a:t>
            </a:r>
            <a:r>
              <a:rPr lang="en-US" dirty="0">
                <a:solidFill>
                  <a:srgbClr val="03234B"/>
                </a:solidFill>
              </a:rPr>
              <a:t>, </a:t>
            </a:r>
            <a:r>
              <a:rPr lang="en-US" dirty="0" err="1">
                <a:solidFill>
                  <a:srgbClr val="03234B"/>
                </a:solidFill>
              </a:rPr>
              <a:t>appelé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b="1" dirty="0">
                <a:solidFill>
                  <a:srgbClr val="03234B"/>
                </a:solidFill>
              </a:rPr>
              <a:t>External Interrupt/Event Controller (EXTI), </a:t>
            </a:r>
            <a:r>
              <a:rPr lang="en-US" dirty="0" err="1">
                <a:solidFill>
                  <a:srgbClr val="03234B"/>
                </a:solidFill>
              </a:rPr>
              <a:t>est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responsable</a:t>
            </a:r>
            <a:r>
              <a:rPr lang="en-US" dirty="0">
                <a:solidFill>
                  <a:srgbClr val="03234B"/>
                </a:solidFill>
              </a:rPr>
              <a:t> de </a:t>
            </a:r>
            <a:r>
              <a:rPr lang="en-US" dirty="0" err="1">
                <a:solidFill>
                  <a:srgbClr val="03234B"/>
                </a:solidFill>
              </a:rPr>
              <a:t>l'interconnexion</a:t>
            </a:r>
            <a:r>
              <a:rPr lang="en-US" dirty="0">
                <a:solidFill>
                  <a:srgbClr val="03234B"/>
                </a:solidFill>
              </a:rPr>
              <a:t> entre les </a:t>
            </a:r>
            <a:r>
              <a:rPr lang="en-US" dirty="0" err="1">
                <a:solidFill>
                  <a:srgbClr val="03234B"/>
                </a:solidFill>
              </a:rPr>
              <a:t>signaux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d'E</a:t>
            </a:r>
            <a:r>
              <a:rPr lang="en-US" dirty="0">
                <a:solidFill>
                  <a:srgbClr val="03234B"/>
                </a:solidFill>
              </a:rPr>
              <a:t>/S externes et le </a:t>
            </a:r>
            <a:r>
              <a:rPr lang="en-US" dirty="0" err="1">
                <a:solidFill>
                  <a:srgbClr val="03234B"/>
                </a:solidFill>
              </a:rPr>
              <a:t>contrôleur</a:t>
            </a:r>
            <a:r>
              <a:rPr lang="en-US" dirty="0">
                <a:solidFill>
                  <a:srgbClr val="03234B"/>
                </a:solidFill>
              </a:rPr>
              <a:t> NVIC.</a:t>
            </a:r>
            <a:br>
              <a:rPr lang="en-US" dirty="0">
                <a:solidFill>
                  <a:srgbClr val="03234B"/>
                </a:solidFill>
              </a:rPr>
            </a:br>
            <a:br>
              <a:rPr lang="en-US" dirty="0">
                <a:solidFill>
                  <a:srgbClr val="03234B"/>
                </a:solidFill>
              </a:rPr>
            </a:br>
            <a:r>
              <a:rPr lang="en-US" dirty="0">
                <a:solidFill>
                  <a:srgbClr val="03234B"/>
                </a:solidFill>
              </a:rPr>
              <a:t>Les </a:t>
            </a:r>
            <a:r>
              <a:rPr lang="en-US" dirty="0" err="1">
                <a:solidFill>
                  <a:srgbClr val="03234B"/>
                </a:solidFill>
              </a:rPr>
              <a:t>programmeurs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gèrent</a:t>
            </a:r>
            <a:r>
              <a:rPr lang="en-US" dirty="0">
                <a:solidFill>
                  <a:srgbClr val="03234B"/>
                </a:solidFill>
              </a:rPr>
              <a:t> les exceptions à </a:t>
            </a:r>
            <a:r>
              <a:rPr lang="en-US" dirty="0" err="1">
                <a:solidFill>
                  <a:srgbClr val="03234B"/>
                </a:solidFill>
              </a:rPr>
              <a:t>l'aide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d'</a:t>
            </a:r>
            <a:r>
              <a:rPr lang="en-US" b="1" dirty="0" err="1">
                <a:solidFill>
                  <a:srgbClr val="03234B"/>
                </a:solidFill>
              </a:rPr>
              <a:t>ISR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spécifiques</a:t>
            </a:r>
            <a:r>
              <a:rPr lang="en-US" dirty="0">
                <a:solidFill>
                  <a:srgbClr val="03234B"/>
                </a:solidFill>
              </a:rPr>
              <a:t>, qui </a:t>
            </a:r>
            <a:r>
              <a:rPr lang="en-US" dirty="0" err="1">
                <a:solidFill>
                  <a:srgbClr val="03234B"/>
                </a:solidFill>
              </a:rPr>
              <a:t>sont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codés</a:t>
            </a:r>
            <a:r>
              <a:rPr lang="en-US" dirty="0">
                <a:solidFill>
                  <a:srgbClr val="03234B"/>
                </a:solidFill>
              </a:rPr>
              <a:t> à un </a:t>
            </a:r>
            <a:r>
              <a:rPr lang="en-US" dirty="0" err="1">
                <a:solidFill>
                  <a:srgbClr val="03234B"/>
                </a:solidFill>
              </a:rPr>
              <a:t>niveau</a:t>
            </a:r>
            <a:r>
              <a:rPr lang="en-US" dirty="0">
                <a:solidFill>
                  <a:srgbClr val="03234B"/>
                </a:solidFill>
              </a:rPr>
              <a:t> </a:t>
            </a:r>
            <a:r>
              <a:rPr lang="en-US" dirty="0" err="1">
                <a:solidFill>
                  <a:srgbClr val="03234B"/>
                </a:solidFill>
              </a:rPr>
              <a:t>supérieur</a:t>
            </a:r>
            <a:r>
              <a:rPr lang="en-US" dirty="0">
                <a:solidFill>
                  <a:srgbClr val="03234B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268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1AF2A-4EEE-F043-7165-4B786B466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247EE-0800-4104-ACE5-CC44EF3E59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Contexte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97A84-070E-4E53-B746-15F5BADEA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5"/>
            <a:ext cx="11767002" cy="2205954"/>
          </a:xfrm>
        </p:spPr>
        <p:txBody>
          <a:bodyPr>
            <a:noAutofit/>
          </a:bodyPr>
          <a:lstStyle/>
          <a:p>
            <a:r>
              <a:rPr lang="fr-FR" sz="1800" dirty="0"/>
              <a:t>REAGIR à un EVENEMENT EXTERNE</a:t>
            </a:r>
          </a:p>
          <a:p>
            <a:r>
              <a:rPr lang="fr-FR" sz="1800" dirty="0"/>
              <a:t>Un évènement externe est asynchrone.</a:t>
            </a:r>
          </a:p>
          <a:p>
            <a:r>
              <a:rPr lang="fr-FR" sz="1800" dirty="0"/>
              <a:t>Impossible de créer une règle générale, de connaître le moment d’apparition de l’évènement.</a:t>
            </a:r>
          </a:p>
          <a:p>
            <a:r>
              <a:rPr lang="fr-FR" sz="1800" dirty="0"/>
              <a:t>Difficile d’inclure son traitement dans le flot synchrone d’un programme.</a:t>
            </a:r>
          </a:p>
          <a:p>
            <a:r>
              <a:rPr lang="fr-FR" sz="1800" dirty="0"/>
              <a:t>Nécessite des méthodes pour capturer cet évènement</a:t>
            </a:r>
          </a:p>
          <a:p>
            <a:r>
              <a:rPr lang="fr-FR" sz="1800" dirty="0"/>
              <a:t>Exemple dans la vie quotidienne: un téléphone ou une sonnette de maison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DBF8EBC-D91B-4C28-BBBE-E8CD7D213F52}"/>
              </a:ext>
            </a:extLst>
          </p:cNvPr>
          <p:cNvGrpSpPr/>
          <p:nvPr/>
        </p:nvGrpSpPr>
        <p:grpSpPr>
          <a:xfrm>
            <a:off x="124823" y="4236753"/>
            <a:ext cx="5164113" cy="1556915"/>
            <a:chOff x="124823" y="4236753"/>
            <a:chExt cx="5164113" cy="1556915"/>
          </a:xfrm>
        </p:grpSpPr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A3EBFC98-6B0D-4DD5-B376-3CFDD0BAEBB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000198" y="5225973"/>
              <a:ext cx="504056" cy="288032"/>
            </a:xfrm>
            <a:prstGeom prst="bentConnector3">
              <a:avLst/>
            </a:prstGeom>
            <a:ln w="38100">
              <a:solidFill>
                <a:srgbClr val="7474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3B4A4CD-E03F-4F0D-804D-405A919E0145}"/>
                </a:ext>
              </a:extLst>
            </p:cNvPr>
            <p:cNvSpPr txBox="1"/>
            <p:nvPr/>
          </p:nvSpPr>
          <p:spPr>
            <a:xfrm>
              <a:off x="124823" y="4236753"/>
              <a:ext cx="92117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 i="1">
                  <a:solidFill>
                    <a:srgbClr val="03234B"/>
                  </a:solidFill>
                </a:rPr>
                <a:t>CLK</a:t>
              </a:r>
              <a:endParaRPr lang="en-US" sz="1400" i="1" dirty="0">
                <a:solidFill>
                  <a:srgbClr val="03234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16E928A-D27A-4425-BD89-D28D669F39AD}"/>
                </a:ext>
              </a:extLst>
            </p:cNvPr>
            <p:cNvSpPr txBox="1"/>
            <p:nvPr/>
          </p:nvSpPr>
          <p:spPr>
            <a:xfrm>
              <a:off x="129632" y="4718825"/>
              <a:ext cx="921174" cy="5232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 i="1" dirty="0">
                  <a:solidFill>
                    <a:srgbClr val="03234B"/>
                  </a:solidFill>
                </a:rPr>
                <a:t>Bouton Poussoir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D558B77-1BD6-40F4-8BAC-80E2E74E1C1B}"/>
                </a:ext>
              </a:extLst>
            </p:cNvPr>
            <p:cNvGrpSpPr/>
            <p:nvPr/>
          </p:nvGrpSpPr>
          <p:grpSpPr>
            <a:xfrm>
              <a:off x="970515" y="4277402"/>
              <a:ext cx="4318421" cy="1464011"/>
              <a:chOff x="3431704" y="4725142"/>
              <a:chExt cx="4318421" cy="1464011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7EFB4CE-75B9-4C4F-BC25-5D1DD657E9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51784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D6064AC-D33E-4FF0-9C9C-769CC7E1EF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7726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6747B0F-FCEC-4E84-A6FA-3666F347F6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82529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F99A846-AC19-4264-A918-7240EE0361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4779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7EEA796-59D5-4652-BF02-21AA51BA3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585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C48B0DBD-BB40-4497-B546-D62D9DC855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13223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615BB97-6622-4AAD-B14B-A27F448447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2012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04AD45A-EFE5-41D2-9FD4-7CD97DF902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46067" y="4830526"/>
                <a:ext cx="0" cy="1358627"/>
              </a:xfrm>
              <a:prstGeom prst="line">
                <a:avLst/>
              </a:prstGeom>
              <a:ln w="12700">
                <a:solidFill>
                  <a:srgbClr val="74747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4D602B99-2D23-4BEA-A40E-D47A4DF564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1704" y="4725144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D7767150-669A-4705-BF66-EE149F59339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47728" y="4725144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86FADD1A-079B-494B-AD8A-0B12090943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35760" y="4725145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ctor: Elbow 26">
                <a:extLst>
                  <a:ext uri="{FF2B5EF4-FFF2-40B4-BE49-F238E27FC236}">
                    <a16:creationId xmlns:a16="http://schemas.microsoft.com/office/drawing/2014/main" id="{4774CC38-1C1B-488A-B366-78037077532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151784" y="4725145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or: Elbow 27">
                <a:extLst>
                  <a:ext uri="{FF2B5EF4-FFF2-40B4-BE49-F238E27FC236}">
                    <a16:creationId xmlns:a16="http://schemas.microsoft.com/office/drawing/2014/main" id="{A7E11D2D-22EF-4A63-B8C6-D26880E68A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6506" y="4725143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E97F9225-872D-41FF-8F31-D55D66C24E7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682530" y="4725143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or: Elbow 29">
                <a:extLst>
                  <a:ext uri="{FF2B5EF4-FFF2-40B4-BE49-F238E27FC236}">
                    <a16:creationId xmlns:a16="http://schemas.microsoft.com/office/drawing/2014/main" id="{6640F385-7D49-4F6F-B0EF-E4385F9165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70562" y="4725144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: Elbow 30">
                <a:extLst>
                  <a:ext uri="{FF2B5EF4-FFF2-40B4-BE49-F238E27FC236}">
                    <a16:creationId xmlns:a16="http://schemas.microsoft.com/office/drawing/2014/main" id="{F70B7D60-BDF0-4EFA-9ACE-11088875D33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186586" y="4725144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FB88D6C3-F75C-443C-9B28-A32712EB0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91187" y="4725144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29F279A3-08F4-495D-A86E-12C661619D4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07211" y="4725144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or: Elbow 33">
                <a:extLst>
                  <a:ext uri="{FF2B5EF4-FFF2-40B4-BE49-F238E27FC236}">
                    <a16:creationId xmlns:a16="http://schemas.microsoft.com/office/drawing/2014/main" id="{9EA2435C-BC40-46AE-86D9-BFFD2CB81F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95243" y="4725145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or: Elbow 34">
                <a:extLst>
                  <a:ext uri="{FF2B5EF4-FFF2-40B4-BE49-F238E27FC236}">
                    <a16:creationId xmlns:a16="http://schemas.microsoft.com/office/drawing/2014/main" id="{3285ABEA-1A09-4E0A-9FEB-686DC15B900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1267" y="4725145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or: Elbow 35">
                <a:extLst>
                  <a:ext uri="{FF2B5EF4-FFF2-40B4-BE49-F238E27FC236}">
                    <a16:creationId xmlns:a16="http://schemas.microsoft.com/office/drawing/2014/main" id="{D14867C7-57E0-41B3-8E6F-CD94FC4FA1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5989" y="4725143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8A544818-12F5-432D-BCAB-0144E1B3D41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742013" y="4725143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4AC59E86-A5E3-45A7-97AF-87BF9C45A9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0045" y="4725144"/>
                <a:ext cx="432048" cy="288033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057CFA10-43F8-4B38-84F2-090B1A80BDD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246069" y="4725144"/>
                <a:ext cx="504056" cy="288032"/>
              </a:xfrm>
              <a:prstGeom prst="bentConnector3">
                <a:avLst/>
              </a:prstGeom>
              <a:ln w="38100">
                <a:solidFill>
                  <a:srgbClr val="03234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3EDE35A7-C475-4BD9-A939-F1B243186FBD}"/>
                  </a:ext>
                </a:extLst>
              </p:cNvPr>
              <p:cNvSpPr/>
              <p:nvPr/>
            </p:nvSpPr>
            <p:spPr>
              <a:xfrm>
                <a:off x="3595066" y="4743126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4AD4F312-BD65-45C4-A3E1-A415E141E1B2}"/>
                  </a:ext>
                </a:extLst>
              </p:cNvPr>
              <p:cNvSpPr/>
              <p:nvPr/>
            </p:nvSpPr>
            <p:spPr>
              <a:xfrm>
                <a:off x="4104001" y="4734742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4DDF3FD3-E374-42CE-AE3F-6F43B79CFF2A}"/>
                  </a:ext>
                </a:extLst>
              </p:cNvPr>
              <p:cNvSpPr/>
              <p:nvPr/>
            </p:nvSpPr>
            <p:spPr>
              <a:xfrm>
                <a:off x="4629869" y="4736056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1EC1B431-EBD0-4054-9A07-9207E949818A}"/>
                  </a:ext>
                </a:extLst>
              </p:cNvPr>
              <p:cNvSpPr/>
              <p:nvPr/>
            </p:nvSpPr>
            <p:spPr>
              <a:xfrm>
                <a:off x="5133927" y="4725142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DCAA1B74-8124-4167-AE80-8C0AB915DCAB}"/>
                  </a:ext>
                </a:extLst>
              </p:cNvPr>
              <p:cNvSpPr/>
              <p:nvPr/>
            </p:nvSpPr>
            <p:spPr>
              <a:xfrm>
                <a:off x="5654019" y="4743125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B0C227D0-0527-46DD-826B-AA90E56DB6D6}"/>
                  </a:ext>
                </a:extLst>
              </p:cNvPr>
              <p:cNvSpPr/>
              <p:nvPr/>
            </p:nvSpPr>
            <p:spPr>
              <a:xfrm>
                <a:off x="6158608" y="4737122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25966221-2D95-4623-A449-34C28E82C5CB}"/>
                  </a:ext>
                </a:extLst>
              </p:cNvPr>
              <p:cNvSpPr/>
              <p:nvPr/>
            </p:nvSpPr>
            <p:spPr>
              <a:xfrm>
                <a:off x="6689352" y="4737122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40ADB4F1-34DC-4E73-A0C5-43E9534F412D}"/>
                  </a:ext>
                </a:extLst>
              </p:cNvPr>
              <p:cNvSpPr/>
              <p:nvPr/>
            </p:nvSpPr>
            <p:spPr>
              <a:xfrm>
                <a:off x="7193407" y="4734742"/>
                <a:ext cx="105320" cy="63551"/>
              </a:xfrm>
              <a:prstGeom prst="triangle">
                <a:avLst/>
              </a:prstGeom>
              <a:solidFill>
                <a:srgbClr val="0323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98069D64-00D8-4C64-AD84-BAB5C7B76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938" y="4759475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742ECB2F-28A7-4518-95F0-CC279D062C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00962" y="4759475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47D1C259-1E5E-423F-B8EB-43BEB1BABDCB}"/>
                </a:ext>
              </a:extLst>
            </p:cNvPr>
            <p:cNvSpPr/>
            <p:nvPr/>
          </p:nvSpPr>
          <p:spPr>
            <a:xfrm>
              <a:off x="2048301" y="4759475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E424A9A-DDE9-45BE-85CD-3B048CBFAE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2523" y="5047508"/>
              <a:ext cx="907354" cy="0"/>
            </a:xfrm>
            <a:prstGeom prst="line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4D547C7-6370-41D4-96A9-0053880150CE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2557743" y="5040502"/>
              <a:ext cx="2731190" cy="0"/>
            </a:xfrm>
            <a:prstGeom prst="line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8D97A5B-607C-42D4-8F69-EEAC4204D95D}"/>
                </a:ext>
              </a:extLst>
            </p:cNvPr>
            <p:cNvSpPr txBox="1"/>
            <p:nvPr/>
          </p:nvSpPr>
          <p:spPr>
            <a:xfrm>
              <a:off x="127685" y="5270448"/>
              <a:ext cx="901492" cy="5232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400" i="1">
                  <a:solidFill>
                    <a:srgbClr val="03234B"/>
                  </a:solidFill>
                </a:rPr>
                <a:t>LED </a:t>
              </a:r>
              <a:r>
                <a:rPr lang="en-US" sz="1400" b="1" i="1">
                  <a:solidFill>
                    <a:srgbClr val="00704E"/>
                  </a:solidFill>
                </a:rPr>
                <a:t>On</a:t>
              </a:r>
              <a:r>
                <a:rPr lang="en-US" sz="1400" i="1">
                  <a:solidFill>
                    <a:srgbClr val="03234B"/>
                  </a:solidFill>
                </a:rPr>
                <a:t>/</a:t>
              </a:r>
              <a:r>
                <a:rPr lang="en-US" sz="1400" b="1" i="1">
                  <a:solidFill>
                    <a:srgbClr val="74747C"/>
                  </a:solidFill>
                </a:rPr>
                <a:t>Off</a:t>
              </a:r>
              <a:endParaRPr lang="en-US" sz="1400" b="1" i="1" dirty="0">
                <a:solidFill>
                  <a:srgbClr val="74747C"/>
                </a:solidFill>
              </a:endParaRPr>
            </a:p>
          </p:txBody>
        </p: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EFFD5158-C30E-4338-89ED-ECAE51078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7415" y="5225973"/>
              <a:ext cx="432048" cy="288033"/>
            </a:xfrm>
            <a:prstGeom prst="bentConnector3">
              <a:avLst/>
            </a:prstGeom>
            <a:ln w="38100">
              <a:solidFill>
                <a:srgbClr val="0070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4197CCE-7AB3-4C0D-B611-24C78AFB955C}"/>
                </a:ext>
              </a:extLst>
            </p:cNvPr>
            <p:cNvCxnSpPr>
              <a:cxnSpLocks/>
            </p:cNvCxnSpPr>
            <p:nvPr/>
          </p:nvCxnSpPr>
          <p:spPr>
            <a:xfrm>
              <a:off x="1042523" y="5514006"/>
              <a:ext cx="1680915" cy="0"/>
            </a:xfrm>
            <a:prstGeom prst="line">
              <a:avLst/>
            </a:prstGeom>
            <a:ln w="38100">
              <a:solidFill>
                <a:srgbClr val="7474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521B9E0-7345-453A-991B-4BD676FE93B1}"/>
                </a:ext>
              </a:extLst>
            </p:cNvPr>
            <p:cNvCxnSpPr>
              <a:cxnSpLocks/>
            </p:cNvCxnSpPr>
            <p:nvPr/>
          </p:nvCxnSpPr>
          <p:spPr>
            <a:xfrm>
              <a:off x="2778058" y="5225974"/>
              <a:ext cx="451395" cy="0"/>
            </a:xfrm>
            <a:prstGeom prst="line">
              <a:avLst/>
            </a:prstGeom>
            <a:ln w="38100">
              <a:solidFill>
                <a:srgbClr val="0070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EC2AEDD-96F7-44FE-9609-F00C06FC8B3A}"/>
                </a:ext>
              </a:extLst>
            </p:cNvPr>
            <p:cNvCxnSpPr>
              <a:cxnSpLocks/>
            </p:cNvCxnSpPr>
            <p:nvPr/>
          </p:nvCxnSpPr>
          <p:spPr>
            <a:xfrm>
              <a:off x="3252225" y="5203375"/>
              <a:ext cx="0" cy="310631"/>
            </a:xfrm>
            <a:prstGeom prst="line">
              <a:avLst/>
            </a:prstGeom>
            <a:ln w="38100">
              <a:solidFill>
                <a:srgbClr val="0070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12DFC9-CBF8-47E1-B7C5-E3DE48F43968}"/>
                </a:ext>
              </a:extLst>
            </p:cNvPr>
            <p:cNvCxnSpPr>
              <a:cxnSpLocks/>
            </p:cNvCxnSpPr>
            <p:nvPr/>
          </p:nvCxnSpPr>
          <p:spPr>
            <a:xfrm>
              <a:off x="3243590" y="5514006"/>
              <a:ext cx="1680915" cy="0"/>
            </a:xfrm>
            <a:prstGeom prst="line">
              <a:avLst/>
            </a:prstGeom>
            <a:ln w="38100">
              <a:solidFill>
                <a:srgbClr val="7474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D1407E70-596B-403E-B826-99963CC22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0544" y="4754852"/>
              <a:ext cx="417015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6497F942-B4A3-40DD-BC3E-E6E5A7DFFA0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31535" y="4754851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1C9A18D9-2837-4B8E-8C2C-1DB118610B16}"/>
                </a:ext>
              </a:extLst>
            </p:cNvPr>
            <p:cNvSpPr/>
            <p:nvPr/>
          </p:nvSpPr>
          <p:spPr>
            <a:xfrm>
              <a:off x="4384010" y="4753529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00" name="Connector: Curved 99">
              <a:extLst>
                <a:ext uri="{FF2B5EF4-FFF2-40B4-BE49-F238E27FC236}">
                  <a16:creationId xmlns:a16="http://schemas.microsoft.com/office/drawing/2014/main" id="{8BEC6DBB-112A-473C-A986-D99BD447B2E9}"/>
                </a:ext>
              </a:extLst>
            </p:cNvPr>
            <p:cNvCxnSpPr>
              <a:cxnSpLocks/>
            </p:cNvCxnSpPr>
            <p:nvPr/>
          </p:nvCxnSpPr>
          <p:spPr>
            <a:xfrm>
              <a:off x="2245425" y="4864859"/>
              <a:ext cx="446827" cy="428418"/>
            </a:xfrm>
            <a:prstGeom prst="curvedConnector3">
              <a:avLst/>
            </a:prstGeom>
            <a:ln>
              <a:solidFill>
                <a:srgbClr val="03234B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B4633E74-4BA5-47E0-A185-BAC2794D8EF6}"/>
              </a:ext>
            </a:extLst>
          </p:cNvPr>
          <p:cNvSpPr txBox="1"/>
          <p:nvPr/>
        </p:nvSpPr>
        <p:spPr>
          <a:xfrm>
            <a:off x="127685" y="3458990"/>
            <a:ext cx="5790064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u="sng">
                <a:solidFill>
                  <a:srgbClr val="03234B"/>
                </a:solidFill>
              </a:rPr>
              <a:t>Synchrone:</a:t>
            </a:r>
          </a:p>
          <a:p>
            <a:r>
              <a:rPr lang="en-US" sz="1600">
                <a:solidFill>
                  <a:srgbClr val="03234B"/>
                </a:solidFill>
              </a:rPr>
              <a:t>Evènement en fonction du front montant de l’horloge du système</a:t>
            </a:r>
            <a:endParaRPr lang="en-US" sz="1600" dirty="0">
              <a:solidFill>
                <a:srgbClr val="03234B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F0193BB-6713-4B44-AAA6-CC0A4CDE4D04}"/>
              </a:ext>
            </a:extLst>
          </p:cNvPr>
          <p:cNvSpPr txBox="1"/>
          <p:nvPr/>
        </p:nvSpPr>
        <p:spPr>
          <a:xfrm>
            <a:off x="6421805" y="4236753"/>
            <a:ext cx="9211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i="1">
                <a:solidFill>
                  <a:srgbClr val="03234B"/>
                </a:solidFill>
              </a:rPr>
              <a:t>CLK</a:t>
            </a:r>
            <a:endParaRPr lang="en-US" sz="1400" i="1" dirty="0">
              <a:solidFill>
                <a:srgbClr val="03234B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60D38AA-23B9-4EEA-92C0-80BAAF797D93}"/>
              </a:ext>
            </a:extLst>
          </p:cNvPr>
          <p:cNvSpPr txBox="1"/>
          <p:nvPr/>
        </p:nvSpPr>
        <p:spPr>
          <a:xfrm>
            <a:off x="6426614" y="4718825"/>
            <a:ext cx="921174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i="1" dirty="0">
                <a:solidFill>
                  <a:srgbClr val="03234B"/>
                </a:solidFill>
              </a:rPr>
              <a:t>Bouton Poussoir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5D680BE-E9B9-4D8D-B095-EACD3CA9E02D}"/>
              </a:ext>
            </a:extLst>
          </p:cNvPr>
          <p:cNvGrpSpPr/>
          <p:nvPr/>
        </p:nvGrpSpPr>
        <p:grpSpPr>
          <a:xfrm>
            <a:off x="7267497" y="4277402"/>
            <a:ext cx="4318421" cy="1464011"/>
            <a:chOff x="3431704" y="4725142"/>
            <a:chExt cx="4318421" cy="1464011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8BBD3D77-E687-441E-9C41-4DBAFE966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1784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DA8A6B5-3F9B-47B3-A92E-BF8794047D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7726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03443D7-CA77-4FF9-8641-942C6F96D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2529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582CC9C-DC87-40B7-9688-894FD381E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4779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CECC422-05CD-493C-A7C8-AAF46ED93F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585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05C0724-FF72-45F3-94FA-1466DDE66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3223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FC4C679-3642-4C4B-AAE8-6F1942706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2012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D6B77F5-9623-40D7-BA07-FFF7CC8A8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6067" y="4830526"/>
              <a:ext cx="0" cy="1358627"/>
            </a:xfrm>
            <a:prstGeom prst="line">
              <a:avLst/>
            </a:prstGeom>
            <a:ln w="12700">
              <a:solidFill>
                <a:srgbClr val="74747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17CBAD19-86B6-43AB-896D-DDFAF0E12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704" y="4725144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2768BB65-9793-45A1-A5A6-A0E03D0FA84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647728" y="4725144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Elbow 118">
              <a:extLst>
                <a:ext uri="{FF2B5EF4-FFF2-40B4-BE49-F238E27FC236}">
                  <a16:creationId xmlns:a16="http://schemas.microsoft.com/office/drawing/2014/main" id="{41CED096-0FE2-4719-8B51-B0A756702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760" y="4725145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99D6046B-EC4A-4C64-9A06-0FFF3646DA3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151784" y="4725145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135E5B37-6986-4DA4-B711-81D720DC61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6506" y="4725143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: Elbow 121">
              <a:extLst>
                <a:ext uri="{FF2B5EF4-FFF2-40B4-BE49-F238E27FC236}">
                  <a16:creationId xmlns:a16="http://schemas.microsoft.com/office/drawing/2014/main" id="{A1471AA9-8FBD-4968-849A-B0589266976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682530" y="4725143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: Elbow 122">
              <a:extLst>
                <a:ext uri="{FF2B5EF4-FFF2-40B4-BE49-F238E27FC236}">
                  <a16:creationId xmlns:a16="http://schemas.microsoft.com/office/drawing/2014/main" id="{DE0160DF-8854-4BDD-A3AA-E1DB73782D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0562" y="4725144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1084F190-5773-4148-8FCB-80F2A3A6BE5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186586" y="4725144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455801B7-8C47-4C3D-B180-37A4F0086D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1187" y="4725144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819FD430-6678-4CA9-8649-212896E8D3B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707211" y="4725144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: Elbow 126">
              <a:extLst>
                <a:ext uri="{FF2B5EF4-FFF2-40B4-BE49-F238E27FC236}">
                  <a16:creationId xmlns:a16="http://schemas.microsoft.com/office/drawing/2014/main" id="{642F49F5-0E65-4EE8-B468-C539D0850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243" y="4725145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: Elbow 127">
              <a:extLst>
                <a:ext uri="{FF2B5EF4-FFF2-40B4-BE49-F238E27FC236}">
                  <a16:creationId xmlns:a16="http://schemas.microsoft.com/office/drawing/2014/main" id="{1EA09139-1592-40AF-B5DB-3E005787F2F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11267" y="4725145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: Elbow 128">
              <a:extLst>
                <a:ext uri="{FF2B5EF4-FFF2-40B4-BE49-F238E27FC236}">
                  <a16:creationId xmlns:a16="http://schemas.microsoft.com/office/drawing/2014/main" id="{425C6D25-2F0B-4733-87A6-3C7EF8CE2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5989" y="4725143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: Elbow 129">
              <a:extLst>
                <a:ext uri="{FF2B5EF4-FFF2-40B4-BE49-F238E27FC236}">
                  <a16:creationId xmlns:a16="http://schemas.microsoft.com/office/drawing/2014/main" id="{9BE46624-E466-453F-B7DA-FFAE05B5B8D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742013" y="4725143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7CA08063-CDB1-4818-BA6D-65D2DF705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0045" y="4725144"/>
              <a:ext cx="432048" cy="288033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76FFE632-CFB7-432A-8AD8-40DD296B32C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246069" y="4725144"/>
              <a:ext cx="504056" cy="288032"/>
            </a:xfrm>
            <a:prstGeom prst="bentConnector3">
              <a:avLst/>
            </a:prstGeom>
            <a:ln w="38100">
              <a:solidFill>
                <a:srgbClr val="0323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Isosceles Triangle 132">
              <a:extLst>
                <a:ext uri="{FF2B5EF4-FFF2-40B4-BE49-F238E27FC236}">
                  <a16:creationId xmlns:a16="http://schemas.microsoft.com/office/drawing/2014/main" id="{EE3EE2D3-D3C2-482D-A4CC-D66D33166D62}"/>
                </a:ext>
              </a:extLst>
            </p:cNvPr>
            <p:cNvSpPr/>
            <p:nvPr/>
          </p:nvSpPr>
          <p:spPr>
            <a:xfrm>
              <a:off x="3595066" y="4743126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34EC3739-A697-4AA6-983C-8459FAC12588}"/>
                </a:ext>
              </a:extLst>
            </p:cNvPr>
            <p:cNvSpPr/>
            <p:nvPr/>
          </p:nvSpPr>
          <p:spPr>
            <a:xfrm>
              <a:off x="4104001" y="4734742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5" name="Isosceles Triangle 134">
              <a:extLst>
                <a:ext uri="{FF2B5EF4-FFF2-40B4-BE49-F238E27FC236}">
                  <a16:creationId xmlns:a16="http://schemas.microsoft.com/office/drawing/2014/main" id="{DD544F07-E1C2-4BAD-8A66-DDE7EAD4F7E1}"/>
                </a:ext>
              </a:extLst>
            </p:cNvPr>
            <p:cNvSpPr/>
            <p:nvPr/>
          </p:nvSpPr>
          <p:spPr>
            <a:xfrm>
              <a:off x="4629869" y="4736056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6" name="Isosceles Triangle 135">
              <a:extLst>
                <a:ext uri="{FF2B5EF4-FFF2-40B4-BE49-F238E27FC236}">
                  <a16:creationId xmlns:a16="http://schemas.microsoft.com/office/drawing/2014/main" id="{54309D88-6D3C-4C59-93E3-F80CA395294D}"/>
                </a:ext>
              </a:extLst>
            </p:cNvPr>
            <p:cNvSpPr/>
            <p:nvPr/>
          </p:nvSpPr>
          <p:spPr>
            <a:xfrm>
              <a:off x="5133927" y="4725142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7" name="Isosceles Triangle 136">
              <a:extLst>
                <a:ext uri="{FF2B5EF4-FFF2-40B4-BE49-F238E27FC236}">
                  <a16:creationId xmlns:a16="http://schemas.microsoft.com/office/drawing/2014/main" id="{35BFCBBB-00B5-43A5-BC5D-CE954EC90A71}"/>
                </a:ext>
              </a:extLst>
            </p:cNvPr>
            <p:cNvSpPr/>
            <p:nvPr/>
          </p:nvSpPr>
          <p:spPr>
            <a:xfrm>
              <a:off x="5654019" y="4743125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52D1DDF8-0E57-46AA-BABE-AE6F20212FD0}"/>
                </a:ext>
              </a:extLst>
            </p:cNvPr>
            <p:cNvSpPr/>
            <p:nvPr/>
          </p:nvSpPr>
          <p:spPr>
            <a:xfrm>
              <a:off x="6158608" y="4737122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9" name="Isosceles Triangle 138">
              <a:extLst>
                <a:ext uri="{FF2B5EF4-FFF2-40B4-BE49-F238E27FC236}">
                  <a16:creationId xmlns:a16="http://schemas.microsoft.com/office/drawing/2014/main" id="{81F3D0E4-D472-40EF-9D37-7A6BF6ADFFCC}"/>
                </a:ext>
              </a:extLst>
            </p:cNvPr>
            <p:cNvSpPr/>
            <p:nvPr/>
          </p:nvSpPr>
          <p:spPr>
            <a:xfrm>
              <a:off x="6689352" y="4737122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22020F65-FAB9-4C69-82DB-75D7D6DFAA60}"/>
                </a:ext>
              </a:extLst>
            </p:cNvPr>
            <p:cNvSpPr/>
            <p:nvPr/>
          </p:nvSpPr>
          <p:spPr>
            <a:xfrm>
              <a:off x="7193407" y="4734742"/>
              <a:ext cx="105320" cy="63551"/>
            </a:xfrm>
            <a:prstGeom prst="triangle">
              <a:avLst/>
            </a:prstGeom>
            <a:solidFill>
              <a:srgbClr val="03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1AEF1A83-8308-4F1E-A77F-66CE307AB389}"/>
              </a:ext>
            </a:extLst>
          </p:cNvPr>
          <p:cNvCxnSpPr>
            <a:cxnSpLocks/>
          </p:cNvCxnSpPr>
          <p:nvPr/>
        </p:nvCxnSpPr>
        <p:spPr>
          <a:xfrm flipV="1">
            <a:off x="8181920" y="4759475"/>
            <a:ext cx="432048" cy="288033"/>
          </a:xfrm>
          <a:prstGeom prst="bentConnector3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4013581-2098-439C-A8CD-BE347A97DE1A}"/>
              </a:ext>
            </a:extLst>
          </p:cNvPr>
          <p:cNvCxnSpPr>
            <a:cxnSpLocks/>
          </p:cNvCxnSpPr>
          <p:nvPr/>
        </p:nvCxnSpPr>
        <p:spPr>
          <a:xfrm rot="10800000">
            <a:off x="8397944" y="4759475"/>
            <a:ext cx="504056" cy="288032"/>
          </a:xfrm>
          <a:prstGeom prst="bentConnector3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>
            <a:extLst>
              <a:ext uri="{FF2B5EF4-FFF2-40B4-BE49-F238E27FC236}">
                <a16:creationId xmlns:a16="http://schemas.microsoft.com/office/drawing/2014/main" id="{0E4625A7-7E09-4807-870D-0066975EE7A1}"/>
              </a:ext>
            </a:extLst>
          </p:cNvPr>
          <p:cNvSpPr/>
          <p:nvPr/>
        </p:nvSpPr>
        <p:spPr>
          <a:xfrm>
            <a:off x="8345283" y="4759475"/>
            <a:ext cx="105320" cy="63551"/>
          </a:xfrm>
          <a:prstGeom prst="triangle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B194C64-F1B4-4ABE-AB4A-79C97F1450B6}"/>
              </a:ext>
            </a:extLst>
          </p:cNvPr>
          <p:cNvCxnSpPr>
            <a:cxnSpLocks/>
          </p:cNvCxnSpPr>
          <p:nvPr/>
        </p:nvCxnSpPr>
        <p:spPr>
          <a:xfrm>
            <a:off x="7339505" y="5047508"/>
            <a:ext cx="907354" cy="0"/>
          </a:xfrm>
          <a:prstGeom prst="line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8F50E61-EE68-47D2-B7D4-EE48675B4CA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54725" y="5040502"/>
            <a:ext cx="2731190" cy="0"/>
          </a:xfrm>
          <a:prstGeom prst="line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ADF24505-338A-4506-BFC0-AE92A9514BCE}"/>
              </a:ext>
            </a:extLst>
          </p:cNvPr>
          <p:cNvSpPr txBox="1"/>
          <p:nvPr/>
        </p:nvSpPr>
        <p:spPr>
          <a:xfrm>
            <a:off x="6424667" y="5270448"/>
            <a:ext cx="901492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i="1">
                <a:solidFill>
                  <a:srgbClr val="03234B"/>
                </a:solidFill>
              </a:rPr>
              <a:t>LED </a:t>
            </a:r>
            <a:r>
              <a:rPr lang="en-US" sz="1400" b="1" i="1">
                <a:solidFill>
                  <a:srgbClr val="00704E"/>
                </a:solidFill>
              </a:rPr>
              <a:t>On</a:t>
            </a:r>
            <a:r>
              <a:rPr lang="en-US" sz="1400" i="1">
                <a:solidFill>
                  <a:srgbClr val="03234B"/>
                </a:solidFill>
              </a:rPr>
              <a:t>/</a:t>
            </a:r>
            <a:r>
              <a:rPr lang="en-US" sz="1400" b="1" i="1">
                <a:solidFill>
                  <a:srgbClr val="74747C"/>
                </a:solidFill>
              </a:rPr>
              <a:t>Off</a:t>
            </a:r>
            <a:endParaRPr lang="en-US" sz="1400" b="1" i="1" dirty="0">
              <a:solidFill>
                <a:srgbClr val="74747C"/>
              </a:solidFill>
            </a:endParaRPr>
          </a:p>
        </p:txBody>
      </p: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C8C3DED0-4CE5-47E6-B355-813421525F73}"/>
              </a:ext>
            </a:extLst>
          </p:cNvPr>
          <p:cNvCxnSpPr>
            <a:cxnSpLocks/>
          </p:cNvCxnSpPr>
          <p:nvPr/>
        </p:nvCxnSpPr>
        <p:spPr>
          <a:xfrm flipV="1">
            <a:off x="8186817" y="5225973"/>
            <a:ext cx="432048" cy="288033"/>
          </a:xfrm>
          <a:prstGeom prst="bentConnector3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9F8C3E0-2BA6-442E-82C7-6845794421B9}"/>
              </a:ext>
            </a:extLst>
          </p:cNvPr>
          <p:cNvCxnSpPr>
            <a:cxnSpLocks/>
          </p:cNvCxnSpPr>
          <p:nvPr/>
        </p:nvCxnSpPr>
        <p:spPr>
          <a:xfrm>
            <a:off x="8457460" y="5225974"/>
            <a:ext cx="451395" cy="0"/>
          </a:xfrm>
          <a:prstGeom prst="line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214C427-426A-48C8-92A4-504EEBDF407C}"/>
              </a:ext>
            </a:extLst>
          </p:cNvPr>
          <p:cNvCxnSpPr>
            <a:cxnSpLocks/>
          </p:cNvCxnSpPr>
          <p:nvPr/>
        </p:nvCxnSpPr>
        <p:spPr>
          <a:xfrm>
            <a:off x="8899177" y="5211087"/>
            <a:ext cx="0" cy="310631"/>
          </a:xfrm>
          <a:prstGeom prst="line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5CFF9C71-36F3-4143-BAC7-895BF8D0DC95}"/>
              </a:ext>
            </a:extLst>
          </p:cNvPr>
          <p:cNvCxnSpPr>
            <a:cxnSpLocks/>
          </p:cNvCxnSpPr>
          <p:nvPr/>
        </p:nvCxnSpPr>
        <p:spPr>
          <a:xfrm flipV="1">
            <a:off x="10525145" y="4754851"/>
            <a:ext cx="417015" cy="288032"/>
          </a:xfrm>
          <a:prstGeom prst="bentConnector3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589EF2E-23CE-4A82-8BC2-F710C2712857}"/>
              </a:ext>
            </a:extLst>
          </p:cNvPr>
          <p:cNvCxnSpPr>
            <a:cxnSpLocks/>
          </p:cNvCxnSpPr>
          <p:nvPr/>
        </p:nvCxnSpPr>
        <p:spPr>
          <a:xfrm rot="10800000">
            <a:off x="10726136" y="4754850"/>
            <a:ext cx="504056" cy="288032"/>
          </a:xfrm>
          <a:prstGeom prst="bentConnector3">
            <a:avLst/>
          </a:prstGeom>
          <a:ln w="38100">
            <a:solidFill>
              <a:srgbClr val="032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>
            <a:extLst>
              <a:ext uri="{FF2B5EF4-FFF2-40B4-BE49-F238E27FC236}">
                <a16:creationId xmlns:a16="http://schemas.microsoft.com/office/drawing/2014/main" id="{F9646FF2-1945-42EA-A82C-F6B26A254CAB}"/>
              </a:ext>
            </a:extLst>
          </p:cNvPr>
          <p:cNvSpPr/>
          <p:nvPr/>
        </p:nvSpPr>
        <p:spPr>
          <a:xfrm>
            <a:off x="10680992" y="4753529"/>
            <a:ext cx="105320" cy="63551"/>
          </a:xfrm>
          <a:prstGeom prst="triangle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2999834-A379-4AB3-BD60-1593B6BE35E0}"/>
              </a:ext>
            </a:extLst>
          </p:cNvPr>
          <p:cNvSpPr txBox="1"/>
          <p:nvPr/>
        </p:nvSpPr>
        <p:spPr>
          <a:xfrm>
            <a:off x="6421805" y="3458990"/>
            <a:ext cx="5464260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u="sng">
                <a:solidFill>
                  <a:srgbClr val="03234B"/>
                </a:solidFill>
              </a:rPr>
              <a:t>Asynchrone:</a:t>
            </a:r>
          </a:p>
          <a:p>
            <a:r>
              <a:rPr lang="en-US" sz="1600">
                <a:solidFill>
                  <a:srgbClr val="03234B"/>
                </a:solidFill>
              </a:rPr>
              <a:t>Evènement indépendant de l’horloge du système</a:t>
            </a:r>
            <a:endParaRPr lang="en-US" sz="1600" dirty="0">
              <a:solidFill>
                <a:srgbClr val="03234B"/>
              </a:solidFill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CD006F41-D008-4845-BC25-7DDA1AB7BAF7}"/>
              </a:ext>
            </a:extLst>
          </p:cNvPr>
          <p:cNvCxnSpPr>
            <a:cxnSpLocks/>
          </p:cNvCxnSpPr>
          <p:nvPr/>
        </p:nvCxnSpPr>
        <p:spPr>
          <a:xfrm flipV="1">
            <a:off x="10510112" y="5229199"/>
            <a:ext cx="432048" cy="288033"/>
          </a:xfrm>
          <a:prstGeom prst="bentConnector3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28480F-F384-40D6-BFE0-110FCF8703BE}"/>
              </a:ext>
            </a:extLst>
          </p:cNvPr>
          <p:cNvCxnSpPr>
            <a:cxnSpLocks/>
          </p:cNvCxnSpPr>
          <p:nvPr/>
        </p:nvCxnSpPr>
        <p:spPr>
          <a:xfrm>
            <a:off x="10780755" y="5229200"/>
            <a:ext cx="451395" cy="0"/>
          </a:xfrm>
          <a:prstGeom prst="line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0E1C006-6860-413C-81DF-3A78C1FFA48C}"/>
              </a:ext>
            </a:extLst>
          </p:cNvPr>
          <p:cNvCxnSpPr>
            <a:cxnSpLocks/>
          </p:cNvCxnSpPr>
          <p:nvPr/>
        </p:nvCxnSpPr>
        <p:spPr>
          <a:xfrm>
            <a:off x="11218093" y="5211087"/>
            <a:ext cx="0" cy="302918"/>
          </a:xfrm>
          <a:prstGeom prst="line">
            <a:avLst/>
          </a:prstGeom>
          <a:ln w="38100">
            <a:solidFill>
              <a:srgbClr val="0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FB107-4D12-4E6E-9B55-A2A4664D8370}"/>
              </a:ext>
            </a:extLst>
          </p:cNvPr>
          <p:cNvCxnSpPr>
            <a:cxnSpLocks noChangeAspect="1"/>
          </p:cNvCxnSpPr>
          <p:nvPr/>
        </p:nvCxnSpPr>
        <p:spPr>
          <a:xfrm>
            <a:off x="8908855" y="5514005"/>
            <a:ext cx="2677060" cy="0"/>
          </a:xfrm>
          <a:prstGeom prst="line">
            <a:avLst/>
          </a:prstGeom>
          <a:ln w="38100">
            <a:solidFill>
              <a:srgbClr val="7474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4BFBDF0-D0C3-4CEB-8274-D24581CA6247}"/>
              </a:ext>
            </a:extLst>
          </p:cNvPr>
          <p:cNvCxnSpPr>
            <a:cxnSpLocks/>
          </p:cNvCxnSpPr>
          <p:nvPr/>
        </p:nvCxnSpPr>
        <p:spPr>
          <a:xfrm>
            <a:off x="7339505" y="5514006"/>
            <a:ext cx="1680915" cy="0"/>
          </a:xfrm>
          <a:prstGeom prst="line">
            <a:avLst/>
          </a:prstGeom>
          <a:ln w="38100">
            <a:solidFill>
              <a:srgbClr val="7474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913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81402-FA90-4957-92DA-4F8FD660C8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Exemple d’évènement externe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2A2B0-B840-41A4-81FD-C726CAF14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4"/>
            <a:ext cx="6769025" cy="3168005"/>
          </a:xfrm>
        </p:spPr>
        <p:txBody>
          <a:bodyPr>
            <a:normAutofit fontScale="25000" lnSpcReduction="20000"/>
          </a:bodyPr>
          <a:lstStyle/>
          <a:p>
            <a:r>
              <a:rPr lang="fr-FR" sz="7200" dirty="0"/>
              <a:t>Appui sur un bouton poussoir (BP)</a:t>
            </a:r>
          </a:p>
          <a:p>
            <a:endParaRPr lang="fr-FR" sz="7200" dirty="0"/>
          </a:p>
          <a:p>
            <a:r>
              <a:rPr lang="fr-FR" sz="7200" dirty="0"/>
              <a:t>Méthode 1: Scrutation périodique ou continue de l’état du BP </a:t>
            </a:r>
          </a:p>
          <a:p>
            <a:endParaRPr lang="fr-FR" sz="7200" dirty="0"/>
          </a:p>
          <a:p>
            <a:r>
              <a:rPr lang="fr-FR" sz="7200" dirty="0"/>
              <a:t>Problèmes: </a:t>
            </a:r>
          </a:p>
          <a:p>
            <a:r>
              <a:rPr lang="fr-FR" sz="7200" dirty="0"/>
              <a:t>Monopolise du temps processeur inutilement</a:t>
            </a:r>
          </a:p>
          <a:p>
            <a:r>
              <a:rPr lang="fr-FR" sz="7200" dirty="0"/>
              <a:t>Temps de réaction à l’évènement possiblement long</a:t>
            </a:r>
          </a:p>
          <a:p>
            <a:r>
              <a:rPr lang="fr-FR" sz="7200" dirty="0"/>
              <a:t>Difficilement envisageable dans des systèmes temps réel</a:t>
            </a:r>
          </a:p>
          <a:p>
            <a:endParaRPr lang="fr-FR" sz="7200" dirty="0"/>
          </a:p>
          <a:p>
            <a:r>
              <a:rPr lang="fr-FR" sz="7200" dirty="0"/>
              <a:t>Méthode 2: L’interruption…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36A247-40F6-41A7-9198-5CDE755A7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885" y="442203"/>
            <a:ext cx="1796443" cy="205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8730E6-C73C-4E68-B33C-1943182FA6BB}"/>
              </a:ext>
            </a:extLst>
          </p:cNvPr>
          <p:cNvCxnSpPr>
            <a:cxnSpLocks/>
          </p:cNvCxnSpPr>
          <p:nvPr/>
        </p:nvCxnSpPr>
        <p:spPr>
          <a:xfrm>
            <a:off x="4079776" y="1124744"/>
            <a:ext cx="3816424" cy="76423"/>
          </a:xfrm>
          <a:prstGeom prst="straightConnector1">
            <a:avLst/>
          </a:prstGeom>
          <a:ln w="38100">
            <a:solidFill>
              <a:srgbClr val="E6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631E615B-108D-E461-7CEF-14FB0CC63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2689726"/>
            <a:ext cx="3384376" cy="350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047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81402-FA90-4957-92DA-4F8FD660C8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Solution alternative = Interruption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2A2B0-B840-41A4-81FD-C726CAF14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5"/>
            <a:ext cx="11880850" cy="2370664"/>
          </a:xfrm>
        </p:spPr>
        <p:txBody>
          <a:bodyPr>
            <a:noAutofit/>
          </a:bodyPr>
          <a:lstStyle/>
          <a:p>
            <a:r>
              <a:rPr lang="fr-FR" sz="1800" dirty="0"/>
              <a:t>Méthode 2: L’interruption…</a:t>
            </a:r>
          </a:p>
          <a:p>
            <a:endParaRPr lang="fr-FR" sz="1800" dirty="0"/>
          </a:p>
          <a:p>
            <a:r>
              <a:rPr lang="fr-FR" sz="1800" dirty="0"/>
              <a:t>Qu’est-ce qu’une INTERRUPTION (d’un point de vue programmation)?</a:t>
            </a:r>
          </a:p>
          <a:p>
            <a:r>
              <a:rPr lang="fr-FR" sz="1800" dirty="0"/>
              <a:t>C’est un arrêt temporaire de l'exécution normale du programme principal afin d'exécuter une fonction spécifique en réponse à un évènement ayant été défini. </a:t>
            </a:r>
          </a:p>
          <a:p>
            <a:r>
              <a:rPr lang="fr-FR" sz="1800" dirty="0"/>
              <a:t>Cette fonction est appelée routine d'interruption. Une interruption peut être soit externe (ex. Bouton poussoir) ou logiciel.</a:t>
            </a:r>
          </a:p>
          <a:p>
            <a:endParaRPr lang="fr-FR" sz="1800" dirty="0"/>
          </a:p>
        </p:txBody>
      </p:sp>
      <p:grpSp>
        <p:nvGrpSpPr>
          <p:cNvPr id="7" name="Group 77">
            <a:extLst>
              <a:ext uri="{FF2B5EF4-FFF2-40B4-BE49-F238E27FC236}">
                <a16:creationId xmlns:a16="http://schemas.microsoft.com/office/drawing/2014/main" id="{A5BD97AF-CB5E-C18D-0324-5A045A0082D4}"/>
              </a:ext>
            </a:extLst>
          </p:cNvPr>
          <p:cNvGrpSpPr/>
          <p:nvPr/>
        </p:nvGrpSpPr>
        <p:grpSpPr>
          <a:xfrm>
            <a:off x="1487488" y="3140967"/>
            <a:ext cx="10297144" cy="3384377"/>
            <a:chOff x="1055440" y="2402330"/>
            <a:chExt cx="9433048" cy="3651320"/>
          </a:xfrm>
        </p:grpSpPr>
        <p:sp>
          <p:nvSpPr>
            <p:cNvPr id="8" name="Rectangle: Rounded Corners 5">
              <a:extLst>
                <a:ext uri="{FF2B5EF4-FFF2-40B4-BE49-F238E27FC236}">
                  <a16:creationId xmlns:a16="http://schemas.microsoft.com/office/drawing/2014/main" id="{5D8179BF-707A-DC2E-753C-994759B46CB0}"/>
                </a:ext>
              </a:extLst>
            </p:cNvPr>
            <p:cNvSpPr/>
            <p:nvPr/>
          </p:nvSpPr>
          <p:spPr>
            <a:xfrm>
              <a:off x="1055440" y="2910968"/>
              <a:ext cx="2016224" cy="648072"/>
            </a:xfrm>
            <a:prstGeom prst="rect">
              <a:avLst/>
            </a:prstGeom>
            <a:solidFill>
              <a:srgbClr val="00704E"/>
            </a:solidFill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sz="1400" b="1" dirty="0"/>
                <a:t>Programme principal</a:t>
              </a:r>
            </a:p>
            <a:p>
              <a:pPr algn="ctr"/>
              <a:r>
                <a:rPr lang="en-US" sz="1400" b="1" dirty="0"/>
                <a:t>while(1)</a:t>
              </a:r>
            </a:p>
          </p:txBody>
        </p:sp>
        <p:sp>
          <p:nvSpPr>
            <p:cNvPr id="10" name="Lightning Bolt 11">
              <a:extLst>
                <a:ext uri="{FF2B5EF4-FFF2-40B4-BE49-F238E27FC236}">
                  <a16:creationId xmlns:a16="http://schemas.microsoft.com/office/drawing/2014/main" id="{217DB82F-7494-1678-5B44-42717D009BAD}"/>
                </a:ext>
              </a:extLst>
            </p:cNvPr>
            <p:cNvSpPr/>
            <p:nvPr/>
          </p:nvSpPr>
          <p:spPr>
            <a:xfrm>
              <a:off x="3828495" y="2640149"/>
              <a:ext cx="437396" cy="423965"/>
            </a:xfrm>
            <a:prstGeom prst="lightningBolt">
              <a:avLst/>
            </a:prstGeom>
            <a:solidFill>
              <a:schemeClr val="bg1"/>
            </a:solidFill>
            <a:ln>
              <a:solidFill>
                <a:srgbClr val="0323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Connector: Elbow 13">
              <a:extLst>
                <a:ext uri="{FF2B5EF4-FFF2-40B4-BE49-F238E27FC236}">
                  <a16:creationId xmlns:a16="http://schemas.microsoft.com/office/drawing/2014/main" id="{084BC50A-3666-7651-0243-BA8E86D8662F}"/>
                </a:ext>
              </a:extLst>
            </p:cNvPr>
            <p:cNvCxnSpPr/>
            <p:nvPr/>
          </p:nvCxnSpPr>
          <p:spPr>
            <a:xfrm rot="5400000" flipH="1">
              <a:off x="1739516" y="3235004"/>
              <a:ext cx="648072" cy="12700"/>
            </a:xfrm>
            <a:prstGeom prst="bentConnector5">
              <a:avLst>
                <a:gd name="adj1" fmla="val -35274"/>
                <a:gd name="adj2" fmla="val 9737890"/>
                <a:gd name="adj3" fmla="val 135274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61FE4EB2-BC5D-FB3E-27DC-B596112AA556}"/>
                </a:ext>
              </a:extLst>
            </p:cNvPr>
            <p:cNvSpPr/>
            <p:nvPr/>
          </p:nvSpPr>
          <p:spPr>
            <a:xfrm>
              <a:off x="5727101" y="3065778"/>
              <a:ext cx="4761387" cy="330656"/>
            </a:xfrm>
            <a:prstGeom prst="rect">
              <a:avLst/>
            </a:prstGeom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dirty="0"/>
                <a:t>Arrêt de l’exécution normale d’un programme</a:t>
              </a:r>
            </a:p>
          </p:txBody>
        </p:sp>
        <p:cxnSp>
          <p:nvCxnSpPr>
            <p:cNvPr id="14" name="Straight Arrow Connector 19">
              <a:extLst>
                <a:ext uri="{FF2B5EF4-FFF2-40B4-BE49-F238E27FC236}">
                  <a16:creationId xmlns:a16="http://schemas.microsoft.com/office/drawing/2014/main" id="{881FA54D-D84F-DF2A-2922-586C8F3B414A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3071664" y="3231106"/>
              <a:ext cx="2655437" cy="0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29">
              <a:extLst>
                <a:ext uri="{FF2B5EF4-FFF2-40B4-BE49-F238E27FC236}">
                  <a16:creationId xmlns:a16="http://schemas.microsoft.com/office/drawing/2014/main" id="{C0F22348-E408-F2BA-EDA9-448E1D0D7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90657" y="2480019"/>
              <a:ext cx="536274" cy="803725"/>
            </a:xfrm>
            <a:prstGeom prst="rect">
              <a:avLst/>
            </a:prstGeom>
          </p:spPr>
        </p:pic>
        <p:sp>
          <p:nvSpPr>
            <p:cNvPr id="16" name="Rectangle: Rounded Corners 31">
              <a:extLst>
                <a:ext uri="{FF2B5EF4-FFF2-40B4-BE49-F238E27FC236}">
                  <a16:creationId xmlns:a16="http://schemas.microsoft.com/office/drawing/2014/main" id="{722DA1E7-4E03-D7C6-EC6E-E990C221153F}"/>
                </a:ext>
              </a:extLst>
            </p:cNvPr>
            <p:cNvSpPr/>
            <p:nvPr/>
          </p:nvSpPr>
          <p:spPr>
            <a:xfrm>
              <a:off x="5727101" y="3730082"/>
              <a:ext cx="4761387" cy="330656"/>
            </a:xfrm>
            <a:prstGeom prst="rect">
              <a:avLst/>
            </a:prstGeom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dirty="0"/>
                <a:t>Sauvegarde de l’état du programme en cours d’exécution</a:t>
              </a:r>
            </a:p>
          </p:txBody>
        </p:sp>
        <p:sp>
          <p:nvSpPr>
            <p:cNvPr id="17" name="Rectangle: Rounded Corners 33">
              <a:extLst>
                <a:ext uri="{FF2B5EF4-FFF2-40B4-BE49-F238E27FC236}">
                  <a16:creationId xmlns:a16="http://schemas.microsoft.com/office/drawing/2014/main" id="{F73DB8ED-C5FE-665C-3E94-034A22AF46F1}"/>
                </a:ext>
              </a:extLst>
            </p:cNvPr>
            <p:cNvSpPr/>
            <p:nvPr/>
          </p:nvSpPr>
          <p:spPr>
            <a:xfrm>
              <a:off x="5727101" y="4394386"/>
              <a:ext cx="4761387" cy="330656"/>
            </a:xfrm>
            <a:prstGeom prst="rect">
              <a:avLst/>
            </a:prstGeom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dirty="0"/>
                <a:t>Exécution d’une routine spécifique liée à cet événement</a:t>
              </a:r>
            </a:p>
          </p:txBody>
        </p:sp>
        <p:sp>
          <p:nvSpPr>
            <p:cNvPr id="18" name="Rectangle: Rounded Corners 34">
              <a:extLst>
                <a:ext uri="{FF2B5EF4-FFF2-40B4-BE49-F238E27FC236}">
                  <a16:creationId xmlns:a16="http://schemas.microsoft.com/office/drawing/2014/main" id="{D1BD3E72-CD36-E76E-B896-186E86788C13}"/>
                </a:ext>
              </a:extLst>
            </p:cNvPr>
            <p:cNvSpPr/>
            <p:nvPr/>
          </p:nvSpPr>
          <p:spPr>
            <a:xfrm>
              <a:off x="5727101" y="5058690"/>
              <a:ext cx="4761387" cy="330656"/>
            </a:xfrm>
            <a:prstGeom prst="rect">
              <a:avLst/>
            </a:prstGeom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dirty="0"/>
                <a:t>Restauration du contexte d’exécution</a:t>
              </a:r>
            </a:p>
          </p:txBody>
        </p:sp>
        <p:sp>
          <p:nvSpPr>
            <p:cNvPr id="19" name="Rectangle: Rounded Corners 35">
              <a:extLst>
                <a:ext uri="{FF2B5EF4-FFF2-40B4-BE49-F238E27FC236}">
                  <a16:creationId xmlns:a16="http://schemas.microsoft.com/office/drawing/2014/main" id="{C5863D2A-7BA2-4495-F913-30B035075774}"/>
                </a:ext>
              </a:extLst>
            </p:cNvPr>
            <p:cNvSpPr/>
            <p:nvPr/>
          </p:nvSpPr>
          <p:spPr>
            <a:xfrm>
              <a:off x="5727101" y="5722993"/>
              <a:ext cx="4761387" cy="330656"/>
            </a:xfrm>
            <a:prstGeom prst="rect">
              <a:avLst/>
            </a:prstGeom>
            <a:ln/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a14:hiddenEffects>
              </a:ext>
            </a:ex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fr-FR" sz="1400" dirty="0"/>
                <a:t>Retour à l’exécution du programme interrompu</a:t>
              </a:r>
            </a:p>
          </p:txBody>
        </p:sp>
        <p:cxnSp>
          <p:nvCxnSpPr>
            <p:cNvPr id="20" name="Straight Arrow Connector 39">
              <a:extLst>
                <a:ext uri="{FF2B5EF4-FFF2-40B4-BE49-F238E27FC236}">
                  <a16:creationId xmlns:a16="http://schemas.microsoft.com/office/drawing/2014/main" id="{B5F5C9EA-3AA9-CB06-DB69-EAE65F2C85FE}"/>
                </a:ext>
              </a:extLst>
            </p:cNvPr>
            <p:cNvCxnSpPr>
              <a:cxnSpLocks/>
            </p:cNvCxnSpPr>
            <p:nvPr/>
          </p:nvCxnSpPr>
          <p:spPr>
            <a:xfrm>
              <a:off x="8107795" y="3396434"/>
              <a:ext cx="0" cy="333648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42">
              <a:extLst>
                <a:ext uri="{FF2B5EF4-FFF2-40B4-BE49-F238E27FC236}">
                  <a16:creationId xmlns:a16="http://schemas.microsoft.com/office/drawing/2014/main" id="{819A5C59-8F36-5269-1C14-1D9502640E3D}"/>
                </a:ext>
              </a:extLst>
            </p:cNvPr>
            <p:cNvCxnSpPr>
              <a:cxnSpLocks/>
            </p:cNvCxnSpPr>
            <p:nvPr/>
          </p:nvCxnSpPr>
          <p:spPr>
            <a:xfrm>
              <a:off x="8107795" y="4060738"/>
              <a:ext cx="0" cy="333648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45">
              <a:extLst>
                <a:ext uri="{FF2B5EF4-FFF2-40B4-BE49-F238E27FC236}">
                  <a16:creationId xmlns:a16="http://schemas.microsoft.com/office/drawing/2014/main" id="{2673DF17-222D-3716-1F7E-91773E265BBF}"/>
                </a:ext>
              </a:extLst>
            </p:cNvPr>
            <p:cNvCxnSpPr>
              <a:cxnSpLocks/>
            </p:cNvCxnSpPr>
            <p:nvPr/>
          </p:nvCxnSpPr>
          <p:spPr>
            <a:xfrm>
              <a:off x="8107795" y="4725042"/>
              <a:ext cx="0" cy="333648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48">
              <a:extLst>
                <a:ext uri="{FF2B5EF4-FFF2-40B4-BE49-F238E27FC236}">
                  <a16:creationId xmlns:a16="http://schemas.microsoft.com/office/drawing/2014/main" id="{622D47D7-7DD8-EFD0-A500-72482C88DCEF}"/>
                </a:ext>
              </a:extLst>
            </p:cNvPr>
            <p:cNvCxnSpPr>
              <a:cxnSpLocks/>
            </p:cNvCxnSpPr>
            <p:nvPr/>
          </p:nvCxnSpPr>
          <p:spPr>
            <a:xfrm>
              <a:off x="8107795" y="5389346"/>
              <a:ext cx="0" cy="333647"/>
            </a:xfrm>
            <a:prstGeom prst="straightConnector1">
              <a:avLst/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54">
              <a:extLst>
                <a:ext uri="{FF2B5EF4-FFF2-40B4-BE49-F238E27FC236}">
                  <a16:creationId xmlns:a16="http://schemas.microsoft.com/office/drawing/2014/main" id="{BB408537-F887-7C39-22C0-D4F76C9182F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514333" y="1460188"/>
              <a:ext cx="3142681" cy="6044243"/>
            </a:xfrm>
            <a:prstGeom prst="bentConnector5">
              <a:avLst>
                <a:gd name="adj1" fmla="val -7274"/>
                <a:gd name="adj2" fmla="val 120292"/>
                <a:gd name="adj3" fmla="val 107274"/>
              </a:avLst>
            </a:prstGeom>
            <a:ln w="12700">
              <a:solidFill>
                <a:srgbClr val="032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76">
              <a:extLst>
                <a:ext uri="{FF2B5EF4-FFF2-40B4-BE49-F238E27FC236}">
                  <a16:creationId xmlns:a16="http://schemas.microsoft.com/office/drawing/2014/main" id="{FC92BAE9-7275-550E-563C-0EC825C6DA62}"/>
                </a:ext>
              </a:extLst>
            </p:cNvPr>
            <p:cNvGrpSpPr/>
            <p:nvPr/>
          </p:nvGrpSpPr>
          <p:grpSpPr>
            <a:xfrm>
              <a:off x="4315826" y="2402330"/>
              <a:ext cx="1225260" cy="922830"/>
              <a:chOff x="4004254" y="2333325"/>
              <a:chExt cx="1225260" cy="922830"/>
            </a:xfrm>
          </p:grpSpPr>
          <p:sp>
            <p:nvSpPr>
              <p:cNvPr id="26" name="TextBox 27">
                <a:extLst>
                  <a:ext uri="{FF2B5EF4-FFF2-40B4-BE49-F238E27FC236}">
                    <a16:creationId xmlns:a16="http://schemas.microsoft.com/office/drawing/2014/main" id="{65376EE9-97A7-DA36-E51C-FBF67FDC8E1A}"/>
                  </a:ext>
                </a:extLst>
              </p:cNvPr>
              <p:cNvSpPr txBox="1"/>
              <p:nvPr/>
            </p:nvSpPr>
            <p:spPr>
              <a:xfrm>
                <a:off x="4004254" y="2832169"/>
                <a:ext cx="1225260" cy="42398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1600" b="1" dirty="0">
                    <a:solidFill>
                      <a:srgbClr val="E6007E"/>
                    </a:solidFill>
                  </a:rPr>
                  <a:t>Interruption</a:t>
                </a:r>
              </a:p>
            </p:txBody>
          </p:sp>
          <p:grpSp>
            <p:nvGrpSpPr>
              <p:cNvPr id="27" name="Group 75">
                <a:extLst>
                  <a:ext uri="{FF2B5EF4-FFF2-40B4-BE49-F238E27FC236}">
                    <a16:creationId xmlns:a16="http://schemas.microsoft.com/office/drawing/2014/main" id="{96BFD1DF-ACBA-7913-9A4B-8E61CD05EA8C}"/>
                  </a:ext>
                </a:extLst>
              </p:cNvPr>
              <p:cNvGrpSpPr/>
              <p:nvPr/>
            </p:nvGrpSpPr>
            <p:grpSpPr>
              <a:xfrm>
                <a:off x="4176079" y="2333325"/>
                <a:ext cx="723535" cy="523178"/>
                <a:chOff x="4004306" y="4229314"/>
                <a:chExt cx="723535" cy="523178"/>
              </a:xfrm>
            </p:grpSpPr>
            <p:sp>
              <p:nvSpPr>
                <p:cNvPr id="28" name="Hexagon 73">
                  <a:extLst>
                    <a:ext uri="{FF2B5EF4-FFF2-40B4-BE49-F238E27FC236}">
                      <a16:creationId xmlns:a16="http://schemas.microsoft.com/office/drawing/2014/main" id="{B697BD8B-1C6B-03B3-BF9B-1EC15E727F6A}"/>
                    </a:ext>
                  </a:extLst>
                </p:cNvPr>
                <p:cNvSpPr/>
                <p:nvPr/>
              </p:nvSpPr>
              <p:spPr>
                <a:xfrm>
                  <a:off x="4039347" y="4229314"/>
                  <a:ext cx="688494" cy="523178"/>
                </a:xfrm>
                <a:prstGeom prst="hexagon">
                  <a:avLst/>
                </a:prstGeom>
                <a:solidFill>
                  <a:srgbClr val="E6007E"/>
                </a:solidFill>
                <a:ln>
                  <a:solidFill>
                    <a:srgbClr val="03234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lang="en-US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9" name="TextBox 74">
                  <a:extLst>
                    <a:ext uri="{FF2B5EF4-FFF2-40B4-BE49-F238E27FC236}">
                      <a16:creationId xmlns:a16="http://schemas.microsoft.com/office/drawing/2014/main" id="{A7D90F51-623E-6CC5-4F85-A553EE3C2285}"/>
                    </a:ext>
                  </a:extLst>
                </p:cNvPr>
                <p:cNvSpPr txBox="1"/>
                <p:nvPr/>
              </p:nvSpPr>
              <p:spPr>
                <a:xfrm>
                  <a:off x="4004306" y="4332453"/>
                  <a:ext cx="7200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r"/>
                  <a:r>
                    <a:rPr lang="en-US" sz="1600" b="1" dirty="0">
                      <a:solidFill>
                        <a:schemeClr val="bg1"/>
                      </a:solidFill>
                    </a:rPr>
                    <a:t>STOP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49088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78888-65BD-4CDB-B2FC-9B7669F8B8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2" y="115888"/>
            <a:ext cx="12072937" cy="1121138"/>
          </a:xfrm>
        </p:spPr>
        <p:txBody>
          <a:bodyPr>
            <a:noAutofit/>
          </a:bodyPr>
          <a:lstStyle/>
          <a:p>
            <a:r>
              <a:rPr lang="fr-FR" sz="3200" dirty="0"/>
              <a:t>Les interruptions sur le STM32 – Table des vecteurs d’interruption</a:t>
            </a:r>
          </a:p>
          <a:p>
            <a:endParaRPr lang="fr-FR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A3EF6-BB67-4057-9662-D1830D1615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1340769"/>
            <a:ext cx="5112841" cy="5040559"/>
          </a:xfrm>
        </p:spPr>
        <p:txBody>
          <a:bodyPr>
            <a:normAutofit fontScale="92500"/>
          </a:bodyPr>
          <a:lstStyle/>
          <a:p>
            <a:r>
              <a:rPr lang="fr-FR" dirty="0"/>
              <a:t>Les interruptions du STM32 sont dites vectorisées</a:t>
            </a:r>
          </a:p>
          <a:p>
            <a:r>
              <a:rPr lang="fr-FR" dirty="0"/>
              <a:t>A chaque source d’interruption correspond un vecteur d’interruption sur 32 bits</a:t>
            </a:r>
          </a:p>
          <a:p>
            <a:r>
              <a:rPr lang="fr-FR" dirty="0"/>
              <a:t>Le vecteur d’interruption contient l’adresse de la routine d’interruption</a:t>
            </a:r>
          </a:p>
          <a:p>
            <a:r>
              <a:rPr lang="fr-FR" dirty="0"/>
              <a:t>Pour l’exception système reset, la valeur du vecteur est la valeur initiale du compteur de programme </a:t>
            </a:r>
          </a:p>
          <a:p>
            <a:r>
              <a:rPr lang="fr-FR" dirty="0"/>
              <a:t>Les vecteurs d’interruption sont contenus dans une table des vecteurs d’interruption</a:t>
            </a:r>
          </a:p>
          <a:p>
            <a:r>
              <a:rPr lang="fr-FR" dirty="0"/>
              <a:t>La table est fournie dans la documentation technique (Page 231-232 et suivantes)</a:t>
            </a:r>
          </a:p>
          <a:p>
            <a:r>
              <a:rPr lang="fr-FR" dirty="0"/>
              <a:t>Le nom des routines d’interruption est donné dans le fichier startup_stml1xx_xl.s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A14C2E-83F8-4B92-8A8E-11EED05899A8}"/>
              </a:ext>
            </a:extLst>
          </p:cNvPr>
          <p:cNvGrpSpPr/>
          <p:nvPr/>
        </p:nvGrpSpPr>
        <p:grpSpPr>
          <a:xfrm>
            <a:off x="5087888" y="1037331"/>
            <a:ext cx="7104111" cy="5348319"/>
            <a:chOff x="5177898" y="696132"/>
            <a:chExt cx="7104111" cy="5348319"/>
          </a:xfrm>
        </p:grpSpPr>
        <p:pic>
          <p:nvPicPr>
            <p:cNvPr id="6" name="Image 2">
              <a:extLst>
                <a:ext uri="{FF2B5EF4-FFF2-40B4-BE49-F238E27FC236}">
                  <a16:creationId xmlns:a16="http://schemas.microsoft.com/office/drawing/2014/main" id="{4CAF8DEE-15BD-42CE-8D20-E6116317E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64" b="22695"/>
            <a:stretch/>
          </p:blipFill>
          <p:spPr>
            <a:xfrm>
              <a:off x="5591944" y="1340768"/>
              <a:ext cx="6124494" cy="4703683"/>
            </a:xfrm>
            <a:prstGeom prst="rect">
              <a:avLst/>
            </a:prstGeom>
          </p:spPr>
        </p:pic>
        <p:sp>
          <p:nvSpPr>
            <p:cNvPr id="7" name="ZoneTexte 4">
              <a:extLst>
                <a:ext uri="{FF2B5EF4-FFF2-40B4-BE49-F238E27FC236}">
                  <a16:creationId xmlns:a16="http://schemas.microsoft.com/office/drawing/2014/main" id="{3D0BC698-CFB5-4D93-8179-0C543FC2C0F7}"/>
                </a:ext>
              </a:extLst>
            </p:cNvPr>
            <p:cNvSpPr txBox="1"/>
            <p:nvPr/>
          </p:nvSpPr>
          <p:spPr>
            <a:xfrm>
              <a:off x="5177898" y="830293"/>
              <a:ext cx="2016224" cy="6463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fr-FR" sz="1600" dirty="0">
                  <a:solidFill>
                    <a:srgbClr val="E30613"/>
                  </a:solidFill>
                </a:rPr>
                <a:t>Numéro du vecteur d’interruption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06704D-6185-4B0C-A768-E71AF6F7286F}"/>
                </a:ext>
              </a:extLst>
            </p:cNvPr>
            <p:cNvSpPr/>
            <p:nvPr/>
          </p:nvSpPr>
          <p:spPr>
            <a:xfrm>
              <a:off x="5591944" y="1521567"/>
              <a:ext cx="648072" cy="4522884"/>
            </a:xfrm>
            <a:prstGeom prst="rect">
              <a:avLst/>
            </a:prstGeom>
            <a:noFill/>
            <a:ln>
              <a:solidFill>
                <a:srgbClr val="E306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66E5ED-B08B-4627-931C-10D37B328B6A}"/>
                </a:ext>
              </a:extLst>
            </p:cNvPr>
            <p:cNvSpPr/>
            <p:nvPr/>
          </p:nvSpPr>
          <p:spPr>
            <a:xfrm>
              <a:off x="10632504" y="1521567"/>
              <a:ext cx="1008112" cy="4522884"/>
            </a:xfrm>
            <a:prstGeom prst="rect">
              <a:avLst/>
            </a:prstGeom>
            <a:noFill/>
            <a:ln>
              <a:solidFill>
                <a:srgbClr val="0457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ZoneTexte 7">
              <a:extLst>
                <a:ext uri="{FF2B5EF4-FFF2-40B4-BE49-F238E27FC236}">
                  <a16:creationId xmlns:a16="http://schemas.microsoft.com/office/drawing/2014/main" id="{5D5AE5E5-A3BC-46C3-90AE-0E860F033DC8}"/>
                </a:ext>
              </a:extLst>
            </p:cNvPr>
            <p:cNvSpPr txBox="1"/>
            <p:nvPr/>
          </p:nvSpPr>
          <p:spPr>
            <a:xfrm>
              <a:off x="9937935" y="696132"/>
              <a:ext cx="2344074" cy="646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fr-FR" sz="1600" dirty="0">
                  <a:solidFill>
                    <a:srgbClr val="04572F"/>
                  </a:solidFill>
                </a:rPr>
                <a:t>Adresse où se situe le vecteur d’interruption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53179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78888-65BD-4CDB-B2FC-9B7669F8B8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Table des vecteurs niveau Logiciel</a:t>
            </a:r>
          </a:p>
        </p:txBody>
      </p:sp>
      <p:pic>
        <p:nvPicPr>
          <p:cNvPr id="6" name="Image 2">
            <a:extLst>
              <a:ext uri="{FF2B5EF4-FFF2-40B4-BE49-F238E27FC236}">
                <a16:creationId xmlns:a16="http://schemas.microsoft.com/office/drawing/2014/main" id="{AD014235-5A70-4738-90E7-08D8F36B2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645" y="1124744"/>
            <a:ext cx="5002709" cy="5008466"/>
          </a:xfrm>
          <a:prstGeom prst="rect">
            <a:avLst/>
          </a:prstGeom>
        </p:spPr>
      </p:pic>
      <p:cxnSp>
        <p:nvCxnSpPr>
          <p:cNvPr id="7" name="Connecteur droit avec flèche 4">
            <a:extLst>
              <a:ext uri="{FF2B5EF4-FFF2-40B4-BE49-F238E27FC236}">
                <a16:creationId xmlns:a16="http://schemas.microsoft.com/office/drawing/2014/main" id="{8A924941-808A-4AC4-BD14-89C93C6A4416}"/>
              </a:ext>
            </a:extLst>
          </p:cNvPr>
          <p:cNvCxnSpPr/>
          <p:nvPr/>
        </p:nvCxnSpPr>
        <p:spPr>
          <a:xfrm>
            <a:off x="3162597" y="5517232"/>
            <a:ext cx="13681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5">
            <a:extLst>
              <a:ext uri="{FF2B5EF4-FFF2-40B4-BE49-F238E27FC236}">
                <a16:creationId xmlns:a16="http://schemas.microsoft.com/office/drawing/2014/main" id="{3B7AFA94-5ACB-4E01-9CCE-0A5A185A9274}"/>
              </a:ext>
            </a:extLst>
          </p:cNvPr>
          <p:cNvSpPr txBox="1"/>
          <p:nvPr/>
        </p:nvSpPr>
        <p:spPr>
          <a:xfrm>
            <a:off x="909805" y="4725144"/>
            <a:ext cx="2376264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solidFill>
                  <a:srgbClr val="E6007E"/>
                </a:solidFill>
              </a:rPr>
              <a:t>EXTI2_IRQHandler</a:t>
            </a:r>
          </a:p>
          <a:p>
            <a:r>
              <a:rPr lang="en-US" sz="1600" dirty="0">
                <a:solidFill>
                  <a:srgbClr val="03234B"/>
                </a:solidFill>
              </a:rPr>
              <a:t>Nom de la routine </a:t>
            </a:r>
            <a:r>
              <a:rPr lang="en-US" sz="1600" dirty="0" err="1">
                <a:solidFill>
                  <a:srgbClr val="03234B"/>
                </a:solidFill>
              </a:rPr>
              <a:t>d’interruption</a:t>
            </a:r>
            <a:r>
              <a:rPr lang="en-US" sz="1600" dirty="0">
                <a:solidFill>
                  <a:srgbClr val="03234B"/>
                </a:solidFill>
              </a:rPr>
              <a:t> </a:t>
            </a:r>
            <a:r>
              <a:rPr lang="en-US" sz="1600" dirty="0" err="1">
                <a:solidFill>
                  <a:srgbClr val="03234B"/>
                </a:solidFill>
              </a:rPr>
              <a:t>lié</a:t>
            </a:r>
            <a:r>
              <a:rPr lang="en-US" sz="1600" dirty="0">
                <a:solidFill>
                  <a:srgbClr val="03234B"/>
                </a:solidFill>
              </a:rPr>
              <a:t> à </a:t>
            </a:r>
            <a:r>
              <a:rPr lang="en-US" sz="1600" dirty="0" err="1">
                <a:solidFill>
                  <a:srgbClr val="03234B"/>
                </a:solidFill>
              </a:rPr>
              <a:t>l’interruption</a:t>
            </a:r>
            <a:r>
              <a:rPr lang="en-US" sz="1600" dirty="0">
                <a:solidFill>
                  <a:srgbClr val="03234B"/>
                </a:solidFill>
              </a:rPr>
              <a:t> externe 2.</a:t>
            </a:r>
          </a:p>
        </p:txBody>
      </p:sp>
    </p:spTree>
    <p:extLst>
      <p:ext uri="{BB962C8B-B14F-4D97-AF65-F5344CB8AC3E}">
        <p14:creationId xmlns:p14="http://schemas.microsoft.com/office/powerpoint/2010/main" val="28486757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FF0A-A79B-4803-9403-1CEFC4A915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Notion de priorités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7250-826D-4134-AD93-7DCB3FC8C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8"/>
            <a:ext cx="11880850" cy="2803622"/>
          </a:xfrm>
        </p:spPr>
        <p:txBody>
          <a:bodyPr>
            <a:normAutofit/>
          </a:bodyPr>
          <a:lstStyle/>
          <a:p>
            <a:r>
              <a:rPr lang="fr-FR" sz="1800" dirty="0"/>
              <a:t>Certains évènements provoquant des interruptions sont plus critiques que d’autres. Il est par exemple plus important de traiter une interruption liée à un évènement externe qu’à l’interruption qui rafraichit un affichage.</a:t>
            </a:r>
          </a:p>
          <a:p>
            <a:r>
              <a:rPr lang="fr-FR" sz="1800" dirty="0"/>
              <a:t>Nécessité de définir une politique de gestion des priorités.</a:t>
            </a:r>
          </a:p>
          <a:p>
            <a:r>
              <a:rPr lang="fr-FR" sz="1800" dirty="0"/>
              <a:t>Elle doit permettre qu’une interruption plus prioritaire interrompe une interruption moins prioritaire en cours d’exécution</a:t>
            </a:r>
          </a:p>
          <a:p>
            <a:r>
              <a:rPr lang="fr-FR" sz="1800" dirty="0"/>
              <a:t>Elle doit interdire qu’une interruption moins prioritaire interrompe une interruption plus prioritaire en cours d’exécution</a:t>
            </a:r>
          </a:p>
          <a:p>
            <a:r>
              <a:rPr lang="fr-FR" sz="1800" dirty="0"/>
              <a:t>Certaines priorités ne sont pas modifiables (ex du reset)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A5E541B-BFE4-341F-B32D-066BBCE6C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793" y="4026544"/>
            <a:ext cx="8710415" cy="23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190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FF0A-A79B-4803-9403-1CEFC4A915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2" y="115888"/>
            <a:ext cx="11880849" cy="720725"/>
          </a:xfrm>
        </p:spPr>
        <p:txBody>
          <a:bodyPr>
            <a:normAutofit/>
          </a:bodyPr>
          <a:lstStyle/>
          <a:p>
            <a:r>
              <a:rPr lang="fr-FR" sz="3200" dirty="0"/>
              <a:t>Structure du contrôleur d’interruption du STM32 (NVIC)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7250-826D-4134-AD93-7DCB3FC8C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9"/>
            <a:ext cx="11880850" cy="1728192"/>
          </a:xfrm>
        </p:spPr>
        <p:txBody>
          <a:bodyPr>
            <a:normAutofit fontScale="92500" lnSpcReduction="10000"/>
          </a:bodyPr>
          <a:lstStyle/>
          <a:p>
            <a:r>
              <a:rPr lang="fr-FR" sz="1900" dirty="0"/>
              <a:t>Le STM32L152RE hérite du contrôleur d’interruption du Cortex M3:</a:t>
            </a:r>
          </a:p>
          <a:p>
            <a:r>
              <a:rPr lang="fr-FR" sz="1900" dirty="0">
                <a:sym typeface="Wingdings" panose="05000000000000000000" pitchFamily="2" charset="2"/>
              </a:rPr>
              <a:t> </a:t>
            </a:r>
            <a:r>
              <a:rPr lang="fr-FR" sz="1900" dirty="0"/>
              <a:t>Le NVIC (</a:t>
            </a:r>
            <a:r>
              <a:rPr lang="en-US" sz="1900" dirty="0"/>
              <a:t>Nested Vectored Interrupt Controller</a:t>
            </a:r>
            <a:r>
              <a:rPr lang="fr-FR" sz="1900" dirty="0"/>
              <a:t>)</a:t>
            </a:r>
          </a:p>
          <a:p>
            <a:r>
              <a:rPr lang="fr-FR" sz="1900" dirty="0"/>
              <a:t>Il contrôle les interruptions via des registres de configurations 	</a:t>
            </a:r>
          </a:p>
          <a:p>
            <a:r>
              <a:rPr lang="fr-FR" sz="1900" dirty="0"/>
              <a:t>Autorisation ou Interdiction d’une source d’interruption </a:t>
            </a:r>
          </a:p>
          <a:p>
            <a:r>
              <a:rPr lang="fr-FR" sz="1900" dirty="0"/>
              <a:t>Réglage du niveau de priorité des sources d’interruption</a:t>
            </a:r>
          </a:p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0FFEC3-AE44-49D7-ADB5-DB36A1EDF8E2}"/>
              </a:ext>
            </a:extLst>
          </p:cNvPr>
          <p:cNvGrpSpPr/>
          <p:nvPr/>
        </p:nvGrpSpPr>
        <p:grpSpPr>
          <a:xfrm>
            <a:off x="1199456" y="2853038"/>
            <a:ext cx="10657184" cy="3816322"/>
            <a:chOff x="1596086" y="3014161"/>
            <a:chExt cx="8640962" cy="3337260"/>
          </a:xfrm>
        </p:grpSpPr>
        <p:pic>
          <p:nvPicPr>
            <p:cNvPr id="6" name="Image 2">
              <a:extLst>
                <a:ext uri="{FF2B5EF4-FFF2-40B4-BE49-F238E27FC236}">
                  <a16:creationId xmlns:a16="http://schemas.microsoft.com/office/drawing/2014/main" id="{D9A238A3-B540-480F-BD01-2D8E2ACED2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17079"/>
            <a:stretch/>
          </p:blipFill>
          <p:spPr>
            <a:xfrm>
              <a:off x="1668095" y="3014161"/>
              <a:ext cx="8568953" cy="220382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8CC369-7917-4326-BB7D-73362BACAC69}"/>
                </a:ext>
              </a:extLst>
            </p:cNvPr>
            <p:cNvSpPr/>
            <p:nvPr/>
          </p:nvSpPr>
          <p:spPr>
            <a:xfrm>
              <a:off x="1596086" y="3230185"/>
              <a:ext cx="1368152" cy="3096344"/>
            </a:xfrm>
            <a:prstGeom prst="rect">
              <a:avLst/>
            </a:prstGeom>
            <a:noFill/>
            <a:ln>
              <a:solidFill>
                <a:srgbClr val="E306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ZoneTexte 4">
              <a:extLst>
                <a:ext uri="{FF2B5EF4-FFF2-40B4-BE49-F238E27FC236}">
                  <a16:creationId xmlns:a16="http://schemas.microsoft.com/office/drawing/2014/main" id="{FFAEB371-D664-46D1-8139-080C070A39E9}"/>
                </a:ext>
              </a:extLst>
            </p:cNvPr>
            <p:cNvSpPr txBox="1"/>
            <p:nvPr/>
          </p:nvSpPr>
          <p:spPr>
            <a:xfrm>
              <a:off x="1668094" y="5587865"/>
              <a:ext cx="1282384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rgbClr val="E30613"/>
                  </a:solidFill>
                </a:rPr>
                <a:t>Numéro du vecteur d’interruption</a:t>
              </a:r>
              <a:endParaRPr lang="en-US" sz="1400" b="1" dirty="0">
                <a:solidFill>
                  <a:srgbClr val="E30613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21396B-BE4B-44FA-9EC2-E5C294B5570C}"/>
                </a:ext>
              </a:extLst>
            </p:cNvPr>
            <p:cNvSpPr/>
            <p:nvPr/>
          </p:nvSpPr>
          <p:spPr>
            <a:xfrm>
              <a:off x="2996222" y="3734241"/>
              <a:ext cx="1298380" cy="2617179"/>
            </a:xfrm>
            <a:prstGeom prst="rect">
              <a:avLst/>
            </a:prstGeom>
            <a:noFill/>
            <a:ln w="38100">
              <a:solidFill>
                <a:srgbClr val="49B1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ZoneTexte 6">
              <a:extLst>
                <a:ext uri="{FF2B5EF4-FFF2-40B4-BE49-F238E27FC236}">
                  <a16:creationId xmlns:a16="http://schemas.microsoft.com/office/drawing/2014/main" id="{C9800304-C18D-4D54-8B2A-24AC181887CF}"/>
                </a:ext>
              </a:extLst>
            </p:cNvPr>
            <p:cNvSpPr txBox="1"/>
            <p:nvPr/>
          </p:nvSpPr>
          <p:spPr>
            <a:xfrm>
              <a:off x="2967670" y="5612757"/>
              <a:ext cx="1282384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rgbClr val="49B170"/>
                  </a:solidFill>
                </a:rPr>
                <a:t>Registre d’activation interruption</a:t>
              </a:r>
              <a:endParaRPr lang="en-US" sz="1400" b="1" dirty="0">
                <a:solidFill>
                  <a:srgbClr val="49B17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25259F-ED1C-424F-875F-E1016497E242}"/>
                </a:ext>
              </a:extLst>
            </p:cNvPr>
            <p:cNvSpPr/>
            <p:nvPr/>
          </p:nvSpPr>
          <p:spPr>
            <a:xfrm>
              <a:off x="4332390" y="3734241"/>
              <a:ext cx="1481431" cy="2617180"/>
            </a:xfrm>
            <a:prstGeom prst="rect">
              <a:avLst/>
            </a:prstGeom>
            <a:noFill/>
            <a:ln w="38100">
              <a:solidFill>
                <a:srgbClr val="3CB4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ZoneTexte 8">
              <a:extLst>
                <a:ext uri="{FF2B5EF4-FFF2-40B4-BE49-F238E27FC236}">
                  <a16:creationId xmlns:a16="http://schemas.microsoft.com/office/drawing/2014/main" id="{7F7D6784-ADD3-4113-B610-75C59E555983}"/>
                </a:ext>
              </a:extLst>
            </p:cNvPr>
            <p:cNvSpPr txBox="1"/>
            <p:nvPr/>
          </p:nvSpPr>
          <p:spPr>
            <a:xfrm>
              <a:off x="4431330" y="5561545"/>
              <a:ext cx="1282384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>
                  <a:solidFill>
                    <a:srgbClr val="3CB4E6"/>
                  </a:solidFill>
                </a:rPr>
                <a:t>Registre de désactivation interruption</a:t>
              </a:r>
              <a:endParaRPr lang="en-US" sz="1400" b="1" dirty="0">
                <a:solidFill>
                  <a:srgbClr val="3CB4E6"/>
                </a:solidFill>
              </a:endParaRPr>
            </a:p>
          </p:txBody>
        </p:sp>
        <p:grpSp>
          <p:nvGrpSpPr>
            <p:cNvPr id="13" name="Groupe 11">
              <a:extLst>
                <a:ext uri="{FF2B5EF4-FFF2-40B4-BE49-F238E27FC236}">
                  <a16:creationId xmlns:a16="http://schemas.microsoft.com/office/drawing/2014/main" id="{F3FB8D4D-B850-423A-9A47-CD3A407C8D34}"/>
                </a:ext>
              </a:extLst>
            </p:cNvPr>
            <p:cNvGrpSpPr/>
            <p:nvPr/>
          </p:nvGrpSpPr>
          <p:grpSpPr>
            <a:xfrm>
              <a:off x="5855989" y="3709349"/>
              <a:ext cx="1390274" cy="2642072"/>
              <a:chOff x="4295399" y="3620132"/>
              <a:chExt cx="1428728" cy="264207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0845A2-4155-4C65-B058-92821A9AD6A8}"/>
                  </a:ext>
                </a:extLst>
              </p:cNvPr>
              <p:cNvSpPr/>
              <p:nvPr/>
            </p:nvSpPr>
            <p:spPr>
              <a:xfrm>
                <a:off x="4295399" y="3620132"/>
                <a:ext cx="1428728" cy="2642072"/>
              </a:xfrm>
              <a:prstGeom prst="rect">
                <a:avLst/>
              </a:prstGeom>
              <a:noFill/>
              <a:ln w="38100">
                <a:solidFill>
                  <a:srgbClr val="03234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ZoneTexte 10">
                <a:extLst>
                  <a:ext uri="{FF2B5EF4-FFF2-40B4-BE49-F238E27FC236}">
                    <a16:creationId xmlns:a16="http://schemas.microsoft.com/office/drawing/2014/main" id="{91B7EF7B-7B94-41D3-B3DA-04A2FB94B95E}"/>
                  </a:ext>
                </a:extLst>
              </p:cNvPr>
              <p:cNvSpPr txBox="1"/>
              <p:nvPr/>
            </p:nvSpPr>
            <p:spPr>
              <a:xfrm>
                <a:off x="4346904" y="5472328"/>
                <a:ext cx="1282384" cy="7386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rgbClr val="03234B"/>
                    </a:solidFill>
                  </a:rPr>
                  <a:t>Registre qui permet de générer l’int</a:t>
                </a:r>
                <a:r>
                  <a:rPr lang="en-US" sz="1400" b="1">
                    <a:solidFill>
                      <a:srgbClr val="3CB4E6"/>
                    </a:solidFill>
                  </a:rPr>
                  <a:t>.</a:t>
                </a:r>
                <a:endParaRPr lang="en-US" sz="1400" b="1" dirty="0">
                  <a:solidFill>
                    <a:srgbClr val="3CB4E6"/>
                  </a:solidFill>
                </a:endParaRPr>
              </a:p>
            </p:txBody>
          </p:sp>
        </p:grpSp>
        <p:grpSp>
          <p:nvGrpSpPr>
            <p:cNvPr id="16" name="Groupe 12">
              <a:extLst>
                <a:ext uri="{FF2B5EF4-FFF2-40B4-BE49-F238E27FC236}">
                  <a16:creationId xmlns:a16="http://schemas.microsoft.com/office/drawing/2014/main" id="{714A9923-F870-4C95-8EA8-53400D94704B}"/>
                </a:ext>
              </a:extLst>
            </p:cNvPr>
            <p:cNvGrpSpPr/>
            <p:nvPr/>
          </p:nvGrpSpPr>
          <p:grpSpPr>
            <a:xfrm>
              <a:off x="7296150" y="3709349"/>
              <a:ext cx="1644752" cy="2642072"/>
              <a:chOff x="4295399" y="3620132"/>
              <a:chExt cx="1428729" cy="264207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0C3727E-6841-44CC-9835-31C55A3ECAA0}"/>
                  </a:ext>
                </a:extLst>
              </p:cNvPr>
              <p:cNvSpPr/>
              <p:nvPr/>
            </p:nvSpPr>
            <p:spPr>
              <a:xfrm>
                <a:off x="4295399" y="3620132"/>
                <a:ext cx="1428729" cy="2642072"/>
              </a:xfrm>
              <a:prstGeom prst="rect">
                <a:avLst/>
              </a:prstGeom>
              <a:noFill/>
              <a:ln w="38100">
                <a:solidFill>
                  <a:srgbClr val="FFD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ZoneTexte 14">
                <a:extLst>
                  <a:ext uri="{FF2B5EF4-FFF2-40B4-BE49-F238E27FC236}">
                    <a16:creationId xmlns:a16="http://schemas.microsoft.com/office/drawing/2014/main" id="{055E16F5-745D-444E-8D75-0016954B2330}"/>
                  </a:ext>
                </a:extLst>
              </p:cNvPr>
              <p:cNvSpPr txBox="1"/>
              <p:nvPr/>
            </p:nvSpPr>
            <p:spPr>
              <a:xfrm>
                <a:off x="4346904" y="5472328"/>
                <a:ext cx="1282384" cy="7386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sz="1400" b="1">
                    <a:solidFill>
                      <a:srgbClr val="FFD200"/>
                    </a:solidFill>
                  </a:rPr>
                  <a:t>Registre qui permet de suspendre l’int.</a:t>
                </a:r>
                <a:endParaRPr lang="en-US" sz="1400" b="1" dirty="0">
                  <a:solidFill>
                    <a:srgbClr val="FFD200"/>
                  </a:solidFill>
                </a:endParaRPr>
              </a:p>
            </p:txBody>
          </p:sp>
        </p:grpSp>
        <p:grpSp>
          <p:nvGrpSpPr>
            <p:cNvPr id="19" name="Groupe 15">
              <a:extLst>
                <a:ext uri="{FF2B5EF4-FFF2-40B4-BE49-F238E27FC236}">
                  <a16:creationId xmlns:a16="http://schemas.microsoft.com/office/drawing/2014/main" id="{C6034981-1191-4C22-B5D4-99B7793D49E7}"/>
                </a:ext>
              </a:extLst>
            </p:cNvPr>
            <p:cNvGrpSpPr/>
            <p:nvPr/>
          </p:nvGrpSpPr>
          <p:grpSpPr>
            <a:xfrm>
              <a:off x="8988762" y="3709349"/>
              <a:ext cx="1248284" cy="2642072"/>
              <a:chOff x="4295399" y="3620132"/>
              <a:chExt cx="1443186" cy="264207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9226916-1F96-4815-8AD2-A9A7DA047DD9}"/>
                  </a:ext>
                </a:extLst>
              </p:cNvPr>
              <p:cNvSpPr/>
              <p:nvPr/>
            </p:nvSpPr>
            <p:spPr>
              <a:xfrm>
                <a:off x="4295399" y="3620132"/>
                <a:ext cx="1428729" cy="2642072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ZoneTexte 17">
                <a:extLst>
                  <a:ext uri="{FF2B5EF4-FFF2-40B4-BE49-F238E27FC236}">
                    <a16:creationId xmlns:a16="http://schemas.microsoft.com/office/drawing/2014/main" id="{A48EB3A2-4D96-49A8-86A3-1A445D2FE591}"/>
                  </a:ext>
                </a:extLst>
              </p:cNvPr>
              <p:cNvSpPr txBox="1"/>
              <p:nvPr/>
            </p:nvSpPr>
            <p:spPr>
              <a:xfrm>
                <a:off x="4346903" y="5472328"/>
                <a:ext cx="1391682" cy="72572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fr-F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Registre d’état de l’interruption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022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FF0A-A79B-4803-9403-1CEFC4A915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d’activation de l’interruption</a:t>
            </a: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EAA96B40-3A3F-41BC-96B8-EAE86324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868" y="960120"/>
            <a:ext cx="7020264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329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FF0A-A79B-4803-9403-1CEFC4A915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de désactivation de l’interruption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F9600A-AB0A-D30B-CB5B-E2945A898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924" y="960120"/>
            <a:ext cx="7418153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9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FF0A-A79B-4803-9403-1CEFC4A915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de génération de l’interruption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96908-C8C8-68DD-B078-50311564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274" y="1052736"/>
            <a:ext cx="681345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0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E4C90-43F9-4806-B621-CF73FEC07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2" y="115888"/>
            <a:ext cx="11665569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qui permet de suspendre une interruption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DAAB49-0F36-2907-7727-53423968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253" y="1280120"/>
            <a:ext cx="698149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47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E4C90-43F9-4806-B621-CF73FEC07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d’état des interruptions</a:t>
            </a: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79786C14-795B-4F84-A076-7F03F076F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064" y="772778"/>
            <a:ext cx="8419872" cy="531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959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E4C90-43F9-4806-B621-CF73FEC07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 de priorités</a:t>
            </a: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071ECE2F-B367-4FBE-92FB-683499A46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562" y="908720"/>
            <a:ext cx="7672876" cy="548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665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DA77F-E281-E879-C3AD-7F0CE26C3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BAFA2-B0DE-42DF-B659-49D6FC2F650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857517" y="6330968"/>
            <a:ext cx="1184909" cy="292554"/>
          </a:xfrm>
        </p:spPr>
        <p:txBody>
          <a:bodyPr>
            <a:normAutofit/>
          </a:bodyPr>
          <a:lstStyle/>
          <a:p>
            <a:fld id="{A236C716-DEEC-44F8-9CD7-1B8233E8BB2C}" type="datetime1">
              <a:rPr lang="en-US" smtClean="0"/>
              <a:pPr/>
              <a:t>10/3/2024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E4C90-43F9-4806-B621-CF73FEC07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Particularités des interruptions externes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2DD25CCC-2B86-4882-9054-63B2BEE3AAEF}"/>
              </a:ext>
            </a:extLst>
          </p:cNvPr>
          <p:cNvSpPr txBox="1"/>
          <p:nvPr/>
        </p:nvSpPr>
        <p:spPr>
          <a:xfrm>
            <a:off x="310976" y="1001612"/>
            <a:ext cx="8136904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3234B"/>
                </a:solidFill>
              </a:rPr>
              <a:t>24 lignes d’interruptions externes </a:t>
            </a:r>
            <a:endParaRPr lang="en-US" dirty="0">
              <a:solidFill>
                <a:srgbClr val="03234B"/>
              </a:solidFill>
            </a:endParaRP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8D034C26-D87A-4BBE-81F8-565716DAD312}"/>
              </a:ext>
            </a:extLst>
          </p:cNvPr>
          <p:cNvSpPr txBox="1"/>
          <p:nvPr/>
        </p:nvSpPr>
        <p:spPr>
          <a:xfrm>
            <a:off x="6292453" y="2270970"/>
            <a:ext cx="2448272" cy="1200329"/>
          </a:xfrm>
          <a:prstGeom prst="rect">
            <a:avLst/>
          </a:prstGeom>
          <a:noFill/>
          <a:ln w="38100">
            <a:solidFill>
              <a:srgbClr val="E30613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>
                <a:solidFill>
                  <a:srgbClr val="E6007E"/>
                </a:solidFill>
              </a:rPr>
              <a:t>Type d’évènement:</a:t>
            </a:r>
          </a:p>
          <a:p>
            <a:pPr marL="285750" indent="-285750" algn="ctr">
              <a:buFontTx/>
              <a:buChar char="-"/>
            </a:pPr>
            <a:r>
              <a:rPr lang="en-US">
                <a:solidFill>
                  <a:srgbClr val="E6007E"/>
                </a:solidFill>
              </a:rPr>
              <a:t>Front montant</a:t>
            </a:r>
          </a:p>
          <a:p>
            <a:pPr marL="285750" indent="-285750" algn="ctr">
              <a:buFontTx/>
              <a:buChar char="-"/>
            </a:pPr>
            <a:r>
              <a:rPr lang="en-US">
                <a:solidFill>
                  <a:srgbClr val="E6007E"/>
                </a:solidFill>
              </a:rPr>
              <a:t>Front descendant</a:t>
            </a:r>
          </a:p>
          <a:p>
            <a:pPr marL="285750" indent="-285750" algn="ctr">
              <a:buFontTx/>
              <a:buChar char="-"/>
            </a:pPr>
            <a:r>
              <a:rPr lang="en-US">
                <a:solidFill>
                  <a:srgbClr val="E6007E"/>
                </a:solidFill>
              </a:rPr>
              <a:t>Les deux.</a:t>
            </a:r>
            <a:endParaRPr lang="en-US" dirty="0">
              <a:solidFill>
                <a:srgbClr val="E6007E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90F5F-1063-45B1-AD94-C10920D1D956}"/>
              </a:ext>
            </a:extLst>
          </p:cNvPr>
          <p:cNvSpPr txBox="1"/>
          <p:nvPr/>
        </p:nvSpPr>
        <p:spPr>
          <a:xfrm>
            <a:off x="6668854" y="3897922"/>
            <a:ext cx="1791578" cy="64633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Interruption ou </a:t>
            </a:r>
          </a:p>
          <a:p>
            <a:pPr algn="ctr"/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Évènement ?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9" name="Groupe 10">
            <a:extLst>
              <a:ext uri="{FF2B5EF4-FFF2-40B4-BE49-F238E27FC236}">
                <a16:creationId xmlns:a16="http://schemas.microsoft.com/office/drawing/2014/main" id="{85DA74EE-FAAD-40BA-B017-2718C1A876E8}"/>
              </a:ext>
            </a:extLst>
          </p:cNvPr>
          <p:cNvGrpSpPr/>
          <p:nvPr/>
        </p:nvGrpSpPr>
        <p:grpSpPr>
          <a:xfrm>
            <a:off x="403537" y="1412776"/>
            <a:ext cx="5518148" cy="4923671"/>
            <a:chOff x="403537" y="1710100"/>
            <a:chExt cx="5518148" cy="4923671"/>
          </a:xfrm>
        </p:grpSpPr>
        <p:pic>
          <p:nvPicPr>
            <p:cNvPr id="10" name="Image 3">
              <a:extLst>
                <a:ext uri="{FF2B5EF4-FFF2-40B4-BE49-F238E27FC236}">
                  <a16:creationId xmlns:a16="http://schemas.microsoft.com/office/drawing/2014/main" id="{E12A1223-39E1-4A4A-BB0A-DD4246746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537" y="1710100"/>
              <a:ext cx="5518148" cy="4923671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3F5F65-D1FC-4C45-B953-8AF1752B2C01}"/>
                </a:ext>
              </a:extLst>
            </p:cNvPr>
            <p:cNvSpPr/>
            <p:nvPr/>
          </p:nvSpPr>
          <p:spPr>
            <a:xfrm>
              <a:off x="3774710" y="3510152"/>
              <a:ext cx="1373354" cy="782944"/>
            </a:xfrm>
            <a:prstGeom prst="rect">
              <a:avLst/>
            </a:prstGeom>
            <a:noFill/>
            <a:ln w="38100">
              <a:solidFill>
                <a:srgbClr val="E600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71E37-1679-4658-AC52-8DB73D20F2EE}"/>
                </a:ext>
              </a:extLst>
            </p:cNvPr>
            <p:cNvSpPr/>
            <p:nvPr/>
          </p:nvSpPr>
          <p:spPr>
            <a:xfrm>
              <a:off x="2415761" y="3510152"/>
              <a:ext cx="1304144" cy="792088"/>
            </a:xfrm>
            <a:prstGeom prst="rect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F4D458-27D7-46FD-A95E-BB1590DF66EE}"/>
                </a:ext>
              </a:extLst>
            </p:cNvPr>
            <p:cNvSpPr/>
            <p:nvPr/>
          </p:nvSpPr>
          <p:spPr>
            <a:xfrm>
              <a:off x="1619672" y="3501008"/>
              <a:ext cx="716080" cy="792088"/>
            </a:xfrm>
            <a:prstGeom prst="rect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14" name="ZoneTexte 9">
            <a:extLst>
              <a:ext uri="{FF2B5EF4-FFF2-40B4-BE49-F238E27FC236}">
                <a16:creationId xmlns:a16="http://schemas.microsoft.com/office/drawing/2014/main" id="{B86BF0CE-2D8A-4645-9940-DDE893B87A97}"/>
              </a:ext>
            </a:extLst>
          </p:cNvPr>
          <p:cNvSpPr txBox="1"/>
          <p:nvPr/>
        </p:nvSpPr>
        <p:spPr>
          <a:xfrm>
            <a:off x="6732240" y="5157192"/>
            <a:ext cx="1568699" cy="646331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Statut de</a:t>
            </a:r>
          </a:p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l’interruption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5449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BFBCD-88B8-423F-A795-596AB9738F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dirty="0"/>
              <a:t>Interruptions – IRQ Handler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F2461-D058-472B-8EC5-F69929EBF8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1196753"/>
            <a:ext cx="11880850" cy="4392487"/>
          </a:xfrm>
        </p:spPr>
        <p:txBody>
          <a:bodyPr>
            <a:normAutofit lnSpcReduction="10000"/>
          </a:bodyPr>
          <a:lstStyle/>
          <a:p>
            <a:r>
              <a:rPr lang="fr-FR" sz="1800" dirty="0"/>
              <a:t>Allez à la page 243 du manuel de référence. Chaque type d'interruption est décrit comme suit :</a:t>
            </a:r>
            <a:br>
              <a:rPr lang="fr-FR" sz="1800" dirty="0"/>
            </a:br>
            <a:endParaRPr lang="en-US" sz="1800" dirty="0"/>
          </a:p>
          <a:p>
            <a:r>
              <a:rPr lang="en-US" sz="1800" dirty="0"/>
              <a:t>EXTI interrupt mask register (EXTI_IMR)</a:t>
            </a:r>
          </a:p>
          <a:p>
            <a:endParaRPr lang="en-US" sz="1800" dirty="0"/>
          </a:p>
          <a:p>
            <a:r>
              <a:rPr lang="en-US" sz="1800" dirty="0"/>
              <a:t>EXTI event mask register (EXTI_EMR)</a:t>
            </a:r>
          </a:p>
          <a:p>
            <a:endParaRPr lang="en-US" sz="1800" dirty="0"/>
          </a:p>
          <a:p>
            <a:r>
              <a:rPr lang="en-US" sz="1800" dirty="0"/>
              <a:t>EXTI  rising edge trigger selection register (EXTI_RTSR)</a:t>
            </a:r>
          </a:p>
          <a:p>
            <a:endParaRPr lang="en-US" sz="1800" dirty="0"/>
          </a:p>
          <a:p>
            <a:r>
              <a:rPr lang="en-US" sz="1800" dirty="0"/>
              <a:t>EXTI falling edge trigger selection register (EXTI_FTSR)</a:t>
            </a:r>
          </a:p>
          <a:p>
            <a:endParaRPr lang="en-US" sz="1800" dirty="0"/>
          </a:p>
          <a:p>
            <a:r>
              <a:rPr lang="en-US" sz="1800" dirty="0"/>
              <a:t>EXTI software interrupt event register (EXTI_SWIER)</a:t>
            </a:r>
          </a:p>
          <a:p>
            <a:endParaRPr lang="en-US" sz="1800" dirty="0"/>
          </a:p>
          <a:p>
            <a:r>
              <a:rPr lang="en-US" sz="1800" dirty="0"/>
              <a:t>EXTI pending register (EXTI_PR)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5C0AD1-97BA-707E-9CDE-4B0B7FA80918}"/>
              </a:ext>
            </a:extLst>
          </p:cNvPr>
          <p:cNvGrpSpPr/>
          <p:nvPr/>
        </p:nvGrpSpPr>
        <p:grpSpPr>
          <a:xfrm>
            <a:off x="6384032" y="1606100"/>
            <a:ext cx="5544616" cy="4631212"/>
            <a:chOff x="2082004" y="-72884"/>
            <a:chExt cx="5003658" cy="36458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0450C97-667C-9304-7671-8E20A9E7BE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54187"/>
            <a:stretch/>
          </p:blipFill>
          <p:spPr>
            <a:xfrm>
              <a:off x="2082004" y="-72884"/>
              <a:ext cx="5003658" cy="31418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05FCEF-BDA1-E6F2-81BC-241017279C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92651"/>
            <a:stretch/>
          </p:blipFill>
          <p:spPr>
            <a:xfrm>
              <a:off x="2082004" y="3068960"/>
              <a:ext cx="5003658" cy="5039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22712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D2DCD-CEFB-4F76-A853-0B5C5D3B2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Particularités des interruptions externes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CD6B62E0-046B-447D-8051-D36B7EDB4783}"/>
              </a:ext>
            </a:extLst>
          </p:cNvPr>
          <p:cNvSpPr txBox="1"/>
          <p:nvPr/>
        </p:nvSpPr>
        <p:spPr>
          <a:xfrm>
            <a:off x="3127885" y="3919067"/>
            <a:ext cx="4680518" cy="369332"/>
          </a:xfrm>
          <a:prstGeom prst="rect">
            <a:avLst/>
          </a:prstGeom>
          <a:noFill/>
          <a:ln w="38100">
            <a:solidFill>
              <a:srgbClr val="E6007E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fr-FR" dirty="0">
                <a:solidFill>
                  <a:srgbClr val="03234B"/>
                </a:solidFill>
              </a:rPr>
              <a:t>Ceci est vrai pour toutes les lignes de 0 à 15</a:t>
            </a:r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CC45B8A3-CACD-4E24-80D7-B9050BAC7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1695901"/>
            <a:ext cx="3343275" cy="2066925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B9156D25-9479-4B85-909A-DB96FA90C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9" y="1699332"/>
            <a:ext cx="3064767" cy="2063494"/>
          </a:xfrm>
          <a:prstGeom prst="rect">
            <a:avLst/>
          </a:prstGeom>
        </p:spPr>
      </p:pic>
      <p:cxnSp>
        <p:nvCxnSpPr>
          <p:cNvPr id="9" name="Connecteur droit avec flèche 6">
            <a:extLst>
              <a:ext uri="{FF2B5EF4-FFF2-40B4-BE49-F238E27FC236}">
                <a16:creationId xmlns:a16="http://schemas.microsoft.com/office/drawing/2014/main" id="{58E53DCA-6DF2-4D73-9890-4A48275C3048}"/>
              </a:ext>
            </a:extLst>
          </p:cNvPr>
          <p:cNvCxnSpPr/>
          <p:nvPr/>
        </p:nvCxnSpPr>
        <p:spPr>
          <a:xfrm>
            <a:off x="4912296" y="2848029"/>
            <a:ext cx="1111696" cy="0"/>
          </a:xfrm>
          <a:prstGeom prst="straightConnector1">
            <a:avLst/>
          </a:prstGeom>
          <a:ln>
            <a:solidFill>
              <a:srgbClr val="03234B"/>
            </a:solidFill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Image 8">
            <a:extLst>
              <a:ext uri="{FF2B5EF4-FFF2-40B4-BE49-F238E27FC236}">
                <a16:creationId xmlns:a16="http://schemas.microsoft.com/office/drawing/2014/main" id="{E2D70F0D-93C2-4D99-94D4-5CCCEEE0C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705" y="4519938"/>
            <a:ext cx="4680519" cy="19666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A1DC1D-34F2-4E53-8501-7048C5E7A2D4}"/>
              </a:ext>
            </a:extLst>
          </p:cNvPr>
          <p:cNvSpPr/>
          <p:nvPr/>
        </p:nvSpPr>
        <p:spPr>
          <a:xfrm>
            <a:off x="8184232" y="3850892"/>
            <a:ext cx="3831498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sz="1400" b="1">
                <a:solidFill>
                  <a:srgbClr val="03234B"/>
                </a:solidFill>
                <a:latin typeface="Arial,Bold"/>
              </a:rPr>
              <a:t>SYSCFG = System configuration controller</a:t>
            </a:r>
            <a:endParaRPr lang="en-US" sz="1400" dirty="0">
              <a:solidFill>
                <a:srgbClr val="03234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759FB-95AC-4B6B-8346-2F26CAA061F2}"/>
              </a:ext>
            </a:extLst>
          </p:cNvPr>
          <p:cNvSpPr/>
          <p:nvPr/>
        </p:nvSpPr>
        <p:spPr>
          <a:xfrm>
            <a:off x="479376" y="847570"/>
            <a:ext cx="9024937" cy="3693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>
                <a:solidFill>
                  <a:srgbClr val="03234B"/>
                </a:solidFill>
              </a:rPr>
              <a:t>Chaque pin </a:t>
            </a:r>
            <a:r>
              <a:rPr lang="en-US" b="1">
                <a:solidFill>
                  <a:srgbClr val="03234B"/>
                </a:solidFill>
                <a:highlight>
                  <a:srgbClr val="FFFF00"/>
                </a:highlight>
              </a:rPr>
              <a:t>N</a:t>
            </a:r>
            <a:r>
              <a:rPr lang="en-US">
                <a:solidFill>
                  <a:srgbClr val="03234B"/>
                </a:solidFill>
              </a:rPr>
              <a:t> de chaque Port est associé au EXTI</a:t>
            </a:r>
            <a:r>
              <a:rPr lang="en-US" b="1">
                <a:solidFill>
                  <a:srgbClr val="03234B"/>
                </a:solidFill>
                <a:highlight>
                  <a:srgbClr val="FFFF00"/>
                </a:highlight>
              </a:rPr>
              <a:t>N</a:t>
            </a:r>
            <a:r>
              <a:rPr lang="en-US">
                <a:solidFill>
                  <a:srgbClr val="03234B"/>
                </a:solidFill>
              </a:rPr>
              <a:t> de la Pin0 à la Pin15:</a:t>
            </a:r>
            <a:endParaRPr lang="en-US" dirty="0">
              <a:solidFill>
                <a:srgbClr val="0323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510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837BE-49CE-4FA0-8D1C-41F484DE54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Interruption – Bouton Poussoir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B1583-36D6-43AD-9C5B-80D82DFBD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8"/>
            <a:ext cx="5994851" cy="4536504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Créer un nouveau projet et l’appeler TP02 Interruptions.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Configurer les LED comme dans le TP précédent.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Configurer les boutons 1 à 3 en les nommant PB1 à PB3 en activant le EXTI associé.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Dans l’onglet NVIC, activer le EXTI line interrupts correspondant.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Configurer le bouton 4 en le nommant PB4 seulement en GPIO_Input.</a:t>
            </a:r>
            <a:br>
              <a:rPr lang="fr-FR" dirty="0"/>
            </a:br>
            <a:endParaRPr lang="fr-FR" dirty="0"/>
          </a:p>
          <a:p>
            <a:r>
              <a:rPr lang="fr-FR" dirty="0"/>
              <a:t>Mettre en place un polling sur le changement d’état du bouton </a:t>
            </a:r>
            <a:r>
              <a:rPr lang="fr-FR"/>
              <a:t>PB4 (pour </a:t>
            </a:r>
            <a:r>
              <a:rPr lang="fr-FR" dirty="0"/>
              <a:t>pull-up ou pull-down).</a:t>
            </a:r>
            <a:br>
              <a:rPr lang="fr-FR" dirty="0"/>
            </a:br>
            <a:endParaRPr lang="fr-FR" dirty="0"/>
          </a:p>
          <a:p>
            <a:r>
              <a:rPr lang="fr-FR" dirty="0"/>
              <a:t>Le bouton PB4 lancera la fonction k2000() du TP précédent.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Dans le fichier stm32l1xx_it.c, les interruptions des boutons seront appelées dans void EXTI9_5_IRQHandler() et void EXTI15_10_IRQHandler().</a:t>
            </a:r>
            <a:br>
              <a:rPr lang="fr-FR" dirty="0"/>
            </a:br>
            <a:endParaRPr lang="fr-FR" dirty="0"/>
          </a:p>
          <a:p>
            <a:r>
              <a:rPr lang="fr-FR" dirty="0"/>
              <a:t>Le traitement du bouton sera fait par la fonction void HAL_GPIO_EXTI_Callback(uint16_t GPIO_Pin) qui sera codée dans le fichier main.c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94AF36-D825-49D4-94DA-464725DF6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096" y="644023"/>
            <a:ext cx="4349264" cy="5766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4E8DEA-E56A-4488-BBEF-B9D3EE42BC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08"/>
          <a:stretch/>
        </p:blipFill>
        <p:spPr>
          <a:xfrm>
            <a:off x="6187618" y="1219615"/>
            <a:ext cx="5813038" cy="42017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B02311-601E-4D75-A8C8-B793BB88C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1659" y="5753531"/>
            <a:ext cx="4324350" cy="66675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CE9D1D-98B0-4C49-93D1-CF12DE22F885}"/>
              </a:ext>
            </a:extLst>
          </p:cNvPr>
          <p:cNvCxnSpPr>
            <a:cxnSpLocks/>
          </p:cNvCxnSpPr>
          <p:nvPr/>
        </p:nvCxnSpPr>
        <p:spPr>
          <a:xfrm>
            <a:off x="8119871" y="1988840"/>
            <a:ext cx="994476" cy="3764691"/>
          </a:xfrm>
          <a:prstGeom prst="straightConnector1">
            <a:avLst/>
          </a:prstGeom>
          <a:ln w="19050">
            <a:solidFill>
              <a:srgbClr val="E6007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4">
            <a:extLst>
              <a:ext uri="{FF2B5EF4-FFF2-40B4-BE49-F238E27FC236}">
                <a16:creationId xmlns:a16="http://schemas.microsoft.com/office/drawing/2014/main" id="{EBC3B598-FE5F-C831-95B6-E6D450765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3556" y="5575933"/>
            <a:ext cx="2278575" cy="1165435"/>
          </a:xfrm>
          <a:prstGeom prst="rect">
            <a:avLst/>
          </a:prstGeom>
        </p:spPr>
      </p:pic>
      <p:pic>
        <p:nvPicPr>
          <p:cNvPr id="9" name="Picture 19">
            <a:extLst>
              <a:ext uri="{FF2B5EF4-FFF2-40B4-BE49-F238E27FC236}">
                <a16:creationId xmlns:a16="http://schemas.microsoft.com/office/drawing/2014/main" id="{0BE3FD69-E07A-E433-8CA7-DB23613F8F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4728" y="6360429"/>
            <a:ext cx="31051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979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837BE-49CE-4FA0-8D1C-41F484DE54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Interruption – Bouton Poussoir (suite)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B1583-36D6-43AD-9C5B-80D82DFBD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9"/>
            <a:ext cx="7705129" cy="2520280"/>
          </a:xfrm>
        </p:spPr>
        <p:txBody>
          <a:bodyPr>
            <a:normAutofit/>
          </a:bodyPr>
          <a:lstStyle/>
          <a:p>
            <a:r>
              <a:rPr lang="fr-FR" sz="1400" dirty="0">
                <a:sym typeface="Wingdings" panose="05000000000000000000" pitchFamily="2" charset="2"/>
              </a:rPr>
              <a:t>En fonction du bouton appuyé, nous ferons les actions suivantes:</a:t>
            </a:r>
          </a:p>
          <a:p>
            <a:pPr lvl="1"/>
            <a:r>
              <a:rPr lang="fr-FR" sz="1400" dirty="0">
                <a:sym typeface="Wingdings" panose="05000000000000000000" pitchFamily="2" charset="2"/>
              </a:rPr>
              <a:t>PB1 changera l’état de la LED0</a:t>
            </a:r>
          </a:p>
          <a:p>
            <a:pPr lvl="1"/>
            <a:r>
              <a:rPr lang="fr-FR" sz="1400" dirty="0">
                <a:sym typeface="Wingdings" panose="05000000000000000000" pitchFamily="2" charset="2"/>
              </a:rPr>
              <a:t>PB2 changera l’état de la LD2 sur la carte nucleo</a:t>
            </a:r>
          </a:p>
          <a:p>
            <a:pPr lvl="1"/>
            <a:r>
              <a:rPr lang="fr-FR" sz="1400" dirty="0">
                <a:sym typeface="Wingdings" panose="05000000000000000000" pitchFamily="2" charset="2"/>
              </a:rPr>
              <a:t>PB3 Appellera une fois la fonction </a:t>
            </a:r>
            <a:r>
              <a:rPr lang="fr-FR" sz="1400" dirty="0" err="1">
                <a:sym typeface="Wingdings" panose="05000000000000000000" pitchFamily="2" charset="2"/>
              </a:rPr>
              <a:t>switchLedAll</a:t>
            </a:r>
            <a:r>
              <a:rPr lang="fr-FR" sz="1400" dirty="0">
                <a:sym typeface="Wingdings" panose="05000000000000000000" pitchFamily="2" charset="2"/>
              </a:rPr>
              <a:t>()</a:t>
            </a:r>
            <a:endParaRPr lang="fr-FR" sz="1400" dirty="0"/>
          </a:p>
          <a:p>
            <a:r>
              <a:rPr lang="fr-FR" sz="1400" dirty="0"/>
              <a:t>Ajouter maintenant un délai de 10s au début de votre programme.</a:t>
            </a:r>
          </a:p>
          <a:p>
            <a:r>
              <a:rPr lang="fr-FR" sz="1400" dirty="0"/>
              <a:t>Essayer d’appuyer rapidement après le démarrage sur le bouton 4.</a:t>
            </a:r>
          </a:p>
          <a:p>
            <a:pPr lvl="1"/>
            <a:r>
              <a:rPr lang="fr-FR" sz="1400" dirty="0"/>
              <a:t>Que se passe-t-il ? Pourquoi ?</a:t>
            </a:r>
          </a:p>
          <a:p>
            <a:pPr lvl="1"/>
            <a:r>
              <a:rPr lang="fr-FR" sz="1400" dirty="0"/>
              <a:t>Qu’en est-il des autres boutons ?</a:t>
            </a:r>
            <a:endParaRPr lang="fr-FR" sz="1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08920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7e29489c09c3c63187c2677341ee6319b0e3d0"/>
</p:tagLst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5b0a18-0ac8-40ff-9dda-cbf02757ab37">
      <Terms xmlns="http://schemas.microsoft.com/office/infopath/2007/PartnerControls"/>
    </lcf76f155ced4ddcb4097134ff3c332f>
    <TaxCatchAll xmlns="0cb2f437-beb1-4687-8ff2-788330b5ca7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2CCF50953A34F8DA5C30A590C3005" ma:contentTypeVersion="11" ma:contentTypeDescription="Crée un document." ma:contentTypeScope="" ma:versionID="e7d8b9f836649573da8f0cf44141a357">
  <xsd:schema xmlns:xsd="http://www.w3.org/2001/XMLSchema" xmlns:xs="http://www.w3.org/2001/XMLSchema" xmlns:p="http://schemas.microsoft.com/office/2006/metadata/properties" xmlns:ns2="1b5b0a18-0ac8-40ff-9dda-cbf02757ab37" xmlns:ns3="0cb2f437-beb1-4687-8ff2-788330b5ca72" targetNamespace="http://schemas.microsoft.com/office/2006/metadata/properties" ma:root="true" ma:fieldsID="2a292ad2c614c2f769c1958b5880bc7d" ns2:_="" ns3:_="">
    <xsd:import namespace="1b5b0a18-0ac8-40ff-9dda-cbf02757ab37"/>
    <xsd:import namespace="0cb2f437-beb1-4687-8ff2-788330b5c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b0a18-0ac8-40ff-9dda-cbf02757a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bafe7f-9857-4f22-abd8-d347ad85f0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2f437-beb1-4687-8ff2-788330b5ca7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637468-d8fd-43cf-95be-15fffd0247d3}" ma:internalName="TaxCatchAll" ma:showField="CatchAllData" ma:web="0cb2f437-beb1-4687-8ff2-788330b5ca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ADB4B4-4CD2-4DDB-8FB5-163083A918CC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c736c050-8123-400e-b927-36c61e420814"/>
    <ds:schemaRef ds:uri="http://schemas.microsoft.com/office/2006/metadata/properties"/>
    <ds:schemaRef ds:uri="http://purl.org/dc/elements/1.1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F5A23C7-EC2B-4DAF-A4C0-6834817A9C86}"/>
</file>

<file path=customXml/itemProps3.xml><?xml version="1.0" encoding="utf-8"?>
<ds:datastoreItem xmlns:ds="http://schemas.openxmlformats.org/officeDocument/2006/customXml" ds:itemID="{6C3C9DBC-2F9A-4C2A-9095-02901C12122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44627</TotalTime>
  <Words>1460</Words>
  <Application>Microsoft Office PowerPoint</Application>
  <PresentationFormat>Widescreen</PresentationFormat>
  <Paragraphs>179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Arial,Bold</vt:lpstr>
      <vt:lpstr>Calibri</vt:lpstr>
      <vt:lpstr>Wingdings</vt:lpstr>
      <vt:lpstr>ST PowerPoint Template 16x9</vt:lpstr>
      <vt:lpstr>TP02 – INTERRUPTIONS STM32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02 - Interruptions</dc:title>
  <dc:subject/>
  <dc:creator>JLSDQ</dc:creator>
  <cp:keywords/>
  <dc:description/>
  <cp:lastModifiedBy>Julien TERRIER</cp:lastModifiedBy>
  <cp:revision>814</cp:revision>
  <dcterms:created xsi:type="dcterms:W3CDTF">2019-08-27T13:56:49Z</dcterms:created>
  <dcterms:modified xsi:type="dcterms:W3CDTF">2024-10-03T13:49:46Z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0x0101007862CCF50953A34F8DA5C30A590C3005</vt:lpwstr>
  </property>
</Properties>
</file>