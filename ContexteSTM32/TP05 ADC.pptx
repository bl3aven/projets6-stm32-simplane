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266_2A151BBB.xml" ContentType="application/vnd.ms-powerpoint.comments+xml"/>
  <Override PartName="/ppt/notesSlides/notesSlide3.xml" ContentType="application/vnd.openxmlformats-officedocument.presentationml.notesSlide+xml"/>
  <Override PartName="/ppt/comments/modernComment_230_F2A97027.xml" ContentType="application/vnd.ms-powerpoint.comments+xml"/>
  <Override PartName="/ppt/notesSlides/notesSlide4.xml" ContentType="application/vnd.openxmlformats-officedocument.presentationml.notesSlide+xml"/>
  <Override PartName="/ppt/comments/modernComment_231_7D898125.xml" ContentType="application/vnd.ms-powerpoint.comments+xml"/>
  <Override PartName="/ppt/notesSlides/notesSlide5.xml" ContentType="application/vnd.openxmlformats-officedocument.presentationml.notesSlide+xml"/>
  <Override PartName="/ppt/comments/modernComment_232_8B652240.xml" ContentType="application/vnd.ms-powerpoint.comments+xml"/>
  <Override PartName="/ppt/notesSlides/notesSlide6.xml" ContentType="application/vnd.openxmlformats-officedocument.presentationml.notesSlide+xml"/>
  <Override PartName="/ppt/comments/modernComment_233_37210723.xml" ContentType="application/vnd.ms-powerpoint.comments+xml"/>
  <Override PartName="/ppt/notesSlides/notesSlide7.xml" ContentType="application/vnd.openxmlformats-officedocument.presentationml.notesSlide+xml"/>
  <Override PartName="/ppt/comments/modernComment_246_4710DB0A.xml" ContentType="application/vnd.ms-powerpoint.comments+xml"/>
  <Override PartName="/ppt/notesSlides/notesSlide8.xml" ContentType="application/vnd.openxmlformats-officedocument.presentationml.notesSlide+xml"/>
  <Override PartName="/ppt/comments/modernComment_245_3A809893.xml" ContentType="application/vnd.ms-powerpoint.comments+xml"/>
  <Override PartName="/ppt/notesSlides/notesSlide9.xml" ContentType="application/vnd.openxmlformats-officedocument.presentationml.notesSlide+xml"/>
  <Override PartName="/ppt/comments/modernComment_234_A553448F.xml" ContentType="application/vnd.ms-powerpoint.comments+xml"/>
  <Override PartName="/ppt/notesSlides/notesSlide10.xml" ContentType="application/vnd.openxmlformats-officedocument.presentationml.notesSlide+xml"/>
  <Override PartName="/ppt/comments/modernComment_235_9378A446.xml" ContentType="application/vnd.ms-powerpoint.comments+xml"/>
  <Override PartName="/ppt/notesSlides/notesSlide11.xml" ContentType="application/vnd.openxmlformats-officedocument.presentationml.notesSlide+xml"/>
  <Override PartName="/ppt/comments/modernComment_237_B5B55EB2.xml" ContentType="application/vnd.ms-powerpoint.comments+xml"/>
  <Override PartName="/ppt/notesSlides/notesSlide12.xml" ContentType="application/vnd.openxmlformats-officedocument.presentationml.notesSlide+xml"/>
  <Override PartName="/ppt/comments/modernComment_238_9387E76F.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23B_ED5A30AB.xml" ContentType="application/vnd.ms-powerpoint.comments+xml"/>
  <Override PartName="/ppt/notesSlides/notesSlide15.xml" ContentType="application/vnd.openxmlformats-officedocument.presentationml.notesSlide+xml"/>
  <Override PartName="/ppt/comments/modernComment_23C_BFA9F6C2.xml" ContentType="application/vnd.ms-powerpoint.comments+xml"/>
  <Override PartName="/ppt/notesSlides/notesSlide16.xml" ContentType="application/vnd.openxmlformats-officedocument.presentationml.notesSlide+xml"/>
  <Override PartName="/ppt/comments/modernComment_247_2387247F.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0" r:id="rId4"/>
  </p:sldMasterIdLst>
  <p:notesMasterIdLst>
    <p:notesMasterId r:id="rId22"/>
  </p:notesMasterIdLst>
  <p:handoutMasterIdLst>
    <p:handoutMasterId r:id="rId23"/>
  </p:handoutMasterIdLst>
  <p:sldIdLst>
    <p:sldId id="613" r:id="rId5"/>
    <p:sldId id="614" r:id="rId6"/>
    <p:sldId id="560" r:id="rId7"/>
    <p:sldId id="561" r:id="rId8"/>
    <p:sldId id="562" r:id="rId9"/>
    <p:sldId id="563" r:id="rId10"/>
    <p:sldId id="582" r:id="rId11"/>
    <p:sldId id="581" r:id="rId12"/>
    <p:sldId id="564" r:id="rId13"/>
    <p:sldId id="565" r:id="rId14"/>
    <p:sldId id="567" r:id="rId15"/>
    <p:sldId id="568" r:id="rId16"/>
    <p:sldId id="615" r:id="rId17"/>
    <p:sldId id="571" r:id="rId18"/>
    <p:sldId id="572" r:id="rId19"/>
    <p:sldId id="583" r:id="rId20"/>
    <p:sldId id="616" r:id="rId21"/>
  </p:sldIdLst>
  <p:sldSz cx="12192000" cy="6858000"/>
  <p:notesSz cx="6858000" cy="9144000"/>
  <p:custDataLst>
    <p:tags r:id="rId24"/>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3893CF6-DB1A-4DF7-A6D9-074A1E8936B9}">
          <p14:sldIdLst>
            <p14:sldId id="613"/>
            <p14:sldId id="614"/>
            <p14:sldId id="560"/>
            <p14:sldId id="561"/>
            <p14:sldId id="562"/>
            <p14:sldId id="563"/>
            <p14:sldId id="582"/>
            <p14:sldId id="581"/>
            <p14:sldId id="564"/>
            <p14:sldId id="565"/>
            <p14:sldId id="567"/>
            <p14:sldId id="568"/>
            <p14:sldId id="615"/>
            <p14:sldId id="571"/>
            <p14:sldId id="572"/>
            <p14:sldId id="583"/>
            <p14:sldId id="61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5CD6D8-3140-9AED-417C-67238DA3D55A}" name="Julien TERRIER" initials="JT" userId="S::julien.terrier@st.com::e38a7381-6e71-427d-838c-0275fc209b8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4E"/>
    <a:srgbClr val="151BFF"/>
    <a:srgbClr val="00529B"/>
    <a:srgbClr val="20D654"/>
    <a:srgbClr val="28F20C"/>
    <a:srgbClr val="20DF15"/>
    <a:srgbClr val="E30613"/>
    <a:srgbClr val="F08109"/>
    <a:srgbClr val="EF178C"/>
    <a:srgbClr val="2388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43A332-AD84-BED4-ADD2-C3BA662CAF9F}" v="2" dt="2026-03-11T07:44:41.090"/>
  </p1510:revLst>
</p1510:revInfo>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Style moyen 3 - Accentuation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034E78-7F5D-4C2E-B375-FC64B27BC917}" styleName="Style foncé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Style foncé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s WALLNER" userId="S::lucas.wallner@isen.yncrea.fr::ace0c202-7dce-4779-b0f7-85e0d8fb5fa9" providerId="AD" clId="Web-{2A6DC1D4-A4CF-8549-3A06-F201ACD9E1AA}"/>
    <pc:docChg chg="modSld">
      <pc:chgData name="Lucas WALLNER" userId="S::lucas.wallner@isen.yncrea.fr::ace0c202-7dce-4779-b0f7-85e0d8fb5fa9" providerId="AD" clId="Web-{2A6DC1D4-A4CF-8549-3A06-F201ACD9E1AA}" dt="2026-03-06T13:09:52.430" v="0" actId="1076"/>
      <pc:docMkLst>
        <pc:docMk/>
      </pc:docMkLst>
      <pc:sldChg chg="modSp">
        <pc:chgData name="Lucas WALLNER" userId="S::lucas.wallner@isen.yncrea.fr::ace0c202-7dce-4779-b0f7-85e0d8fb5fa9" providerId="AD" clId="Web-{2A6DC1D4-A4CF-8549-3A06-F201ACD9E1AA}" dt="2026-03-06T13:09:52.430" v="0" actId="1076"/>
        <pc:sldMkLst>
          <pc:docMk/>
          <pc:sldMk cId="4071190567" sldId="560"/>
        </pc:sldMkLst>
        <pc:grpChg chg="mod">
          <ac:chgData name="Lucas WALLNER" userId="S::lucas.wallner@isen.yncrea.fr::ace0c202-7dce-4779-b0f7-85e0d8fb5fa9" providerId="AD" clId="Web-{2A6DC1D4-A4CF-8549-3A06-F201ACD9E1AA}" dt="2026-03-06T13:09:52.430" v="0" actId="1076"/>
          <ac:grpSpMkLst>
            <pc:docMk/>
            <pc:sldMk cId="4071190567" sldId="560"/>
            <ac:grpSpMk id="7" creationId="{D2D1037A-C174-4711-9391-2BE8ACAEB95D}"/>
          </ac:grpSpMkLst>
        </pc:grpChg>
      </pc:sldChg>
    </pc:docChg>
  </pc:docChgLst>
  <pc:docChgLst>
    <pc:chgData name="Isaïe DEBAYLE" userId="S::isaie.debayle@isen.yncrea.fr::2fe4225e-e722-436c-98dd-c548dda5b7e9" providerId="AD" clId="Web-{6C43A332-AD84-BED4-ADD2-C3BA662CAF9F}"/>
    <pc:docChg chg="modSld">
      <pc:chgData name="Isaïe DEBAYLE" userId="S::isaie.debayle@isen.yncrea.fr::2fe4225e-e722-436c-98dd-c548dda5b7e9" providerId="AD" clId="Web-{6C43A332-AD84-BED4-ADD2-C3BA662CAF9F}" dt="2026-03-11T07:44:41.090" v="1" actId="1076"/>
      <pc:docMkLst>
        <pc:docMk/>
      </pc:docMkLst>
      <pc:sldChg chg="modSp">
        <pc:chgData name="Isaïe DEBAYLE" userId="S::isaie.debayle@isen.yncrea.fr::2fe4225e-e722-436c-98dd-c548dda5b7e9" providerId="AD" clId="Web-{6C43A332-AD84-BED4-ADD2-C3BA662CAF9F}" dt="2026-03-11T07:44:41.090" v="1" actId="1076"/>
        <pc:sldMkLst>
          <pc:docMk/>
          <pc:sldMk cId="2475157359" sldId="568"/>
        </pc:sldMkLst>
        <pc:grpChg chg="mod">
          <ac:chgData name="Isaïe DEBAYLE" userId="S::isaie.debayle@isen.yncrea.fr::2fe4225e-e722-436c-98dd-c548dda5b7e9" providerId="AD" clId="Web-{6C43A332-AD84-BED4-ADD2-C3BA662CAF9F}" dt="2026-03-11T07:44:41.090" v="1" actId="1076"/>
          <ac:grpSpMkLst>
            <pc:docMk/>
            <pc:sldMk cId="2475157359" sldId="568"/>
            <ac:grpSpMk id="6" creationId="{3A7795A7-0BD5-4B6B-A5CA-EF740F065CA2}"/>
          </ac:grpSpMkLst>
        </pc:grpChg>
      </pc:sldChg>
    </pc:docChg>
  </pc:docChgLst>
</pc:chgInfo>
</file>

<file path=ppt/comments/modernComment_23B_ED5A30AB.xml><?xml version="1.0" encoding="utf-8"?>
<p188:cmLst xmlns:a="http://schemas.openxmlformats.org/drawingml/2006/main" xmlns:r="http://schemas.openxmlformats.org/officeDocument/2006/relationships" xmlns:p188="http://schemas.microsoft.com/office/powerpoint/2018/8/main">
  <p188:cm id="{1080AD12-074F-4F52-A48E-511348BAE044}" authorId="{4A5CD6D8-3140-9AED-417C-67238DA3D55A}" created="2024-09-13T08:23:28.563">
    <pc:sldMkLst xmlns:pc="http://schemas.microsoft.com/office/powerpoint/2013/main/command">
      <pc:docMk/>
      <pc:sldMk cId="3982110891" sldId="571"/>
    </pc:sldMkLst>
    <p188:pos x="127000" y="127000"/>
    <p188:txBody>
      <a:bodyPr/>
      <a:lstStyle/>
      <a:p>
        <a:r>
          <a:rPr lang="en-US"/>
          <a:t>Wrong Slide Layout detected:</a:t>
        </a:r>
      </a:p>
      <a:p>
        <a:r>
          <a:rPr lang="en-US"/>
          <a:t>Please select a proper ST Layout template</a:t>
        </a:r>
      </a:p>
    </p188:txBody>
  </p188:cm>
</p188:cmLst>
</file>

<file path=ppt/comments/modernComment_23C_BFA9F6C2.xml><?xml version="1.0" encoding="utf-8"?>
<p188:cmLst xmlns:a="http://schemas.openxmlformats.org/drawingml/2006/main" xmlns:r="http://schemas.openxmlformats.org/officeDocument/2006/relationships" xmlns:p188="http://schemas.microsoft.com/office/powerpoint/2018/8/main">
  <p188:cm id="{720E450D-9B7C-45CF-A77C-AE4F40E05084}" authorId="{4A5CD6D8-3140-9AED-417C-67238DA3D55A}" created="2024-09-13T08:23:28.594">
    <pc:sldMkLst xmlns:pc="http://schemas.microsoft.com/office/powerpoint/2013/main/command">
      <pc:docMk/>
      <pc:sldMk cId="3215587010" sldId="572"/>
    </pc:sldMkLst>
    <p188:pos x="127000" y="127000"/>
    <p188:txBody>
      <a:bodyPr/>
      <a:lstStyle/>
      <a:p>
        <a:r>
          <a:rPr lang="en-US"/>
          <a:t>Wrong Slide Layout detected:</a:t>
        </a:r>
      </a:p>
      <a:p>
        <a:r>
          <a:rPr lang="en-US"/>
          <a:t>Please select a proper ST Layout template</a:t>
        </a:r>
      </a:p>
    </p188:txBody>
  </p188:cm>
</p188:cmLst>
</file>

<file path=ppt/comments/modernComment_230_F2A97027.xml><?xml version="1.0" encoding="utf-8"?>
<p188:cmLst xmlns:a="http://schemas.openxmlformats.org/drawingml/2006/main" xmlns:r="http://schemas.openxmlformats.org/officeDocument/2006/relationships" xmlns:p188="http://schemas.microsoft.com/office/powerpoint/2018/8/main">
  <p188:cm id="{654269E0-5006-4BA5-ABBD-DFE7108C0FD7}" authorId="{4A5CD6D8-3140-9AED-417C-67238DA3D55A}" created="2024-09-13T08:23:28.185">
    <pc:sldMkLst xmlns:pc="http://schemas.microsoft.com/office/powerpoint/2013/main/command">
      <pc:docMk/>
      <pc:sldMk cId="4071190567" sldId="560"/>
    </pc:sldMkLst>
    <p188:pos x="127000" y="127000"/>
    <p188:txBody>
      <a:bodyPr/>
      <a:lstStyle/>
      <a:p>
        <a:r>
          <a:rPr lang="en-US"/>
          <a:t>Wrong Slide Layout detected:</a:t>
        </a:r>
      </a:p>
      <a:p>
        <a:r>
          <a:rPr lang="en-US"/>
          <a:t>Please select a proper ST Layout template</a:t>
        </a:r>
      </a:p>
    </p188:txBody>
  </p188:cm>
</p188:cmLst>
</file>

<file path=ppt/comments/modernComment_231_7D898125.xml><?xml version="1.0" encoding="utf-8"?>
<p188:cmLst xmlns:a="http://schemas.openxmlformats.org/drawingml/2006/main" xmlns:r="http://schemas.openxmlformats.org/officeDocument/2006/relationships" xmlns:p188="http://schemas.microsoft.com/office/powerpoint/2018/8/main">
  <p188:cm id="{6A17E293-ECFF-46F3-9BEA-3C9E5021D6A8}" authorId="{4A5CD6D8-3140-9AED-417C-67238DA3D55A}" created="2024-09-13T08:23:28.217">
    <pc:sldMkLst xmlns:pc="http://schemas.microsoft.com/office/powerpoint/2013/main/command">
      <pc:docMk/>
      <pc:sldMk cId="2106163493" sldId="561"/>
    </pc:sldMkLst>
    <p188:pos x="127000" y="127000"/>
    <p188:txBody>
      <a:bodyPr/>
      <a:lstStyle/>
      <a:p>
        <a:r>
          <a:rPr lang="en-US"/>
          <a:t>Wrong Slide Layout detected:</a:t>
        </a:r>
      </a:p>
      <a:p>
        <a:r>
          <a:rPr lang="en-US"/>
          <a:t>Please select a proper ST Layout template</a:t>
        </a:r>
      </a:p>
    </p188:txBody>
  </p188:cm>
</p188:cmLst>
</file>

<file path=ppt/comments/modernComment_232_8B652240.xml><?xml version="1.0" encoding="utf-8"?>
<p188:cmLst xmlns:a="http://schemas.openxmlformats.org/drawingml/2006/main" xmlns:r="http://schemas.openxmlformats.org/officeDocument/2006/relationships" xmlns:p188="http://schemas.microsoft.com/office/powerpoint/2018/8/main">
  <p188:cm id="{7DBE0F71-F83F-475D-9873-D4682B316C39}" authorId="{4A5CD6D8-3140-9AED-417C-67238DA3D55A}" created="2024-09-13T08:23:28.233">
    <pc:sldMkLst xmlns:pc="http://schemas.microsoft.com/office/powerpoint/2013/main/command">
      <pc:docMk/>
      <pc:sldMk cId="2338660928" sldId="562"/>
    </pc:sldMkLst>
    <p188:pos x="127000" y="127000"/>
    <p188:txBody>
      <a:bodyPr/>
      <a:lstStyle/>
      <a:p>
        <a:r>
          <a:rPr lang="en-US"/>
          <a:t>Wrong Slide Layout detected:</a:t>
        </a:r>
      </a:p>
      <a:p>
        <a:r>
          <a:rPr lang="en-US"/>
          <a:t>Please select a proper ST Layout template</a:t>
        </a:r>
      </a:p>
    </p188:txBody>
  </p188:cm>
</p188:cmLst>
</file>

<file path=ppt/comments/modernComment_233_37210723.xml><?xml version="1.0" encoding="utf-8"?>
<p188:cmLst xmlns:a="http://schemas.openxmlformats.org/drawingml/2006/main" xmlns:r="http://schemas.openxmlformats.org/officeDocument/2006/relationships" xmlns:p188="http://schemas.microsoft.com/office/powerpoint/2018/8/main">
  <p188:cm id="{884B556D-6483-44DA-AB76-C49DAB7FEC9F}" authorId="{4A5CD6D8-3140-9AED-417C-67238DA3D55A}" created="2024-09-13T08:23:28.279">
    <pc:sldMkLst xmlns:pc="http://schemas.microsoft.com/office/powerpoint/2013/main/command">
      <pc:docMk/>
      <pc:sldMk cId="924911395" sldId="563"/>
    </pc:sldMkLst>
    <p188:pos x="127000" y="127000"/>
    <p188:txBody>
      <a:bodyPr/>
      <a:lstStyle/>
      <a:p>
        <a:r>
          <a:rPr lang="en-US"/>
          <a:t>Wrong Slide Layout detected:</a:t>
        </a:r>
      </a:p>
      <a:p>
        <a:r>
          <a:rPr lang="en-US"/>
          <a:t>Please select a proper ST Layout template</a:t>
        </a:r>
      </a:p>
    </p188:txBody>
  </p188:cm>
</p188:cmLst>
</file>

<file path=ppt/comments/modernComment_234_A553448F.xml><?xml version="1.0" encoding="utf-8"?>
<p188:cmLst xmlns:a="http://schemas.openxmlformats.org/drawingml/2006/main" xmlns:r="http://schemas.openxmlformats.org/officeDocument/2006/relationships" xmlns:p188="http://schemas.microsoft.com/office/powerpoint/2018/8/main">
  <p188:cm id="{480FED9A-E559-4096-8362-7CC5A0527319}" authorId="{4A5CD6D8-3140-9AED-417C-67238DA3D55A}" created="2024-09-13T08:23:28.406">
    <pc:sldMkLst xmlns:pc="http://schemas.microsoft.com/office/powerpoint/2013/main/command">
      <pc:docMk/>
      <pc:sldMk cId="2773697679" sldId="564"/>
    </pc:sldMkLst>
    <p188:pos x="127000" y="127000"/>
    <p188:txBody>
      <a:bodyPr/>
      <a:lstStyle/>
      <a:p>
        <a:r>
          <a:rPr lang="en-US"/>
          <a:t>Wrong Slide Layout detected:</a:t>
        </a:r>
      </a:p>
      <a:p>
        <a:r>
          <a:rPr lang="en-US"/>
          <a:t>Please select a proper ST Layout template</a:t>
        </a:r>
      </a:p>
    </p188:txBody>
  </p188:cm>
</p188:cmLst>
</file>

<file path=ppt/comments/modernComment_235_9378A446.xml><?xml version="1.0" encoding="utf-8"?>
<p188:cmLst xmlns:a="http://schemas.openxmlformats.org/drawingml/2006/main" xmlns:r="http://schemas.openxmlformats.org/officeDocument/2006/relationships" xmlns:p188="http://schemas.microsoft.com/office/powerpoint/2018/8/main">
  <p188:cm id="{44AF8DE2-227B-4FDF-BE39-9962C1FB1BA4}" authorId="{4A5CD6D8-3140-9AED-417C-67238DA3D55A}" created="2024-09-13T08:23:28.437">
    <pc:sldMkLst xmlns:pc="http://schemas.microsoft.com/office/powerpoint/2013/main/command">
      <pc:docMk/>
      <pc:sldMk cId="2474157126" sldId="565"/>
    </pc:sldMkLst>
    <p188:pos x="127000" y="127000"/>
    <p188:txBody>
      <a:bodyPr/>
      <a:lstStyle/>
      <a:p>
        <a:r>
          <a:rPr lang="en-US"/>
          <a:t>Wrong Slide Layout detected:</a:t>
        </a:r>
      </a:p>
      <a:p>
        <a:r>
          <a:rPr lang="en-US"/>
          <a:t>Please select a proper ST Layout template</a:t>
        </a:r>
      </a:p>
    </p188:txBody>
  </p188:cm>
</p188:cmLst>
</file>

<file path=ppt/comments/modernComment_237_B5B55EB2.xml><?xml version="1.0" encoding="utf-8"?>
<p188:cmLst xmlns:a="http://schemas.openxmlformats.org/drawingml/2006/main" xmlns:r="http://schemas.openxmlformats.org/officeDocument/2006/relationships" xmlns:p188="http://schemas.microsoft.com/office/powerpoint/2018/8/main">
  <p188:cm id="{8DEE771E-51A5-4034-8CFD-01EAB2E00CB4}" authorId="{4A5CD6D8-3140-9AED-417C-67238DA3D55A}" created="2024-09-13T08:23:28.469">
    <pc:sldMkLst xmlns:pc="http://schemas.microsoft.com/office/powerpoint/2013/main/command">
      <pc:docMk/>
      <pc:sldMk cId="3048562354" sldId="567"/>
    </pc:sldMkLst>
    <p188:pos x="127000" y="127000"/>
    <p188:txBody>
      <a:bodyPr/>
      <a:lstStyle/>
      <a:p>
        <a:r>
          <a:rPr lang="en-US"/>
          <a:t>Wrong Slide Layout detected:</a:t>
        </a:r>
      </a:p>
      <a:p>
        <a:r>
          <a:rPr lang="en-US"/>
          <a:t>Please select a proper ST Layout template</a:t>
        </a:r>
      </a:p>
    </p188:txBody>
  </p188:cm>
</p188:cmLst>
</file>

<file path=ppt/comments/modernComment_238_9387E76F.xml><?xml version="1.0" encoding="utf-8"?>
<p188:cmLst xmlns:a="http://schemas.openxmlformats.org/drawingml/2006/main" xmlns:r="http://schemas.openxmlformats.org/officeDocument/2006/relationships" xmlns:p188="http://schemas.microsoft.com/office/powerpoint/2018/8/main">
  <p188:cm id="{8405D18E-D4DF-4D8C-B540-2210880B89A7}" authorId="{4A5CD6D8-3140-9AED-417C-67238DA3D55A}" created="2024-09-13T08:23:28.516">
    <pc:sldMkLst xmlns:pc="http://schemas.microsoft.com/office/powerpoint/2013/main/command">
      <pc:docMk/>
      <pc:sldMk cId="2475157359" sldId="568"/>
    </pc:sldMkLst>
    <p188:pos x="127000" y="127000"/>
    <p188:txBody>
      <a:bodyPr/>
      <a:lstStyle/>
      <a:p>
        <a:r>
          <a:rPr lang="en-US"/>
          <a:t>Wrong Slide Layout detected:</a:t>
        </a:r>
      </a:p>
      <a:p>
        <a:r>
          <a:rPr lang="en-US"/>
          <a:t>Please select a proper ST Layout template</a:t>
        </a:r>
      </a:p>
    </p188:txBody>
  </p188:cm>
</p188:cmLst>
</file>

<file path=ppt/comments/modernComment_245_3A809893.xml><?xml version="1.0" encoding="utf-8"?>
<p188:cmLst xmlns:a="http://schemas.openxmlformats.org/drawingml/2006/main" xmlns:r="http://schemas.openxmlformats.org/officeDocument/2006/relationships" xmlns:p188="http://schemas.microsoft.com/office/powerpoint/2018/8/main">
  <p188:cm id="{B106C3DC-4D81-4B71-80B3-D295D0291BD8}" authorId="{4A5CD6D8-3140-9AED-417C-67238DA3D55A}" created="2024-09-13T08:23:28.359">
    <pc:sldMkLst xmlns:pc="http://schemas.microsoft.com/office/powerpoint/2013/main/command">
      <pc:docMk/>
      <pc:sldMk cId="981506195" sldId="581"/>
    </pc:sldMkLst>
    <p188:pos x="127000" y="127000"/>
    <p188:txBody>
      <a:bodyPr/>
      <a:lstStyle/>
      <a:p>
        <a:r>
          <a:rPr lang="en-US"/>
          <a:t>Wrong Slide Layout detected:</a:t>
        </a:r>
      </a:p>
      <a:p>
        <a:r>
          <a:rPr lang="en-US"/>
          <a:t>Please select a proper ST Layout template</a:t>
        </a:r>
      </a:p>
    </p188:txBody>
  </p188:cm>
</p188:cmLst>
</file>

<file path=ppt/comments/modernComment_246_4710DB0A.xml><?xml version="1.0" encoding="utf-8"?>
<p188:cmLst xmlns:a="http://schemas.openxmlformats.org/drawingml/2006/main" xmlns:r="http://schemas.openxmlformats.org/officeDocument/2006/relationships" xmlns:p188="http://schemas.microsoft.com/office/powerpoint/2018/8/main">
  <p188:cm id="{107199C8-D45B-4AC7-B6C6-E3A857A747B7}" authorId="{4A5CD6D8-3140-9AED-417C-67238DA3D55A}" created="2024-09-13T08:23:28.316">
    <pc:sldMkLst xmlns:pc="http://schemas.microsoft.com/office/powerpoint/2013/main/command">
      <pc:docMk/>
      <pc:sldMk cId="1192286986" sldId="582"/>
    </pc:sldMkLst>
    <p188:pos x="127000" y="127000"/>
    <p188:txBody>
      <a:bodyPr/>
      <a:lstStyle/>
      <a:p>
        <a:r>
          <a:rPr lang="en-US"/>
          <a:t>Wrong Slide Layout detected:</a:t>
        </a:r>
      </a:p>
      <a:p>
        <a:r>
          <a:rPr lang="en-US"/>
          <a:t>Please select a proper ST Layout template</a:t>
        </a:r>
      </a:p>
    </p188:txBody>
  </p188:cm>
</p188:cmLst>
</file>

<file path=ppt/comments/modernComment_247_2387247F.xml><?xml version="1.0" encoding="utf-8"?>
<p188:cmLst xmlns:a="http://schemas.openxmlformats.org/drawingml/2006/main" xmlns:r="http://schemas.openxmlformats.org/officeDocument/2006/relationships" xmlns:p188="http://schemas.microsoft.com/office/powerpoint/2018/8/main">
  <p188:cm id="{C3219EB9-A583-46A0-8930-31BB4C08B296}" authorId="{4A5CD6D8-3140-9AED-417C-67238DA3D55A}" created="2024-09-13T08:23:28.616">
    <pc:sldMkLst xmlns:pc="http://schemas.microsoft.com/office/powerpoint/2013/main/command">
      <pc:docMk/>
      <pc:sldMk cId="596059263" sldId="583"/>
    </pc:sldMkLst>
    <p188:pos x="127000" y="127000"/>
    <p188:txBody>
      <a:bodyPr/>
      <a:lstStyle/>
      <a:p>
        <a:r>
          <a:rPr lang="en-US"/>
          <a:t>Wrong Slide Layout detected:</a:t>
        </a:r>
      </a:p>
      <a:p>
        <a:r>
          <a:rPr lang="en-US"/>
          <a:t>Please select a proper ST Layout template</a:t>
        </a:r>
      </a:p>
    </p188:txBody>
  </p188:cm>
</p188:cmLst>
</file>

<file path=ppt/comments/modernComment_266_2A151BBB.xml><?xml version="1.0" encoding="utf-8"?>
<p188:cmLst xmlns:a="http://schemas.openxmlformats.org/drawingml/2006/main" xmlns:r="http://schemas.openxmlformats.org/officeDocument/2006/relationships" xmlns:p188="http://schemas.microsoft.com/office/powerpoint/2018/8/main">
  <p188:cm id="{12663988-D97D-4928-A791-F389B5E488FE}" authorId="{4A5CD6D8-3140-9AED-417C-67238DA3D55A}" created="2024-08-06T11:47:38.878">
    <pc:sldMkLst xmlns:pc="http://schemas.microsoft.com/office/powerpoint/2013/main/command">
      <pc:docMk/>
      <pc:sldMk cId="4113719392" sldId="559"/>
    </pc:sldMkLst>
    <p188:pos x="127000" y="127000"/>
    <p188:txBody>
      <a:bodyPr/>
      <a:lstStyle/>
      <a:p>
        <a:r>
          <a:rPr lang="en-US"/>
          <a:t>Wrong Slide Layout detected:</a:t>
        </a:r>
      </a:p>
      <a:p>
        <a:r>
          <a:rPr lang="en-US"/>
          <a:t>Please select a proper ST Layout template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A1AD421-B8DB-7943-B67F-E8827DD5399A}" type="datetimeFigureOut">
              <a:rPr lang="fr-FR" smtClean="0"/>
              <a:pPr/>
              <a:t>11/03/2026</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8B13BF-0760-2E42-BCFD-82A0C242B3EE}" type="slidenum">
              <a:rPr lang="fr-FR" smtClean="0"/>
              <a:pPr/>
              <a:t>‹N°›</a:t>
            </a:fld>
            <a:endParaRPr lang="fr-FR"/>
          </a:p>
        </p:txBody>
      </p:sp>
    </p:spTree>
    <p:extLst>
      <p:ext uri="{BB962C8B-B14F-4D97-AF65-F5344CB8AC3E}">
        <p14:creationId xmlns:p14="http://schemas.microsoft.com/office/powerpoint/2010/main" val="9848520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921C64-2856-3B4F-8D4B-D915B3131B9A}" type="datetimeFigureOut">
              <a:rPr lang="fr-FR" smtClean="0"/>
              <a:pPr/>
              <a:t>11/03/2026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9BA11-BB5B-F64D-809E-65F18E1A87CE}" type="slidenum">
              <a:rPr lang="fr-FR" smtClean="0"/>
              <a:pPr/>
              <a:t>‹N°›</a:t>
            </a:fld>
            <a:endParaRPr lang="fr-FR"/>
          </a:p>
        </p:txBody>
      </p:sp>
    </p:spTree>
    <p:extLst>
      <p:ext uri="{BB962C8B-B14F-4D97-AF65-F5344CB8AC3E}">
        <p14:creationId xmlns:p14="http://schemas.microsoft.com/office/powerpoint/2010/main" val="1225316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sz="1600">
              <a:latin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59BA11-BB5B-F64D-809E-65F18E1A87CE}" type="slidenum">
              <a:rPr kumimoji="0" lang="en-US" sz="16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7980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59BA11-BB5B-F64D-809E-65F18E1A87CE}" type="slidenum">
              <a:rPr kumimoji="0" lang="en-US" sz="16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226758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3</a:t>
            </a:fld>
            <a:endParaRPr lang="en-US" sz="1600">
              <a:latin typeface="Arial" panose="020B0604020202020204" pitchFamily="34" charset="0"/>
            </a:endParaRPr>
          </a:p>
        </p:txBody>
      </p:sp>
    </p:spTree>
    <p:extLst>
      <p:ext uri="{BB962C8B-B14F-4D97-AF65-F5344CB8AC3E}">
        <p14:creationId xmlns:p14="http://schemas.microsoft.com/office/powerpoint/2010/main" val="3875186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4</a:t>
            </a:fld>
            <a:endParaRPr lang="en-US" sz="1600">
              <a:latin typeface="Arial" panose="020B0604020202020204" pitchFamily="34" charset="0"/>
            </a:endParaRPr>
          </a:p>
        </p:txBody>
      </p:sp>
    </p:spTree>
    <p:extLst>
      <p:ext uri="{BB962C8B-B14F-4D97-AF65-F5344CB8AC3E}">
        <p14:creationId xmlns:p14="http://schemas.microsoft.com/office/powerpoint/2010/main" val="1448612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5</a:t>
            </a:fld>
            <a:endParaRPr lang="en-US" sz="1600">
              <a:latin typeface="Arial" panose="020B0604020202020204" pitchFamily="34" charset="0"/>
            </a:endParaRPr>
          </a:p>
        </p:txBody>
      </p:sp>
    </p:spTree>
    <p:extLst>
      <p:ext uri="{BB962C8B-B14F-4D97-AF65-F5344CB8AC3E}">
        <p14:creationId xmlns:p14="http://schemas.microsoft.com/office/powerpoint/2010/main" val="3938963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6</a:t>
            </a:fld>
            <a:endParaRPr lang="en-US" sz="1600">
              <a:latin typeface="Arial" panose="020B0604020202020204" pitchFamily="34" charset="0"/>
            </a:endParaRPr>
          </a:p>
        </p:txBody>
      </p:sp>
    </p:spTree>
    <p:extLst>
      <p:ext uri="{BB962C8B-B14F-4D97-AF65-F5344CB8AC3E}">
        <p14:creationId xmlns:p14="http://schemas.microsoft.com/office/powerpoint/2010/main" val="4157343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7</a:t>
            </a:fld>
            <a:endParaRPr lang="en-US" sz="1600">
              <a:latin typeface="Arial" panose="020B0604020202020204" pitchFamily="34" charset="0"/>
            </a:endParaRPr>
          </a:p>
        </p:txBody>
      </p:sp>
    </p:spTree>
    <p:extLst>
      <p:ext uri="{BB962C8B-B14F-4D97-AF65-F5344CB8AC3E}">
        <p14:creationId xmlns:p14="http://schemas.microsoft.com/office/powerpoint/2010/main" val="3467424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8</a:t>
            </a:fld>
            <a:endParaRPr lang="en-US" sz="1600">
              <a:latin typeface="Arial" panose="020B0604020202020204" pitchFamily="34" charset="0"/>
            </a:endParaRPr>
          </a:p>
        </p:txBody>
      </p:sp>
    </p:spTree>
    <p:extLst>
      <p:ext uri="{BB962C8B-B14F-4D97-AF65-F5344CB8AC3E}">
        <p14:creationId xmlns:p14="http://schemas.microsoft.com/office/powerpoint/2010/main" val="2815681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9</a:t>
            </a:fld>
            <a:endParaRPr lang="en-US" sz="1600">
              <a:latin typeface="Arial" panose="020B0604020202020204" pitchFamily="34" charset="0"/>
            </a:endParaRPr>
          </a:p>
        </p:txBody>
      </p:sp>
    </p:spTree>
    <p:extLst>
      <p:ext uri="{BB962C8B-B14F-4D97-AF65-F5344CB8AC3E}">
        <p14:creationId xmlns:p14="http://schemas.microsoft.com/office/powerpoint/2010/main" val="451354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10</a:t>
            </a:fld>
            <a:endParaRPr lang="en-US" sz="1600">
              <a:latin typeface="Arial" panose="020B0604020202020204" pitchFamily="34" charset="0"/>
            </a:endParaRPr>
          </a:p>
        </p:txBody>
      </p:sp>
    </p:spTree>
    <p:extLst>
      <p:ext uri="{BB962C8B-B14F-4D97-AF65-F5344CB8AC3E}">
        <p14:creationId xmlns:p14="http://schemas.microsoft.com/office/powerpoint/2010/main" val="3238609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11</a:t>
            </a:fld>
            <a:endParaRPr lang="en-US" sz="1600">
              <a:latin typeface="Arial" panose="020B0604020202020204" pitchFamily="34" charset="0"/>
            </a:endParaRPr>
          </a:p>
        </p:txBody>
      </p:sp>
    </p:spTree>
    <p:extLst>
      <p:ext uri="{BB962C8B-B14F-4D97-AF65-F5344CB8AC3E}">
        <p14:creationId xmlns:p14="http://schemas.microsoft.com/office/powerpoint/2010/main" val="1976499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12</a:t>
            </a:fld>
            <a:endParaRPr lang="en-US" sz="1600">
              <a:latin typeface="Arial" panose="020B0604020202020204" pitchFamily="34" charset="0"/>
            </a:endParaRPr>
          </a:p>
        </p:txBody>
      </p:sp>
    </p:spTree>
    <p:extLst>
      <p:ext uri="{BB962C8B-B14F-4D97-AF65-F5344CB8AC3E}">
        <p14:creationId xmlns:p14="http://schemas.microsoft.com/office/powerpoint/2010/main" val="1203029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13</a:t>
            </a:fld>
            <a:endParaRPr lang="en-US" sz="1600">
              <a:latin typeface="Arial" panose="020B0604020202020204" pitchFamily="34" charset="0"/>
            </a:endParaRPr>
          </a:p>
        </p:txBody>
      </p:sp>
    </p:spTree>
    <p:extLst>
      <p:ext uri="{BB962C8B-B14F-4D97-AF65-F5344CB8AC3E}">
        <p14:creationId xmlns:p14="http://schemas.microsoft.com/office/powerpoint/2010/main" val="938932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14</a:t>
            </a:fld>
            <a:endParaRPr lang="en-US" sz="1600">
              <a:latin typeface="Arial" panose="020B0604020202020204" pitchFamily="34" charset="0"/>
            </a:endParaRPr>
          </a:p>
        </p:txBody>
      </p:sp>
    </p:spTree>
    <p:extLst>
      <p:ext uri="{BB962C8B-B14F-4D97-AF65-F5344CB8AC3E}">
        <p14:creationId xmlns:p14="http://schemas.microsoft.com/office/powerpoint/2010/main" val="1998473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15</a:t>
            </a:fld>
            <a:endParaRPr lang="en-US" sz="1600">
              <a:latin typeface="Arial" panose="020B0604020202020204" pitchFamily="34" charset="0"/>
            </a:endParaRPr>
          </a:p>
        </p:txBody>
      </p:sp>
    </p:spTree>
    <p:extLst>
      <p:ext uri="{BB962C8B-B14F-4D97-AF65-F5344CB8AC3E}">
        <p14:creationId xmlns:p14="http://schemas.microsoft.com/office/powerpoint/2010/main" val="25320095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3159BA11-BB5B-F64D-809E-65F18E1A87CE}" type="slidenum">
              <a:rPr lang="en-US" sz="1600" smtClean="0">
                <a:latin typeface="Arial" panose="020B0604020202020204" pitchFamily="34" charset="0"/>
              </a:rPr>
              <a:pPr/>
              <a:t>16</a:t>
            </a:fld>
            <a:endParaRPr lang="en-US" sz="1600">
              <a:latin typeface="Arial" panose="020B0604020202020204" pitchFamily="34" charset="0"/>
            </a:endParaRPr>
          </a:p>
        </p:txBody>
      </p:sp>
    </p:spTree>
    <p:extLst>
      <p:ext uri="{BB962C8B-B14F-4D97-AF65-F5344CB8AC3E}">
        <p14:creationId xmlns:p14="http://schemas.microsoft.com/office/powerpoint/2010/main" val="26120055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st.com/trademarks" TargetMode="External"/><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Main titl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6095999" y="2312988"/>
            <a:ext cx="5795963" cy="2702071"/>
          </a:xfrm>
        </p:spPr>
        <p:txBody>
          <a:bodyPr anchor="ctr"/>
          <a:lstStyle>
            <a:lvl1pPr algn="l">
              <a:defRPr sz="3600" b="1">
                <a:solidFill>
                  <a:schemeClr val="bg1"/>
                </a:solidFill>
              </a:defRPr>
            </a:lvl1pPr>
          </a:lstStyle>
          <a:p>
            <a:r>
              <a:rPr lang="en-US"/>
              <a:t>Presentation title</a:t>
            </a:r>
            <a:endParaRPr lang="fr-FR"/>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6095999" y="5015060"/>
            <a:ext cx="5795963"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a:t>
            </a:r>
            <a:endParaRPr lang="fr-FR"/>
          </a:p>
        </p:txBody>
      </p:sp>
      <p:sp>
        <p:nvSpPr>
          <p:cNvPr id="9" name="Rectangle 8">
            <a:extLst>
              <a:ext uri="{FF2B5EF4-FFF2-40B4-BE49-F238E27FC236}">
                <a16:creationId xmlns:a16="http://schemas.microsoft.com/office/drawing/2014/main" id="{B564B28F-A25E-4825-B94D-B2AD0EA2A9F6}"/>
              </a:ext>
            </a:extLst>
          </p:cNvPr>
          <p:cNvSpPr/>
          <p:nvPr/>
        </p:nvSpPr>
        <p:spPr>
          <a:xfrm>
            <a:off x="-228" y="0"/>
            <a:ext cx="43905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020E53B0-4A6F-4EA6-BAD9-3F10842526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5552" y="0"/>
            <a:ext cx="2366448" cy="1824288"/>
          </a:xfrm>
          <a:prstGeom prst="rect">
            <a:avLst/>
          </a:prstGeom>
        </p:spPr>
      </p:pic>
      <p:sp>
        <p:nvSpPr>
          <p:cNvPr id="26" name="Picture Placeholder 14">
            <a:extLst>
              <a:ext uri="{FF2B5EF4-FFF2-40B4-BE49-F238E27FC236}">
                <a16:creationId xmlns:a16="http://schemas.microsoft.com/office/drawing/2014/main" id="{21F7501C-E215-48DE-9901-1589EACC1FF6}"/>
              </a:ext>
            </a:extLst>
          </p:cNvPr>
          <p:cNvSpPr>
            <a:spLocks noGrp="1"/>
          </p:cNvSpPr>
          <p:nvPr>
            <p:ph type="pic" sz="quarter" idx="12" hasCustomPrompt="1"/>
          </p:nvPr>
        </p:nvSpPr>
        <p:spPr>
          <a:xfrm>
            <a:off x="438828" y="0"/>
            <a:ext cx="6280432" cy="6858000"/>
          </a:xfrm>
          <a:custGeom>
            <a:avLst/>
            <a:gdLst>
              <a:gd name="connsiteX0" fmla="*/ 0 w 6280432"/>
              <a:gd name="connsiteY0" fmla="*/ 0 h 6858000"/>
              <a:gd name="connsiteX1" fmla="*/ 6280432 w 6280432"/>
              <a:gd name="connsiteY1" fmla="*/ 0 h 6858000"/>
              <a:gd name="connsiteX2" fmla="*/ 6280432 w 6280432"/>
              <a:gd name="connsiteY2" fmla="*/ 2281561 h 6858000"/>
              <a:gd name="connsiteX3" fmla="*/ 5466285 w 6280432"/>
              <a:gd name="connsiteY3" fmla="*/ 2281561 h 6858000"/>
              <a:gd name="connsiteX4" fmla="*/ 5466285 w 6280432"/>
              <a:gd name="connsiteY4" fmla="*/ 6858000 h 6858000"/>
              <a:gd name="connsiteX5" fmla="*/ 0 w 628043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80432" h="6858000">
                <a:moveTo>
                  <a:pt x="0" y="0"/>
                </a:moveTo>
                <a:lnTo>
                  <a:pt x="6280432" y="0"/>
                </a:lnTo>
                <a:lnTo>
                  <a:pt x="6280432" y="2281561"/>
                </a:lnTo>
                <a:lnTo>
                  <a:pt x="5466285" y="2281561"/>
                </a:lnTo>
                <a:lnTo>
                  <a:pt x="5466285" y="6858000"/>
                </a:lnTo>
                <a:lnTo>
                  <a:pt x="0" y="6858000"/>
                </a:lnTo>
                <a:close/>
              </a:path>
            </a:pathLst>
          </a:custGeom>
          <a:solidFill>
            <a:schemeClr val="bg2"/>
          </a:solidFill>
        </p:spPr>
        <p:txBody>
          <a:bodyPr wrap="square" anchor="ctr">
            <a:noAutofit/>
          </a:bodyPr>
          <a:lstStyle>
            <a:lvl1pPr marL="0" indent="0" algn="ctr">
              <a:buFontTx/>
              <a:buNone/>
              <a:defRPr baseline="0">
                <a:solidFill>
                  <a:schemeClr val="tx1"/>
                </a:solidFill>
              </a:defRPr>
            </a:lvl1pPr>
          </a:lstStyle>
          <a:p>
            <a:r>
              <a:rPr lang="en-US"/>
              <a:t>Drag and drop </a:t>
            </a:r>
            <a:br>
              <a:rPr lang="en-US"/>
            </a:br>
            <a:r>
              <a:rPr lang="en-US"/>
              <a:t>a picture here</a:t>
            </a:r>
          </a:p>
        </p:txBody>
      </p:sp>
    </p:spTree>
    <p:extLst>
      <p:ext uri="{BB962C8B-B14F-4D97-AF65-F5344CB8AC3E}">
        <p14:creationId xmlns:p14="http://schemas.microsoft.com/office/powerpoint/2010/main" val="1713296739"/>
      </p:ext>
    </p:extLst>
  </p:cSld>
  <p:clrMapOvr>
    <a:masterClrMapping/>
  </p:clrMapOvr>
  <p:hf hdr="0" ftr="0"/>
  <p:extLst>
    <p:ext uri="{DCECCB84-F9BA-43D5-87BE-67443E8EF086}">
      <p15:sldGuideLst xmlns:p15="http://schemas.microsoft.com/office/powerpoint/2012/main">
        <p15:guide id="1" pos="6516">
          <p15:clr>
            <a:srgbClr val="FBAE40"/>
          </p15:clr>
        </p15:guide>
        <p15:guide id="2" pos="7387">
          <p15:clr>
            <a:srgbClr val="FBAE40"/>
          </p15:clr>
        </p15:guide>
        <p15:guide id="3" orient="horz" pos="3067">
          <p15:clr>
            <a:srgbClr val="FBAE40"/>
          </p15:clr>
        </p15:guide>
        <p15:guide id="4" orient="horz" pos="393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ain title without pictur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1155701" y="2085976"/>
            <a:ext cx="7807324" cy="2929084"/>
          </a:xfrm>
        </p:spPr>
        <p:txBody>
          <a:bodyPr anchor="ctr"/>
          <a:lstStyle>
            <a:lvl1pPr algn="l">
              <a:defRPr sz="3600" b="1">
                <a:solidFill>
                  <a:schemeClr val="bg1"/>
                </a:solidFill>
              </a:defRPr>
            </a:lvl1pPr>
          </a:lstStyle>
          <a:p>
            <a:r>
              <a:rPr lang="en-US"/>
              <a:t>Presentation title</a:t>
            </a:r>
            <a:endParaRPr lang="fr-FR"/>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1155701" y="5015060"/>
            <a:ext cx="7807324"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a:t>
            </a:r>
            <a:endParaRPr lang="fr-FR"/>
          </a:p>
        </p:txBody>
      </p:sp>
      <p:pic>
        <p:nvPicPr>
          <p:cNvPr id="15" name="Graphic 14">
            <a:extLst>
              <a:ext uri="{FF2B5EF4-FFF2-40B4-BE49-F238E27FC236}">
                <a16:creationId xmlns:a16="http://schemas.microsoft.com/office/drawing/2014/main" id="{92FC3CE6-78BD-44D0-9BE3-1EF21AC5DD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5552" y="0"/>
            <a:ext cx="2366448" cy="1824288"/>
          </a:xfrm>
          <a:prstGeom prst="rect">
            <a:avLst/>
          </a:prstGeom>
        </p:spPr>
      </p:pic>
      <p:sp>
        <p:nvSpPr>
          <p:cNvPr id="13" name="Freeform: Shape 12">
            <a:extLst>
              <a:ext uri="{FF2B5EF4-FFF2-40B4-BE49-F238E27FC236}">
                <a16:creationId xmlns:a16="http://schemas.microsoft.com/office/drawing/2014/main" id="{DDF7C4B5-15B1-42E4-9F81-B5E59B0C5030}"/>
              </a:ext>
            </a:extLst>
          </p:cNvPr>
          <p:cNvSpPr/>
          <p:nvPr/>
        </p:nvSpPr>
        <p:spPr>
          <a:xfrm>
            <a:off x="-228" y="0"/>
            <a:ext cx="1155928" cy="6858000"/>
          </a:xfrm>
          <a:custGeom>
            <a:avLst/>
            <a:gdLst>
              <a:gd name="connsiteX0" fmla="*/ 0 w 1155928"/>
              <a:gd name="connsiteY0" fmla="*/ 0 h 6858000"/>
              <a:gd name="connsiteX1" fmla="*/ 439056 w 1155928"/>
              <a:gd name="connsiteY1" fmla="*/ 0 h 6858000"/>
              <a:gd name="connsiteX2" fmla="*/ 1155928 w 1155928"/>
              <a:gd name="connsiteY2" fmla="*/ 0 h 6858000"/>
              <a:gd name="connsiteX3" fmla="*/ 1155928 w 1155928"/>
              <a:gd name="connsiteY3" fmla="*/ 1714500 h 6858000"/>
              <a:gd name="connsiteX4" fmla="*/ 439056 w 1155928"/>
              <a:gd name="connsiteY4" fmla="*/ 1714500 h 6858000"/>
              <a:gd name="connsiteX5" fmla="*/ 439056 w 1155928"/>
              <a:gd name="connsiteY5" fmla="*/ 6858000 h 6858000"/>
              <a:gd name="connsiteX6" fmla="*/ 0 w 115592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5928" h="6858000">
                <a:moveTo>
                  <a:pt x="0" y="0"/>
                </a:moveTo>
                <a:lnTo>
                  <a:pt x="439056" y="0"/>
                </a:lnTo>
                <a:lnTo>
                  <a:pt x="1155928" y="0"/>
                </a:lnTo>
                <a:lnTo>
                  <a:pt x="1155928" y="1714500"/>
                </a:lnTo>
                <a:lnTo>
                  <a:pt x="439056" y="1714500"/>
                </a:lnTo>
                <a:lnTo>
                  <a:pt x="439056" y="6858000"/>
                </a:lnTo>
                <a:lnTo>
                  <a:pt x="0" y="6858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08004291"/>
      </p:ext>
    </p:extLst>
  </p:cSld>
  <p:clrMapOvr>
    <a:masterClrMapping/>
  </p:clrMapOvr>
  <p:hf hdr="0" ftr="0"/>
  <p:extLst>
    <p:ext uri="{DCECCB84-F9BA-43D5-87BE-67443E8EF086}">
      <p15:sldGuideLst xmlns:p15="http://schemas.microsoft.com/office/powerpoint/2012/main">
        <p15:guide id="1" orient="horz" pos="1709">
          <p15:clr>
            <a:srgbClr val="FBAE40"/>
          </p15:clr>
        </p15:guide>
        <p15:guide id="2" orient="horz" pos="2615">
          <p15:clr>
            <a:srgbClr val="FBAE40"/>
          </p15:clr>
        </p15:guide>
        <p15:guide id="3" pos="5196">
          <p15:clr>
            <a:srgbClr val="FBAE40"/>
          </p15:clr>
        </p15:guide>
        <p15:guide id="4" pos="610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s">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spcBef>
                <a:spcPts val="1200"/>
              </a:spcBef>
              <a:defRPr/>
            </a:lvl1pPr>
          </a:lstStyle>
          <a:p>
            <a:pPr lvl="0"/>
            <a:r>
              <a:rPr lang="en-US"/>
              <a:t>First level text</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lvl1pPr>
              <a:defRPr/>
            </a:lvl1pPr>
          </a:lstStyle>
          <a:p>
            <a:r>
              <a:rPr lang="en-US"/>
              <a:t>Slide title</a:t>
            </a:r>
          </a:p>
        </p:txBody>
      </p:sp>
      <p:sp>
        <p:nvSpPr>
          <p:cNvPr id="4" name="Date Placeholder 3">
            <a:extLst>
              <a:ext uri="{FF2B5EF4-FFF2-40B4-BE49-F238E27FC236}">
                <a16:creationId xmlns:a16="http://schemas.microsoft.com/office/drawing/2014/main" id="{706EF7C4-3513-40DF-91A6-018C8E9ACF4C}"/>
              </a:ext>
            </a:extLst>
          </p:cNvPr>
          <p:cNvSpPr>
            <a:spLocks noGrp="1"/>
          </p:cNvSpPr>
          <p:nvPr>
            <p:ph type="dt" sz="half" idx="10"/>
          </p:nvPr>
        </p:nvSpPr>
        <p:spPr/>
        <p:txBody>
          <a:bodyPr/>
          <a:lstStyle/>
          <a:p>
            <a:fld id="{A236C716-DEEC-44F8-9CD7-1B8233E8BB2C}" type="datetime1">
              <a:rPr lang="en-US" smtClean="0"/>
              <a:t>3/11/2026</a:t>
            </a:fld>
            <a:endParaRPr lang="fr-FR"/>
          </a:p>
        </p:txBody>
      </p:sp>
      <p:sp>
        <p:nvSpPr>
          <p:cNvPr id="5" name="Footer Placeholder 4">
            <a:extLst>
              <a:ext uri="{FF2B5EF4-FFF2-40B4-BE49-F238E27FC236}">
                <a16:creationId xmlns:a16="http://schemas.microsoft.com/office/drawing/2014/main" id="{4D2B796A-0B1E-46FA-AC86-9A7803DF8C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8E223-380C-4295-85FF-7B9C2423BBBE}"/>
              </a:ext>
            </a:extLst>
          </p:cNvPr>
          <p:cNvSpPr>
            <a:spLocks noGrp="1"/>
          </p:cNvSpPr>
          <p:nvPr>
            <p:ph type="sldNum" sz="quarter" idx="12"/>
          </p:nvPr>
        </p:nvSpPr>
        <p:spPr/>
        <p:txBody>
          <a:bodyPr/>
          <a:lstStyle/>
          <a:p>
            <a:fld id="{0579006F-4184-524E-A90C-3FC2A416496D}" type="slidenum">
              <a:rPr lang="fr-FR" smtClean="0"/>
              <a:pPr/>
              <a:t>‹N°›</a:t>
            </a:fld>
            <a:endParaRPr lang="fr-FR"/>
          </a:p>
        </p:txBody>
      </p:sp>
    </p:spTree>
    <p:extLst>
      <p:ext uri="{BB962C8B-B14F-4D97-AF65-F5344CB8AC3E}">
        <p14:creationId xmlns:p14="http://schemas.microsoft.com/office/powerpoint/2010/main" val="1769474294"/>
      </p:ext>
    </p:extLst>
  </p:cSld>
  <p:clrMapOvr>
    <a:masterClrMapping/>
  </p:clrMapOvr>
  <p:hf hdr="0" ftr="0"/>
  <p:extLst>
    <p:ext uri="{DCECCB84-F9BA-43D5-87BE-67443E8EF086}">
      <p15:sldGuideLst xmlns:p15="http://schemas.microsoft.com/office/powerpoint/2012/main">
        <p15:guide id="1" pos="5654">
          <p15:clr>
            <a:srgbClr val="FBAE40"/>
          </p15:clr>
        </p15:guide>
        <p15:guide id="2" pos="726">
          <p15:clr>
            <a:srgbClr val="FBAE40"/>
          </p15:clr>
        </p15:guide>
        <p15:guide id="3" orient="horz" pos="137">
          <p15:clr>
            <a:srgbClr val="FBAE40"/>
          </p15:clr>
        </p15:guide>
        <p15:guide id="4" orient="horz" pos="6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19399" y="419894"/>
            <a:ext cx="9372601" cy="1484312"/>
          </a:xfrm>
          <a:solidFill>
            <a:schemeClr val="accent4"/>
          </a:solidFill>
        </p:spPr>
        <p:txBody>
          <a:bodyPr vert="horz" lIns="91440" tIns="45720" rIns="288000" bIns="45720" rtlCol="0" anchor="ctr">
            <a:noAutofit/>
          </a:bodyPr>
          <a:lstStyle>
            <a:lvl1pPr marL="263525" indent="0" algn="l">
              <a:defRPr lang="en-US" sz="3600" b="1" dirty="0">
                <a:solidFill>
                  <a:schemeClr val="tx1"/>
                </a:solidFill>
              </a:defRPr>
            </a:lvl1pPr>
          </a:lstStyle>
          <a:p>
            <a:pPr lvl="0"/>
            <a:r>
              <a:rPr lang="en-US"/>
              <a:t>Section title</a:t>
            </a:r>
          </a:p>
        </p:txBody>
      </p:sp>
      <p:pic>
        <p:nvPicPr>
          <p:cNvPr id="6" name="Graphic 5">
            <a:extLst>
              <a:ext uri="{FF2B5EF4-FFF2-40B4-BE49-F238E27FC236}">
                <a16:creationId xmlns:a16="http://schemas.microsoft.com/office/drawing/2014/main" id="{2010E20D-C2F4-4C57-9379-900BECBE540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1556" y="6094699"/>
            <a:ext cx="990025" cy="763207"/>
          </a:xfrm>
          <a:prstGeom prst="rect">
            <a:avLst/>
          </a:prstGeom>
        </p:spPr>
      </p:pic>
      <p:sp>
        <p:nvSpPr>
          <p:cNvPr id="7" name="Picture Placeholder 6">
            <a:extLst>
              <a:ext uri="{FF2B5EF4-FFF2-40B4-BE49-F238E27FC236}">
                <a16:creationId xmlns:a16="http://schemas.microsoft.com/office/drawing/2014/main" id="{83CCF378-34BF-4EE7-87EE-0F21AAF7F209}"/>
              </a:ext>
            </a:extLst>
          </p:cNvPr>
          <p:cNvSpPr>
            <a:spLocks noGrp="1"/>
          </p:cNvSpPr>
          <p:nvPr>
            <p:ph type="pic" sz="quarter" idx="10" hasCustomPrompt="1"/>
          </p:nvPr>
        </p:nvSpPr>
        <p:spPr>
          <a:xfrm>
            <a:off x="0" y="1304925"/>
            <a:ext cx="12192000" cy="5553075"/>
          </a:xfrm>
          <a:custGeom>
            <a:avLst/>
            <a:gdLst>
              <a:gd name="connsiteX0" fmla="*/ 0 w 12192000"/>
              <a:gd name="connsiteY0" fmla="*/ 5552981 h 5553075"/>
              <a:gd name="connsiteX1" fmla="*/ 12192000 w 12192000"/>
              <a:gd name="connsiteY1" fmla="*/ 5552981 h 5553075"/>
              <a:gd name="connsiteX2" fmla="*/ 12192000 w 12192000"/>
              <a:gd name="connsiteY2" fmla="*/ 5553075 h 5553075"/>
              <a:gd name="connsiteX3" fmla="*/ 0 w 12192000"/>
              <a:gd name="connsiteY3" fmla="*/ 5553075 h 5553075"/>
              <a:gd name="connsiteX4" fmla="*/ 0 w 12192000"/>
              <a:gd name="connsiteY4" fmla="*/ 0 h 5553075"/>
              <a:gd name="connsiteX5" fmla="*/ 2819401 w 12192000"/>
              <a:gd name="connsiteY5" fmla="*/ 0 h 5553075"/>
              <a:gd name="connsiteX6" fmla="*/ 2819401 w 12192000"/>
              <a:gd name="connsiteY6" fmla="*/ 599281 h 5553075"/>
              <a:gd name="connsiteX7" fmla="*/ 12192000 w 12192000"/>
              <a:gd name="connsiteY7" fmla="*/ 599281 h 5553075"/>
              <a:gd name="connsiteX8" fmla="*/ 12192000 w 12192000"/>
              <a:gd name="connsiteY8" fmla="*/ 4787900 h 5553075"/>
              <a:gd name="connsiteX9" fmla="*/ 1683657 w 12192000"/>
              <a:gd name="connsiteY9" fmla="*/ 4787900 h 5553075"/>
              <a:gd name="connsiteX10" fmla="*/ 1683657 w 12192000"/>
              <a:gd name="connsiteY10" fmla="*/ 4631418 h 5553075"/>
              <a:gd name="connsiteX11" fmla="*/ 0 w 12192000"/>
              <a:gd name="connsiteY11" fmla="*/ 4631418 h 555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5553075">
                <a:moveTo>
                  <a:pt x="0" y="5552981"/>
                </a:moveTo>
                <a:lnTo>
                  <a:pt x="12192000" y="5552981"/>
                </a:lnTo>
                <a:lnTo>
                  <a:pt x="12192000" y="5553075"/>
                </a:lnTo>
                <a:lnTo>
                  <a:pt x="0" y="5553075"/>
                </a:lnTo>
                <a:close/>
                <a:moveTo>
                  <a:pt x="0" y="0"/>
                </a:moveTo>
                <a:lnTo>
                  <a:pt x="2819401" y="0"/>
                </a:lnTo>
                <a:lnTo>
                  <a:pt x="2819401" y="599281"/>
                </a:lnTo>
                <a:lnTo>
                  <a:pt x="12192000" y="599281"/>
                </a:lnTo>
                <a:lnTo>
                  <a:pt x="12192000" y="4787900"/>
                </a:lnTo>
                <a:lnTo>
                  <a:pt x="1683657" y="4787900"/>
                </a:lnTo>
                <a:lnTo>
                  <a:pt x="1683657" y="4631418"/>
                </a:lnTo>
                <a:lnTo>
                  <a:pt x="0" y="4631418"/>
                </a:lnTo>
                <a:close/>
              </a:path>
            </a:pathLst>
          </a:custGeom>
          <a:noFill/>
        </p:spPr>
        <p:txBody>
          <a:bodyPr vert="horz" wrap="none" lIns="91440" tIns="45720" rIns="90000" bIns="45720" rtlCol="0" anchor="ctr">
            <a:noAutofit/>
          </a:bodyPr>
          <a:lstStyle>
            <a:lvl1pPr algn="ctr">
              <a:buClr>
                <a:schemeClr val="tx1"/>
              </a:buClr>
              <a:defRPr lang="en-US" baseline="0">
                <a:solidFill>
                  <a:schemeClr val="bg2"/>
                </a:solidFill>
              </a:defRPr>
            </a:lvl1pPr>
          </a:lstStyle>
          <a:p>
            <a:pPr marL="261938" lvl="0" indent="-261938" algn="ctr"/>
            <a:r>
              <a:rPr lang="en-US"/>
              <a:t>Drag and drop a picture here (optional)</a:t>
            </a:r>
          </a:p>
        </p:txBody>
      </p:sp>
    </p:spTree>
    <p:extLst>
      <p:ext uri="{BB962C8B-B14F-4D97-AF65-F5344CB8AC3E}">
        <p14:creationId xmlns:p14="http://schemas.microsoft.com/office/powerpoint/2010/main" val="3432299269"/>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00037" y="1484313"/>
            <a:ext cx="5719763" cy="4608512"/>
          </a:xfrm>
        </p:spPr>
        <p:txBody>
          <a:bodyPr/>
          <a:lstStyle>
            <a:lvl1pPr marL="261938" indent="-261938">
              <a:buFont typeface="Arial" panose="020B0604020202020204" pitchFamily="34" charset="0"/>
              <a:buChar char="•"/>
              <a:defRPr/>
            </a:lvl1pPr>
            <a:lvl2pPr marL="536575" indent="-266700">
              <a:buFont typeface="Arial" panose="020B0604020202020204" pitchFamily="34" charset="0"/>
              <a:buChar char="•"/>
              <a:defRPr/>
            </a:lvl2pPr>
            <a:lvl3pPr marL="812800" indent="-273050">
              <a:buFont typeface="Arial" panose="020B0604020202020204" pitchFamily="34" charset="0"/>
              <a:buChar char="•"/>
              <a:defRPr/>
            </a:lvl3pPr>
            <a:lvl4pPr marL="987425" indent="-268288">
              <a:buFont typeface="Arial" panose="020B0604020202020204" pitchFamily="34" charset="0"/>
              <a:buChar char="•"/>
              <a:defRPr/>
            </a:lvl4pPr>
          </a:lstStyle>
          <a:p>
            <a:pPr lvl="0"/>
            <a:r>
              <a:rPr lang="en-US"/>
              <a:t>First level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096000" y="1484313"/>
            <a:ext cx="5720400" cy="4608512"/>
          </a:xfrm>
        </p:spPr>
        <p:txBody>
          <a:bodyPr/>
          <a:lstStyle>
            <a:lvl1pPr>
              <a:defRPr/>
            </a:lvl1pPr>
          </a:lstStyle>
          <a:p>
            <a:pPr lvl="0"/>
            <a:r>
              <a:rPr lang="en-US"/>
              <a:t>First level text</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hasCustomPrompt="1"/>
          </p:nvPr>
        </p:nvSpPr>
        <p:spPr/>
        <p:txBody>
          <a:bodyPr/>
          <a:lstStyle>
            <a:lvl1pPr>
              <a:defRPr/>
            </a:lvl1pPr>
          </a:lstStyle>
          <a:p>
            <a:r>
              <a:rPr lang="en-US"/>
              <a:t>Slide title</a:t>
            </a:r>
          </a:p>
        </p:txBody>
      </p:sp>
      <p:sp>
        <p:nvSpPr>
          <p:cNvPr id="2" name="Date Placeholder 1">
            <a:extLst>
              <a:ext uri="{FF2B5EF4-FFF2-40B4-BE49-F238E27FC236}">
                <a16:creationId xmlns:a16="http://schemas.microsoft.com/office/drawing/2014/main" id="{53788507-3E03-4FB3-A132-78A9397820B6}"/>
              </a:ext>
            </a:extLst>
          </p:cNvPr>
          <p:cNvSpPr>
            <a:spLocks noGrp="1"/>
          </p:cNvSpPr>
          <p:nvPr>
            <p:ph type="dt" sz="half" idx="10"/>
          </p:nvPr>
        </p:nvSpPr>
        <p:spPr/>
        <p:txBody>
          <a:bodyPr/>
          <a:lstStyle/>
          <a:p>
            <a:fld id="{A236C716-DEEC-44F8-9CD7-1B8233E8BB2C}" type="datetime1">
              <a:rPr lang="en-US" smtClean="0"/>
              <a:t>3/11/2026</a:t>
            </a:fld>
            <a:endParaRPr lang="fr-FR"/>
          </a:p>
        </p:txBody>
      </p:sp>
      <p:sp>
        <p:nvSpPr>
          <p:cNvPr id="7" name="Footer Placeholder 6">
            <a:extLst>
              <a:ext uri="{FF2B5EF4-FFF2-40B4-BE49-F238E27FC236}">
                <a16:creationId xmlns:a16="http://schemas.microsoft.com/office/drawing/2014/main" id="{49E28F68-9BF2-4E8D-9900-2B961920C10C}"/>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E2468ACE-19CE-4D11-BE8C-BF854FA85EA3}"/>
              </a:ext>
            </a:extLst>
          </p:cNvPr>
          <p:cNvSpPr>
            <a:spLocks noGrp="1"/>
          </p:cNvSpPr>
          <p:nvPr>
            <p:ph type="sldNum" sz="quarter" idx="12"/>
          </p:nvPr>
        </p:nvSpPr>
        <p:spPr/>
        <p:txBody>
          <a:bodyPr/>
          <a:lstStyle/>
          <a:p>
            <a:fld id="{0579006F-4184-524E-A90C-3FC2A416496D}" type="slidenum">
              <a:rPr lang="fr-FR" smtClean="0"/>
              <a:pPr/>
              <a:t>‹N°›</a:t>
            </a:fld>
            <a:endParaRPr lang="fr-FR"/>
          </a:p>
        </p:txBody>
      </p:sp>
    </p:spTree>
    <p:extLst>
      <p:ext uri="{BB962C8B-B14F-4D97-AF65-F5344CB8AC3E}">
        <p14:creationId xmlns:p14="http://schemas.microsoft.com/office/powerpoint/2010/main" val="1896236938"/>
      </p:ext>
    </p:extLst>
  </p:cSld>
  <p:clrMapOvr>
    <a:masterClrMapping/>
  </p:clrMapOvr>
  <p:hf hdr="0" ftr="0"/>
  <p:extLst>
    <p:ext uri="{DCECCB84-F9BA-43D5-87BE-67443E8EF086}">
      <p15:sldGuideLst xmlns:p15="http://schemas.microsoft.com/office/powerpoint/2012/main">
        <p15:guide id="1" orient="horz" pos="674">
          <p15:clr>
            <a:srgbClr val="FBAE40"/>
          </p15:clr>
        </p15:guide>
        <p15:guide id="2" orient="horz" pos="137">
          <p15:clr>
            <a:srgbClr val="FBAE40"/>
          </p15:clr>
        </p15:guide>
        <p15:guide id="3" pos="726">
          <p15:clr>
            <a:srgbClr val="FBAE40"/>
          </p15:clr>
        </p15:guide>
        <p15:guide id="4" pos="565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3"/>
          <p:cNvSpPr>
            <a:spLocks noGrp="1"/>
          </p:cNvSpPr>
          <p:nvPr>
            <p:ph type="title" hasCustomPrompt="1"/>
          </p:nvPr>
        </p:nvSpPr>
        <p:spPr/>
        <p:txBody>
          <a:bodyPr/>
          <a:lstStyle>
            <a:lvl1pPr>
              <a:defRPr/>
            </a:lvl1pPr>
          </a:lstStyle>
          <a:p>
            <a:r>
              <a:rPr lang="en-US"/>
              <a:t>Slide title</a:t>
            </a:r>
          </a:p>
        </p:txBody>
      </p:sp>
      <p:sp>
        <p:nvSpPr>
          <p:cNvPr id="2" name="Date Placeholder 1">
            <a:extLst>
              <a:ext uri="{FF2B5EF4-FFF2-40B4-BE49-F238E27FC236}">
                <a16:creationId xmlns:a16="http://schemas.microsoft.com/office/drawing/2014/main" id="{69297BAC-5561-499E-BBCB-6D6E1FD7DF7B}"/>
              </a:ext>
            </a:extLst>
          </p:cNvPr>
          <p:cNvSpPr>
            <a:spLocks noGrp="1"/>
          </p:cNvSpPr>
          <p:nvPr>
            <p:ph type="dt" sz="half" idx="10"/>
          </p:nvPr>
        </p:nvSpPr>
        <p:spPr/>
        <p:txBody>
          <a:bodyPr/>
          <a:lstStyle/>
          <a:p>
            <a:fld id="{A236C716-DEEC-44F8-9CD7-1B8233E8BB2C}" type="datetime1">
              <a:rPr lang="en-US" smtClean="0"/>
              <a:t>3/11/2026</a:t>
            </a:fld>
            <a:endParaRPr lang="fr-FR"/>
          </a:p>
        </p:txBody>
      </p:sp>
      <p:sp>
        <p:nvSpPr>
          <p:cNvPr id="5" name="Footer Placeholder 4">
            <a:extLst>
              <a:ext uri="{FF2B5EF4-FFF2-40B4-BE49-F238E27FC236}">
                <a16:creationId xmlns:a16="http://schemas.microsoft.com/office/drawing/2014/main" id="{01525733-58EA-4C07-864D-B4CB76D0D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875373-7992-498D-9AB1-3D8254424717}"/>
              </a:ext>
            </a:extLst>
          </p:cNvPr>
          <p:cNvSpPr>
            <a:spLocks noGrp="1"/>
          </p:cNvSpPr>
          <p:nvPr>
            <p:ph type="sldNum" sz="quarter" idx="12"/>
          </p:nvPr>
        </p:nvSpPr>
        <p:spPr/>
        <p:txBody>
          <a:bodyPr/>
          <a:lstStyle/>
          <a:p>
            <a:fld id="{0579006F-4184-524E-A90C-3FC2A416496D}" type="slidenum">
              <a:rPr lang="fr-FR" smtClean="0"/>
              <a:pPr/>
              <a:t>‹N°›</a:t>
            </a:fld>
            <a:endParaRPr lang="fr-FR"/>
          </a:p>
        </p:txBody>
      </p:sp>
    </p:spTree>
    <p:extLst>
      <p:ext uri="{BB962C8B-B14F-4D97-AF65-F5344CB8AC3E}">
        <p14:creationId xmlns:p14="http://schemas.microsoft.com/office/powerpoint/2010/main" val="1455360223"/>
      </p:ext>
    </p:extLst>
  </p:cSld>
  <p:clrMapOvr>
    <a:masterClrMapping/>
  </p:clrMapOvr>
  <p:hf hdr="0" ftr="0"/>
  <p:extLst>
    <p:ext uri="{DCECCB84-F9BA-43D5-87BE-67443E8EF086}">
      <p15:sldGuideLst xmlns:p15="http://schemas.microsoft.com/office/powerpoint/2012/main">
        <p15:guide id="1" pos="5654">
          <p15:clr>
            <a:srgbClr val="FBAE40"/>
          </p15:clr>
        </p15:guide>
        <p15:guide id="2" orient="horz" pos="2160">
          <p15:clr>
            <a:srgbClr val="FBAE40"/>
          </p15:clr>
        </p15:guide>
        <p15:guide id="3" orient="horz" pos="674">
          <p15:clr>
            <a:srgbClr val="FBAE40"/>
          </p15:clr>
        </p15:guide>
        <p15:guide id="4" orient="horz" pos="137">
          <p15:clr>
            <a:srgbClr val="FBAE40"/>
          </p15:clr>
        </p15:guide>
        <p15:guide id="5" pos="72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125953C-BDCE-466C-B5D1-10A5597F7220}"/>
              </a:ext>
            </a:extLst>
          </p:cNvPr>
          <p:cNvSpPr>
            <a:spLocks noGrp="1"/>
          </p:cNvSpPr>
          <p:nvPr>
            <p:ph type="dt" sz="half" idx="10"/>
          </p:nvPr>
        </p:nvSpPr>
        <p:spPr/>
        <p:txBody>
          <a:bodyPr/>
          <a:lstStyle/>
          <a:p>
            <a:fld id="{A236C716-DEEC-44F8-9CD7-1B8233E8BB2C}" type="datetime1">
              <a:rPr lang="en-US" smtClean="0"/>
              <a:t>3/11/2026</a:t>
            </a:fld>
            <a:endParaRPr lang="fr-FR"/>
          </a:p>
        </p:txBody>
      </p:sp>
      <p:sp>
        <p:nvSpPr>
          <p:cNvPr id="4" name="Footer Placeholder 3">
            <a:extLst>
              <a:ext uri="{FF2B5EF4-FFF2-40B4-BE49-F238E27FC236}">
                <a16:creationId xmlns:a16="http://schemas.microsoft.com/office/drawing/2014/main" id="{35093A61-3D0C-4D22-A38C-FED809C56B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CFF57E-942B-4161-B1AA-AAC9C60FE343}"/>
              </a:ext>
            </a:extLst>
          </p:cNvPr>
          <p:cNvSpPr>
            <a:spLocks noGrp="1"/>
          </p:cNvSpPr>
          <p:nvPr>
            <p:ph type="sldNum" sz="quarter" idx="12"/>
          </p:nvPr>
        </p:nvSpPr>
        <p:spPr/>
        <p:txBody>
          <a:bodyPr/>
          <a:lstStyle/>
          <a:p>
            <a:fld id="{0579006F-4184-524E-A90C-3FC2A416496D}" type="slidenum">
              <a:rPr lang="fr-FR" smtClean="0"/>
              <a:pPr/>
              <a:t>‹N°›</a:t>
            </a:fld>
            <a:endParaRPr lang="fr-FR"/>
          </a:p>
        </p:txBody>
      </p:sp>
    </p:spTree>
    <p:extLst>
      <p:ext uri="{BB962C8B-B14F-4D97-AF65-F5344CB8AC3E}">
        <p14:creationId xmlns:p14="http://schemas.microsoft.com/office/powerpoint/2010/main" val="4033489686"/>
      </p:ext>
    </p:extLst>
  </p:cSld>
  <p:clrMapOvr>
    <a:masterClrMapping/>
  </p:clrMapOvr>
  <p:hf hdr="0" ftr="0"/>
  <p:extLst>
    <p:ext uri="{DCECCB84-F9BA-43D5-87BE-67443E8EF086}">
      <p15:sldGuideLst xmlns:p15="http://schemas.microsoft.com/office/powerpoint/2012/main">
        <p15:guide id="1" orient="horz" pos="2160">
          <p15:clr>
            <a:srgbClr val="FBAE40"/>
          </p15:clr>
        </p15:guide>
        <p15:guide id="2" orient="horz" pos="674">
          <p15:clr>
            <a:srgbClr val="FBAE40"/>
          </p15:clr>
        </p15:guide>
        <p15:guide id="3" orient="horz" pos="137">
          <p15:clr>
            <a:srgbClr val="FBAE40"/>
          </p15:clr>
        </p15:guide>
        <p15:guide id="4" pos="72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52E30E9-1079-4CF5-8813-8B65FB05D6D8}"/>
              </a:ext>
            </a:extLst>
          </p:cNvPr>
          <p:cNvGrpSpPr/>
          <p:nvPr/>
        </p:nvGrpSpPr>
        <p:grpSpPr>
          <a:xfrm>
            <a:off x="-1" y="0"/>
            <a:ext cx="12192001" cy="6858000"/>
            <a:chOff x="-1" y="0"/>
            <a:chExt cx="12192001" cy="6858000"/>
          </a:xfrm>
        </p:grpSpPr>
        <p:sp>
          <p:nvSpPr>
            <p:cNvPr id="12" name="Rectangle 11">
              <a:extLst>
                <a:ext uri="{FF2B5EF4-FFF2-40B4-BE49-F238E27FC236}">
                  <a16:creationId xmlns:a16="http://schemas.microsoft.com/office/drawing/2014/main" id="{2A1E53E3-FC79-490F-927D-EDA5C06E6818}"/>
                </a:ext>
              </a:extLst>
            </p:cNvPr>
            <p:cNvSpPr/>
            <p:nvPr/>
          </p:nvSpPr>
          <p:spPr>
            <a:xfrm>
              <a:off x="0" y="0"/>
              <a:ext cx="12192000" cy="6854862"/>
            </a:xfrm>
            <a:prstGeom prst="rect">
              <a:avLst/>
            </a:prstGeom>
            <a:solidFill>
              <a:srgbClr val="002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8BD6E22D-9F81-4B7A-A71E-BBB4177578ED}"/>
                </a:ext>
              </a:extLst>
            </p:cNvPr>
            <p:cNvGrpSpPr/>
            <p:nvPr userDrawn="1"/>
          </p:nvGrpSpPr>
          <p:grpSpPr>
            <a:xfrm>
              <a:off x="-1" y="4152900"/>
              <a:ext cx="12191999" cy="2705100"/>
              <a:chOff x="1" y="4152900"/>
              <a:chExt cx="12191999" cy="2705100"/>
            </a:xfrm>
          </p:grpSpPr>
          <p:sp>
            <p:nvSpPr>
              <p:cNvPr id="9" name="Freeform 21">
                <a:extLst>
                  <a:ext uri="{FF2B5EF4-FFF2-40B4-BE49-F238E27FC236}">
                    <a16:creationId xmlns:a16="http://schemas.microsoft.com/office/drawing/2014/main" id="{B428783B-02FD-4849-BFB2-D1C2BC8E88B5}"/>
                  </a:ext>
                </a:extLst>
              </p:cNvPr>
              <p:cNvSpPr/>
              <p:nvPr/>
            </p:nvSpPr>
            <p:spPr>
              <a:xfrm>
                <a:off x="1" y="4152900"/>
                <a:ext cx="12191999" cy="2705100"/>
              </a:xfrm>
              <a:custGeom>
                <a:avLst/>
                <a:gdLst>
                  <a:gd name="connsiteX0" fmla="*/ 0 w 12191999"/>
                  <a:gd name="connsiteY0" fmla="*/ 0 h 2705100"/>
                  <a:gd name="connsiteX1" fmla="*/ 1104899 w 12191999"/>
                  <a:gd name="connsiteY1" fmla="*/ 0 h 2705100"/>
                  <a:gd name="connsiteX2" fmla="*/ 1104899 w 12191999"/>
                  <a:gd name="connsiteY2" fmla="*/ 1422400 h 2705100"/>
                  <a:gd name="connsiteX3" fmla="*/ 12191999 w 12191999"/>
                  <a:gd name="connsiteY3" fmla="*/ 1422400 h 2705100"/>
                  <a:gd name="connsiteX4" fmla="*/ 12191999 w 12191999"/>
                  <a:gd name="connsiteY4" fmla="*/ 2705100 h 2705100"/>
                  <a:gd name="connsiteX5" fmla="*/ 1 w 12191999"/>
                  <a:gd name="connsiteY5" fmla="*/ 2705100 h 2705100"/>
                  <a:gd name="connsiteX6" fmla="*/ 1 w 12191999"/>
                  <a:gd name="connsiteY6" fmla="*/ 1543050 h 2705100"/>
                  <a:gd name="connsiteX7" fmla="*/ 0 w 12191999"/>
                  <a:gd name="connsiteY7" fmla="*/ 1543050 h 2705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2705100">
                    <a:moveTo>
                      <a:pt x="0" y="0"/>
                    </a:moveTo>
                    <a:lnTo>
                      <a:pt x="1104899" y="0"/>
                    </a:lnTo>
                    <a:lnTo>
                      <a:pt x="1104899" y="1422400"/>
                    </a:lnTo>
                    <a:lnTo>
                      <a:pt x="12191999" y="1422400"/>
                    </a:lnTo>
                    <a:lnTo>
                      <a:pt x="12191999" y="2705100"/>
                    </a:lnTo>
                    <a:lnTo>
                      <a:pt x="1" y="2705100"/>
                    </a:lnTo>
                    <a:lnTo>
                      <a:pt x="1" y="1543050"/>
                    </a:lnTo>
                    <a:lnTo>
                      <a:pt x="0" y="154305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Rectangle 9">
                <a:extLst>
                  <a:ext uri="{FF2B5EF4-FFF2-40B4-BE49-F238E27FC236}">
                    <a16:creationId xmlns:a16="http://schemas.microsoft.com/office/drawing/2014/main" id="{A6B1C6E9-C7C0-445A-8911-23E57FA33B25}"/>
                  </a:ext>
                </a:extLst>
              </p:cNvPr>
              <p:cNvSpPr/>
              <p:nvPr/>
            </p:nvSpPr>
            <p:spPr>
              <a:xfrm>
                <a:off x="219560" y="5822714"/>
                <a:ext cx="9395219" cy="830997"/>
              </a:xfrm>
              <a:prstGeom prst="rect">
                <a:avLst/>
              </a:prstGeom>
            </p:spPr>
            <p:txBody>
              <a:bodyPr wrap="square">
                <a:spAutoFit/>
              </a:bodyPr>
              <a:lstStyle/>
              <a:p>
                <a:r>
                  <a:rPr lang="en-US" sz="1200">
                    <a:solidFill>
                      <a:srgbClr val="00234B"/>
                    </a:solidFill>
                    <a:latin typeface="Arial" panose="020B0604020202020204" pitchFamily="34" charset="0"/>
                  </a:rPr>
                  <a:t>© STMicroelectronics - All rights reserved.</a:t>
                </a:r>
                <a:br>
                  <a:rPr lang="en-US" sz="1200">
                    <a:solidFill>
                      <a:srgbClr val="00234B"/>
                    </a:solidFill>
                    <a:latin typeface="Arial" panose="020B0604020202020204" pitchFamily="34" charset="0"/>
                  </a:rPr>
                </a:br>
                <a:r>
                  <a:rPr lang="en-US" sz="1200" kern="1200">
                    <a:solidFill>
                      <a:srgbClr val="00234B"/>
                    </a:solidFill>
                    <a:latin typeface="Arial" panose="020B0604020202020204" pitchFamily="34" charset="0"/>
                    <a:ea typeface="+mn-ea"/>
                    <a:cs typeface="+mn-cs"/>
                  </a:rPr>
                  <a:t>ST logo is a trademark or a registered trademark of STMicroelectronics International NV or its affiliates in the EU and/or other countries. For additional information about ST trademarks, please refer to </a:t>
                </a:r>
                <a:r>
                  <a:rPr lang="en-US" sz="1200" kern="1200">
                    <a:solidFill>
                      <a:srgbClr val="00234B"/>
                    </a:solidFill>
                    <a:latin typeface="Arial" panose="020B0604020202020204" pitchFamily="34" charset="0"/>
                    <a:ea typeface="+mn-ea"/>
                    <a:cs typeface="+mn-cs"/>
                    <a:hlinkClick r:id="rId2">
                      <a:extLst>
                        <a:ext uri="{A12FA001-AC4F-418D-AE19-62706E023703}">
                          <ahyp:hlinkClr xmlns:ahyp="http://schemas.microsoft.com/office/drawing/2018/hyperlinkcolor" val="tx"/>
                        </a:ext>
                      </a:extLst>
                    </a:hlinkClick>
                  </a:rPr>
                  <a:t>www.st.com/trademarks</a:t>
                </a:r>
                <a:r>
                  <a:rPr lang="en-US" sz="1200" kern="1200">
                    <a:solidFill>
                      <a:srgbClr val="00234B"/>
                    </a:solidFill>
                    <a:latin typeface="Arial" panose="020B0604020202020204" pitchFamily="34" charset="0"/>
                    <a:ea typeface="+mn-ea"/>
                    <a:cs typeface="+mn-cs"/>
                  </a:rPr>
                  <a:t>. </a:t>
                </a:r>
                <a:br>
                  <a:rPr lang="en-US" sz="1200" kern="1200">
                    <a:solidFill>
                      <a:srgbClr val="00234B"/>
                    </a:solidFill>
                    <a:latin typeface="Arial" panose="020B0604020202020204" pitchFamily="34" charset="0"/>
                    <a:ea typeface="+mn-ea"/>
                    <a:cs typeface="+mn-cs"/>
                  </a:rPr>
                </a:br>
                <a:r>
                  <a:rPr lang="en-US" sz="1200" kern="1200">
                    <a:solidFill>
                      <a:srgbClr val="00234B"/>
                    </a:solidFill>
                    <a:latin typeface="Arial" panose="020B0604020202020204" pitchFamily="34" charset="0"/>
                    <a:ea typeface="+mn-ea"/>
                    <a:cs typeface="+mn-cs"/>
                  </a:rPr>
                  <a:t>All other product or service names are the property of their respective owners.</a:t>
                </a:r>
              </a:p>
            </p:txBody>
          </p:sp>
          <p:pic>
            <p:nvPicPr>
              <p:cNvPr id="11" name="Graphic 10">
                <a:extLst>
                  <a:ext uri="{FF2B5EF4-FFF2-40B4-BE49-F238E27FC236}">
                    <a16:creationId xmlns:a16="http://schemas.microsoft.com/office/drawing/2014/main" id="{B3C9C090-4752-447B-8BD0-B0518657236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5600" y="5621565"/>
                <a:ext cx="1599819" cy="1233297"/>
              </a:xfrm>
              <a:prstGeom prst="rect">
                <a:avLst/>
              </a:prstGeom>
            </p:spPr>
          </p:pic>
        </p:grpSp>
      </p:grpSp>
      <p:pic>
        <p:nvPicPr>
          <p:cNvPr id="5" name="Picture 4">
            <a:extLst>
              <a:ext uri="{FF2B5EF4-FFF2-40B4-BE49-F238E27FC236}">
                <a16:creationId xmlns:a16="http://schemas.microsoft.com/office/drawing/2014/main" id="{07C8CE8D-FE25-40F5-A966-5717F85ACF9F}"/>
              </a:ext>
            </a:extLst>
          </p:cNvPr>
          <p:cNvPicPr>
            <a:picLocks noChangeAspect="1"/>
          </p:cNvPicPr>
          <p:nvPr/>
        </p:nvPicPr>
        <p:blipFill>
          <a:blip r:embed="rId5"/>
          <a:stretch>
            <a:fillRect/>
          </a:stretch>
        </p:blipFill>
        <p:spPr>
          <a:xfrm>
            <a:off x="2959336" y="1565049"/>
            <a:ext cx="6273328" cy="2280102"/>
          </a:xfrm>
          <a:prstGeom prst="rect">
            <a:avLst/>
          </a:prstGeom>
        </p:spPr>
      </p:pic>
    </p:spTree>
    <p:extLst>
      <p:ext uri="{BB962C8B-B14F-4D97-AF65-F5344CB8AC3E}">
        <p14:creationId xmlns:p14="http://schemas.microsoft.com/office/powerpoint/2010/main" val="3612677524"/>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0EE782-C82C-4249-B547-EB14D1B2B5E0}"/>
              </a:ext>
            </a:extLst>
          </p:cNvPr>
          <p:cNvSpPr>
            <a:spLocks noGrp="1"/>
          </p:cNvSpPr>
          <p:nvPr>
            <p:ph type="sldNum" sz="quarter" idx="10"/>
          </p:nvPr>
        </p:nvSpPr>
        <p:spPr/>
        <p:txBody>
          <a:bodyPr/>
          <a:lstStyle/>
          <a:p>
            <a:fld id="{0579006F-4184-524E-A90C-3FC2A416496D}" type="slidenum">
              <a:rPr lang="fr-FR" smtClean="0"/>
              <a:pPr/>
              <a:t>‹N°›</a:t>
            </a:fld>
            <a:endParaRPr lang="fr-FR"/>
          </a:p>
        </p:txBody>
      </p:sp>
      <p:sp>
        <p:nvSpPr>
          <p:cNvPr id="4" name="Date Placeholder 3">
            <a:extLst>
              <a:ext uri="{FF2B5EF4-FFF2-40B4-BE49-F238E27FC236}">
                <a16:creationId xmlns:a16="http://schemas.microsoft.com/office/drawing/2014/main" id="{AB3DE8CA-6E55-46D4-8BB1-024A9C8FD4CA}"/>
              </a:ext>
            </a:extLst>
          </p:cNvPr>
          <p:cNvSpPr>
            <a:spLocks noGrp="1"/>
          </p:cNvSpPr>
          <p:nvPr>
            <p:ph type="dt" sz="half" idx="11"/>
          </p:nvPr>
        </p:nvSpPr>
        <p:spPr/>
        <p:txBody>
          <a:bodyPr/>
          <a:lstStyle/>
          <a:p>
            <a:fld id="{A236C716-DEEC-44F8-9CD7-1B8233E8BB2C}" type="datetime1">
              <a:rPr lang="en-US" smtClean="0"/>
              <a:t>3/11/2026</a:t>
            </a:fld>
            <a:endParaRPr lang="fr-FR"/>
          </a:p>
        </p:txBody>
      </p:sp>
      <p:sp>
        <p:nvSpPr>
          <p:cNvPr id="8" name="Text Placeholder 7">
            <a:extLst>
              <a:ext uri="{FF2B5EF4-FFF2-40B4-BE49-F238E27FC236}">
                <a16:creationId xmlns:a16="http://schemas.microsoft.com/office/drawing/2014/main" id="{DEDE1B7C-156C-450E-9E03-E965737874B4}"/>
              </a:ext>
            </a:extLst>
          </p:cNvPr>
          <p:cNvSpPr>
            <a:spLocks noGrp="1"/>
          </p:cNvSpPr>
          <p:nvPr>
            <p:ph type="body" sz="quarter" idx="12"/>
          </p:nvPr>
        </p:nvSpPr>
        <p:spPr>
          <a:xfrm>
            <a:off x="119063" y="115888"/>
            <a:ext cx="10153650" cy="720725"/>
          </a:xfrm>
          <a:prstGeom prst="rect">
            <a:avLst/>
          </a:prstGeom>
        </p:spPr>
        <p:txBody>
          <a:bodyPr/>
          <a:lstStyle>
            <a:lvl1pPr>
              <a:defRPr b="1">
                <a:solidFill>
                  <a:srgbClr val="002060"/>
                </a:solidFill>
                <a:effectLst/>
                <a:latin typeface="+mj-lt"/>
              </a:defRPr>
            </a:lvl1pPr>
          </a:lstStyle>
          <a:p>
            <a:pPr lvl="0"/>
            <a:r>
              <a:rPr lang="fr-FR" noProof="0"/>
              <a:t>Click to </a:t>
            </a:r>
            <a:r>
              <a:rPr lang="fr-FR" noProof="0" err="1"/>
              <a:t>edit</a:t>
            </a:r>
            <a:r>
              <a:rPr lang="fr-FR" noProof="0"/>
              <a:t> Master </a:t>
            </a:r>
            <a:r>
              <a:rPr lang="fr-FR" noProof="0" err="1"/>
              <a:t>text</a:t>
            </a:r>
            <a:r>
              <a:rPr lang="fr-FR" noProof="0"/>
              <a:t> styles</a:t>
            </a:r>
          </a:p>
        </p:txBody>
      </p:sp>
      <p:sp>
        <p:nvSpPr>
          <p:cNvPr id="10" name="Text Placeholder 9">
            <a:extLst>
              <a:ext uri="{FF2B5EF4-FFF2-40B4-BE49-F238E27FC236}">
                <a16:creationId xmlns:a16="http://schemas.microsoft.com/office/drawing/2014/main" id="{C0D0EAA7-4717-4677-93E4-5956B73F0AF1}"/>
              </a:ext>
            </a:extLst>
          </p:cNvPr>
          <p:cNvSpPr>
            <a:spLocks noGrp="1"/>
          </p:cNvSpPr>
          <p:nvPr>
            <p:ph type="body" sz="quarter" idx="13"/>
          </p:nvPr>
        </p:nvSpPr>
        <p:spPr>
          <a:xfrm>
            <a:off x="119063" y="980729"/>
            <a:ext cx="11880850" cy="1728192"/>
          </a:xfrm>
          <a:prstGeom prst="rect">
            <a:avLst/>
          </a:prstGeom>
        </p:spPr>
        <p:txBody>
          <a:bodyPr/>
          <a:lstStyle>
            <a:lvl1pPr>
              <a:spcBef>
                <a:spcPts val="600"/>
              </a:spcBef>
              <a:defRPr sz="2000"/>
            </a:lvl1pPr>
            <a:lvl2pPr>
              <a:spcBef>
                <a:spcPts val="600"/>
              </a:spcBef>
              <a:defRPr sz="1800"/>
            </a:lvl2pPr>
            <a:lvl3pPr>
              <a:spcBef>
                <a:spcPts val="600"/>
              </a:spcBef>
              <a:defRPr sz="1600"/>
            </a:lvl3pPr>
            <a:lvl4pPr>
              <a:spcBef>
                <a:spcPts val="600"/>
              </a:spcBef>
              <a:defRPr sz="1400"/>
            </a:lvl4pPr>
            <a:lvl5pPr>
              <a:spcBef>
                <a:spcPts val="600"/>
              </a:spcBef>
              <a:defRPr sz="1400"/>
            </a:lvl5pPr>
          </a:lstStyle>
          <a:p>
            <a:pPr lvl="0"/>
            <a:r>
              <a:rPr lang="fr-FR" noProof="0"/>
              <a:t>Click to edit Master text styles</a:t>
            </a:r>
          </a:p>
          <a:p>
            <a:pPr lvl="1"/>
            <a:r>
              <a:rPr lang="fr-FR" noProof="0"/>
              <a:t>Second level</a:t>
            </a:r>
          </a:p>
          <a:p>
            <a:pPr lvl="2"/>
            <a:r>
              <a:rPr lang="fr-FR" noProof="0"/>
              <a:t>Third level</a:t>
            </a:r>
          </a:p>
          <a:p>
            <a:pPr lvl="3"/>
            <a:r>
              <a:rPr lang="fr-FR" noProof="0"/>
              <a:t>Fourth level</a:t>
            </a:r>
          </a:p>
          <a:p>
            <a:pPr lvl="4"/>
            <a:r>
              <a:rPr lang="fr-FR" noProof="0"/>
              <a:t>Fifth level</a:t>
            </a:r>
          </a:p>
        </p:txBody>
      </p:sp>
    </p:spTree>
    <p:extLst>
      <p:ext uri="{BB962C8B-B14F-4D97-AF65-F5344CB8AC3E}">
        <p14:creationId xmlns:p14="http://schemas.microsoft.com/office/powerpoint/2010/main" val="1687752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1" name="ColorPatch">
            <a:extLst>
              <a:ext uri="{FF2B5EF4-FFF2-40B4-BE49-F238E27FC236}">
                <a16:creationId xmlns:a16="http://schemas.microsoft.com/office/drawing/2014/main" id="{65F4699E-59A4-43A4-9A5C-D8BFD4B1E6D9}"/>
              </a:ext>
            </a:extLst>
          </p:cNvPr>
          <p:cNvSpPr/>
          <p:nvPr/>
        </p:nvSpPr>
        <p:spPr>
          <a:xfrm>
            <a:off x="-685800" y="5486400"/>
            <a:ext cx="317500" cy="317500"/>
          </a:xfrm>
          <a:prstGeom prst="rect">
            <a:avLst/>
          </a:prstGeom>
          <a:solidFill>
            <a:srgbClr val="E9E9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40" name="ColorPatch">
            <a:extLst>
              <a:ext uri="{FF2B5EF4-FFF2-40B4-BE49-F238E27FC236}">
                <a16:creationId xmlns:a16="http://schemas.microsoft.com/office/drawing/2014/main" id="{1B167F27-4BE8-4B9C-A3D6-12AB9D6515A0}"/>
              </a:ext>
            </a:extLst>
          </p:cNvPr>
          <p:cNvSpPr/>
          <p:nvPr/>
        </p:nvSpPr>
        <p:spPr>
          <a:xfrm>
            <a:off x="-685800" y="5143500"/>
            <a:ext cx="317500" cy="317500"/>
          </a:xfrm>
          <a:prstGeom prst="rect">
            <a:avLst/>
          </a:prstGeom>
          <a:solidFill>
            <a:srgbClr val="D1D1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39" name="ColorPatch">
            <a:extLst>
              <a:ext uri="{FF2B5EF4-FFF2-40B4-BE49-F238E27FC236}">
                <a16:creationId xmlns:a16="http://schemas.microsoft.com/office/drawing/2014/main" id="{62C30C2F-9D3D-402B-9C93-7BB3D257A941}"/>
              </a:ext>
            </a:extLst>
          </p:cNvPr>
          <p:cNvSpPr/>
          <p:nvPr/>
        </p:nvSpPr>
        <p:spPr>
          <a:xfrm>
            <a:off x="-685800" y="4800600"/>
            <a:ext cx="317500" cy="317500"/>
          </a:xfrm>
          <a:prstGeom prst="rect">
            <a:avLst/>
          </a:prstGeom>
          <a:solidFill>
            <a:srgbClr val="A2A2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38" name="ColorPatch">
            <a:extLst>
              <a:ext uri="{FF2B5EF4-FFF2-40B4-BE49-F238E27FC236}">
                <a16:creationId xmlns:a16="http://schemas.microsoft.com/office/drawing/2014/main" id="{D6517BE0-9063-4916-BC84-EDE406E9CDE4}"/>
              </a:ext>
            </a:extLst>
          </p:cNvPr>
          <p:cNvSpPr/>
          <p:nvPr/>
        </p:nvSpPr>
        <p:spPr>
          <a:xfrm>
            <a:off x="-685800" y="4457700"/>
            <a:ext cx="317500" cy="317500"/>
          </a:xfrm>
          <a:prstGeom prst="rect">
            <a:avLst/>
          </a:prstGeom>
          <a:solidFill>
            <a:srgbClr val="7474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37" name="ColorPatch">
            <a:extLst>
              <a:ext uri="{FF2B5EF4-FFF2-40B4-BE49-F238E27FC236}">
                <a16:creationId xmlns:a16="http://schemas.microsoft.com/office/drawing/2014/main" id="{B5249DC3-A9A0-4038-AEE9-AEBFB5D0089D}"/>
              </a:ext>
            </a:extLst>
          </p:cNvPr>
          <p:cNvSpPr/>
          <p:nvPr/>
        </p:nvSpPr>
        <p:spPr>
          <a:xfrm>
            <a:off x="-685800" y="4114800"/>
            <a:ext cx="317500" cy="317500"/>
          </a:xfrm>
          <a:prstGeom prst="rect">
            <a:avLst/>
          </a:prstGeom>
          <a:solidFill>
            <a:srgbClr val="4646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36" name="ColorPatch">
            <a:extLst>
              <a:ext uri="{FF2B5EF4-FFF2-40B4-BE49-F238E27FC236}">
                <a16:creationId xmlns:a16="http://schemas.microsoft.com/office/drawing/2014/main" id="{18A6D389-12F3-4EC1-8CC2-242EFF07CB1C}"/>
              </a:ext>
            </a:extLst>
          </p:cNvPr>
          <p:cNvSpPr/>
          <p:nvPr/>
        </p:nvSpPr>
        <p:spPr>
          <a:xfrm>
            <a:off x="-685800" y="3771900"/>
            <a:ext cx="317500" cy="317500"/>
          </a:xfrm>
          <a:prstGeom prst="rect">
            <a:avLst/>
          </a:prstGeom>
          <a:solidFill>
            <a:srgbClr val="E2B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35" name="ColorPatch">
            <a:extLst>
              <a:ext uri="{FF2B5EF4-FFF2-40B4-BE49-F238E27FC236}">
                <a16:creationId xmlns:a16="http://schemas.microsoft.com/office/drawing/2014/main" id="{2ADD0FF6-E42B-4A48-AA80-7BFCC31B080A}"/>
              </a:ext>
            </a:extLst>
          </p:cNvPr>
          <p:cNvSpPr/>
          <p:nvPr/>
        </p:nvSpPr>
        <p:spPr>
          <a:xfrm>
            <a:off x="-685800" y="3429000"/>
            <a:ext cx="317500" cy="317500"/>
          </a:xfrm>
          <a:prstGeom prst="rect">
            <a:avLst/>
          </a:prstGeom>
          <a:solidFill>
            <a:srgbClr val="C57F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34" name="ColorPatch">
            <a:extLst>
              <a:ext uri="{FF2B5EF4-FFF2-40B4-BE49-F238E27FC236}">
                <a16:creationId xmlns:a16="http://schemas.microsoft.com/office/drawing/2014/main" id="{B669360D-4B82-4260-88C6-0543CF560378}"/>
              </a:ext>
            </a:extLst>
          </p:cNvPr>
          <p:cNvSpPr/>
          <p:nvPr/>
        </p:nvSpPr>
        <p:spPr>
          <a:xfrm>
            <a:off x="-685800" y="3086100"/>
            <a:ext cx="317500" cy="317500"/>
          </a:xfrm>
          <a:prstGeom prst="rect">
            <a:avLst/>
          </a:prstGeom>
          <a:solidFill>
            <a:srgbClr val="A940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33" name="ColorPatch">
            <a:extLst>
              <a:ext uri="{FF2B5EF4-FFF2-40B4-BE49-F238E27FC236}">
                <a16:creationId xmlns:a16="http://schemas.microsoft.com/office/drawing/2014/main" id="{B042156B-6D14-4769-85DE-0BC6133DC1EA}"/>
              </a:ext>
            </a:extLst>
          </p:cNvPr>
          <p:cNvSpPr/>
          <p:nvPr/>
        </p:nvSpPr>
        <p:spPr>
          <a:xfrm>
            <a:off x="-685800" y="2743200"/>
            <a:ext cx="317500" cy="317500"/>
          </a:xfrm>
          <a:prstGeom prst="rect">
            <a:avLst/>
          </a:prstGeom>
          <a:solidFill>
            <a:srgbClr val="8C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32" name="ColorPatch">
            <a:extLst>
              <a:ext uri="{FF2B5EF4-FFF2-40B4-BE49-F238E27FC236}">
                <a16:creationId xmlns:a16="http://schemas.microsoft.com/office/drawing/2014/main" id="{0A8AEA2A-477D-451D-A82D-F30F8990A07D}"/>
              </a:ext>
            </a:extLst>
          </p:cNvPr>
          <p:cNvSpPr/>
          <p:nvPr/>
        </p:nvSpPr>
        <p:spPr>
          <a:xfrm>
            <a:off x="-685800" y="2400300"/>
            <a:ext cx="317500" cy="317500"/>
          </a:xfrm>
          <a:prstGeom prst="rect">
            <a:avLst/>
          </a:prstGeom>
          <a:solidFill>
            <a:srgbClr val="C0D5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31" name="ColorPatch">
            <a:extLst>
              <a:ext uri="{FF2B5EF4-FFF2-40B4-BE49-F238E27FC236}">
                <a16:creationId xmlns:a16="http://schemas.microsoft.com/office/drawing/2014/main" id="{8CE1DB46-E195-40AF-8BEB-3E6873A1B2FA}"/>
              </a:ext>
            </a:extLst>
          </p:cNvPr>
          <p:cNvSpPr/>
          <p:nvPr/>
        </p:nvSpPr>
        <p:spPr>
          <a:xfrm>
            <a:off x="-685800" y="2057400"/>
            <a:ext cx="317500" cy="317500"/>
          </a:xfrm>
          <a:prstGeom prst="rect">
            <a:avLst/>
          </a:prstGeom>
          <a:solidFill>
            <a:srgbClr val="81AB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30" name="ColorPatch">
            <a:extLst>
              <a:ext uri="{FF2B5EF4-FFF2-40B4-BE49-F238E27FC236}">
                <a16:creationId xmlns:a16="http://schemas.microsoft.com/office/drawing/2014/main" id="{E0F1957D-72C6-4D6C-9201-6AA28AA6C57D}"/>
              </a:ext>
            </a:extLst>
          </p:cNvPr>
          <p:cNvSpPr/>
          <p:nvPr/>
        </p:nvSpPr>
        <p:spPr>
          <a:xfrm>
            <a:off x="-685800" y="1714500"/>
            <a:ext cx="317500" cy="317500"/>
          </a:xfrm>
          <a:prstGeom prst="rect">
            <a:avLst/>
          </a:prstGeom>
          <a:solidFill>
            <a:srgbClr val="4381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29" name="ColorPatch">
            <a:extLst>
              <a:ext uri="{FF2B5EF4-FFF2-40B4-BE49-F238E27FC236}">
                <a16:creationId xmlns:a16="http://schemas.microsoft.com/office/drawing/2014/main" id="{F00834CE-7B51-4FC1-989D-97A947599379}"/>
              </a:ext>
            </a:extLst>
          </p:cNvPr>
          <p:cNvSpPr/>
          <p:nvPr/>
        </p:nvSpPr>
        <p:spPr>
          <a:xfrm>
            <a:off x="-685800" y="1371600"/>
            <a:ext cx="317500" cy="317500"/>
          </a:xfrm>
          <a:prstGeom prst="rect">
            <a:avLst/>
          </a:prstGeom>
          <a:solidFill>
            <a:srgbClr val="0457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28" name="ColorPatch">
            <a:extLst>
              <a:ext uri="{FF2B5EF4-FFF2-40B4-BE49-F238E27FC236}">
                <a16:creationId xmlns:a16="http://schemas.microsoft.com/office/drawing/2014/main" id="{AB72B3FD-EF38-4401-99A2-12BA97E1031C}"/>
              </a:ext>
            </a:extLst>
          </p:cNvPr>
          <p:cNvSpPr/>
          <p:nvPr/>
        </p:nvSpPr>
        <p:spPr>
          <a:xfrm>
            <a:off x="-685800" y="1028700"/>
            <a:ext cx="317500" cy="317500"/>
          </a:xfrm>
          <a:prstGeom prst="rect">
            <a:avLst/>
          </a:prstGeom>
          <a:solidFill>
            <a:srgbClr val="D1E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27" name="ColorPatch">
            <a:extLst>
              <a:ext uri="{FF2B5EF4-FFF2-40B4-BE49-F238E27FC236}">
                <a16:creationId xmlns:a16="http://schemas.microsoft.com/office/drawing/2014/main" id="{DB636BCE-D7BA-42A6-B589-71540B9DC5AD}"/>
              </a:ext>
            </a:extLst>
          </p:cNvPr>
          <p:cNvSpPr/>
          <p:nvPr/>
        </p:nvSpPr>
        <p:spPr>
          <a:xfrm>
            <a:off x="-685800" y="685800"/>
            <a:ext cx="317500" cy="317500"/>
          </a:xfrm>
          <a:prstGeom prst="rect">
            <a:avLst/>
          </a:prstGeom>
          <a:solidFill>
            <a:srgbClr val="A4D8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26" name="ColorPatch">
            <a:extLst>
              <a:ext uri="{FF2B5EF4-FFF2-40B4-BE49-F238E27FC236}">
                <a16:creationId xmlns:a16="http://schemas.microsoft.com/office/drawing/2014/main" id="{9D1EA9E9-05C1-4D17-8CE5-6492F824502A}"/>
              </a:ext>
            </a:extLst>
          </p:cNvPr>
          <p:cNvSpPr/>
          <p:nvPr/>
        </p:nvSpPr>
        <p:spPr>
          <a:xfrm>
            <a:off x="-685800" y="342900"/>
            <a:ext cx="317500" cy="317500"/>
          </a:xfrm>
          <a:prstGeom prst="rect">
            <a:avLst/>
          </a:prstGeom>
          <a:solidFill>
            <a:srgbClr val="77C5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25" name="ColorPatch">
            <a:extLst>
              <a:ext uri="{FF2B5EF4-FFF2-40B4-BE49-F238E27FC236}">
                <a16:creationId xmlns:a16="http://schemas.microsoft.com/office/drawing/2014/main" id="{9A5ADA3E-3A73-4260-828D-18023D21EE0E}"/>
              </a:ext>
            </a:extLst>
          </p:cNvPr>
          <p:cNvSpPr/>
          <p:nvPr/>
        </p:nvSpPr>
        <p:spPr>
          <a:xfrm>
            <a:off x="-685800" y="0"/>
            <a:ext cx="317500" cy="317500"/>
          </a:xfrm>
          <a:prstGeom prst="rect">
            <a:avLst/>
          </a:prstGeom>
          <a:solidFill>
            <a:srgbClr val="49B1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24" name="ColorPatch">
            <a:extLst>
              <a:ext uri="{FF2B5EF4-FFF2-40B4-BE49-F238E27FC236}">
                <a16:creationId xmlns:a16="http://schemas.microsoft.com/office/drawing/2014/main" id="{177ED0F8-E668-4F55-9F61-0BADCC753B93}"/>
              </a:ext>
            </a:extLst>
          </p:cNvPr>
          <p:cNvSpPr/>
          <p:nvPr/>
        </p:nvSpPr>
        <p:spPr>
          <a:xfrm>
            <a:off x="-342900" y="5143500"/>
            <a:ext cx="317500" cy="317500"/>
          </a:xfrm>
          <a:prstGeom prst="rect">
            <a:avLst/>
          </a:prstGeom>
          <a:solidFill>
            <a:srgbClr val="F9B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23" name="ColorPatch">
            <a:extLst>
              <a:ext uri="{FF2B5EF4-FFF2-40B4-BE49-F238E27FC236}">
                <a16:creationId xmlns:a16="http://schemas.microsoft.com/office/drawing/2014/main" id="{8CD7E567-0649-47B4-B5F7-346B6C6FAE6E}"/>
              </a:ext>
            </a:extLst>
          </p:cNvPr>
          <p:cNvSpPr/>
          <p:nvPr/>
        </p:nvSpPr>
        <p:spPr>
          <a:xfrm>
            <a:off x="-342900" y="4800600"/>
            <a:ext cx="317500" cy="317500"/>
          </a:xfrm>
          <a:prstGeom prst="rect">
            <a:avLst/>
          </a:prstGeom>
          <a:solidFill>
            <a:srgbClr val="F2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22" name="ColorPatch">
            <a:extLst>
              <a:ext uri="{FF2B5EF4-FFF2-40B4-BE49-F238E27FC236}">
                <a16:creationId xmlns:a16="http://schemas.microsoft.com/office/drawing/2014/main" id="{0B27B926-9D23-408B-B261-7474BA138B0E}"/>
              </a:ext>
            </a:extLst>
          </p:cNvPr>
          <p:cNvSpPr/>
          <p:nvPr/>
        </p:nvSpPr>
        <p:spPr>
          <a:xfrm>
            <a:off x="-342900" y="4457700"/>
            <a:ext cx="317500" cy="317500"/>
          </a:xfrm>
          <a:prstGeom prst="rect">
            <a:avLst/>
          </a:prstGeom>
          <a:solidFill>
            <a:srgbClr val="EC40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21" name="ColorPatch">
            <a:extLst>
              <a:ext uri="{FF2B5EF4-FFF2-40B4-BE49-F238E27FC236}">
                <a16:creationId xmlns:a16="http://schemas.microsoft.com/office/drawing/2014/main" id="{C79F16A5-2F29-42BB-88AB-9C69D7AB8969}"/>
              </a:ext>
            </a:extLst>
          </p:cNvPr>
          <p:cNvSpPr/>
          <p:nvPr/>
        </p:nvSpPr>
        <p:spPr>
          <a:xfrm>
            <a:off x="-342900" y="4114800"/>
            <a:ext cx="317500" cy="317500"/>
          </a:xfrm>
          <a:prstGeom prst="rect">
            <a:avLst/>
          </a:prstGeom>
          <a:solidFill>
            <a:srgbClr val="E6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20" name="ColorPatch">
            <a:extLst>
              <a:ext uri="{FF2B5EF4-FFF2-40B4-BE49-F238E27FC236}">
                <a16:creationId xmlns:a16="http://schemas.microsoft.com/office/drawing/2014/main" id="{7164F073-8D27-4C57-9FA9-5D80FC8EDB68}"/>
              </a:ext>
            </a:extLst>
          </p:cNvPr>
          <p:cNvSpPr/>
          <p:nvPr/>
        </p:nvSpPr>
        <p:spPr>
          <a:xfrm>
            <a:off x="-342900" y="3771900"/>
            <a:ext cx="317500" cy="317500"/>
          </a:xfrm>
          <a:prstGeom prst="rect">
            <a:avLst/>
          </a:prstGeom>
          <a:solidFill>
            <a:srgbClr val="FFF4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19" name="ColorPatch">
            <a:extLst>
              <a:ext uri="{FF2B5EF4-FFF2-40B4-BE49-F238E27FC236}">
                <a16:creationId xmlns:a16="http://schemas.microsoft.com/office/drawing/2014/main" id="{C400E972-E723-4251-BA45-FDC0E6CEEF6C}"/>
              </a:ext>
            </a:extLst>
          </p:cNvPr>
          <p:cNvSpPr/>
          <p:nvPr/>
        </p:nvSpPr>
        <p:spPr>
          <a:xfrm>
            <a:off x="-342900" y="3429000"/>
            <a:ext cx="317500" cy="317500"/>
          </a:xfrm>
          <a:prstGeom prst="rect">
            <a:avLst/>
          </a:prstGeom>
          <a:solidFill>
            <a:srgbClr val="FFE8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18" name="ColorPatch">
            <a:extLst>
              <a:ext uri="{FF2B5EF4-FFF2-40B4-BE49-F238E27FC236}">
                <a16:creationId xmlns:a16="http://schemas.microsoft.com/office/drawing/2014/main" id="{50D772BA-D4EE-40DA-B415-8EC283428CF5}"/>
              </a:ext>
            </a:extLst>
          </p:cNvPr>
          <p:cNvSpPr/>
          <p:nvPr/>
        </p:nvSpPr>
        <p:spPr>
          <a:xfrm>
            <a:off x="-342900" y="3086100"/>
            <a:ext cx="317500" cy="317500"/>
          </a:xfrm>
          <a:prstGeom prst="rect">
            <a:avLst/>
          </a:prstGeom>
          <a:solidFill>
            <a:srgbClr val="FFDD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17" name="ColorPatch">
            <a:extLst>
              <a:ext uri="{FF2B5EF4-FFF2-40B4-BE49-F238E27FC236}">
                <a16:creationId xmlns:a16="http://schemas.microsoft.com/office/drawing/2014/main" id="{6BEEA5BD-11E7-4F3D-BD73-EC2249E8CCEB}"/>
              </a:ext>
            </a:extLst>
          </p:cNvPr>
          <p:cNvSpPr/>
          <p:nvPr/>
        </p:nvSpPr>
        <p:spPr>
          <a:xfrm>
            <a:off x="-342900" y="2743200"/>
            <a:ext cx="317500" cy="317500"/>
          </a:xfrm>
          <a:prstGeom prst="rect">
            <a:avLst/>
          </a:prstGeom>
          <a:solidFill>
            <a:srgbClr val="FFD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16" name="ColorPatch">
            <a:extLst>
              <a:ext uri="{FF2B5EF4-FFF2-40B4-BE49-F238E27FC236}">
                <a16:creationId xmlns:a16="http://schemas.microsoft.com/office/drawing/2014/main" id="{27A566A9-4C8D-4179-BE6D-6A885CF5E38A}"/>
              </a:ext>
            </a:extLst>
          </p:cNvPr>
          <p:cNvSpPr/>
          <p:nvPr/>
        </p:nvSpPr>
        <p:spPr>
          <a:xfrm>
            <a:off x="-342900" y="2400300"/>
            <a:ext cx="317500" cy="317500"/>
          </a:xfrm>
          <a:prstGeom prst="rect">
            <a:avLst/>
          </a:prstGeom>
          <a:solidFill>
            <a:srgbClr val="CEE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15" name="ColorPatch">
            <a:extLst>
              <a:ext uri="{FF2B5EF4-FFF2-40B4-BE49-F238E27FC236}">
                <a16:creationId xmlns:a16="http://schemas.microsoft.com/office/drawing/2014/main" id="{98BB652E-B542-4A6D-842C-A8AFF7CF962D}"/>
              </a:ext>
            </a:extLst>
          </p:cNvPr>
          <p:cNvSpPr/>
          <p:nvPr/>
        </p:nvSpPr>
        <p:spPr>
          <a:xfrm>
            <a:off x="-342900" y="2057400"/>
            <a:ext cx="317500" cy="317500"/>
          </a:xfrm>
          <a:prstGeom prst="rect">
            <a:avLst/>
          </a:prstGeom>
          <a:solidFill>
            <a:srgbClr val="9DD9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14" name="ColorPatch">
            <a:extLst>
              <a:ext uri="{FF2B5EF4-FFF2-40B4-BE49-F238E27FC236}">
                <a16:creationId xmlns:a16="http://schemas.microsoft.com/office/drawing/2014/main" id="{7BE09878-3507-434C-8FBD-3253E93E01C8}"/>
              </a:ext>
            </a:extLst>
          </p:cNvPr>
          <p:cNvSpPr/>
          <p:nvPr/>
        </p:nvSpPr>
        <p:spPr>
          <a:xfrm>
            <a:off x="-342900" y="1714500"/>
            <a:ext cx="317500" cy="317500"/>
          </a:xfrm>
          <a:prstGeom prst="rect">
            <a:avLst/>
          </a:prstGeom>
          <a:solidFill>
            <a:srgbClr val="6DC7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12" name="ColorPatch">
            <a:extLst>
              <a:ext uri="{FF2B5EF4-FFF2-40B4-BE49-F238E27FC236}">
                <a16:creationId xmlns:a16="http://schemas.microsoft.com/office/drawing/2014/main" id="{2E26D6BD-036D-4346-A29B-7683021D70FB}"/>
              </a:ext>
            </a:extLst>
          </p:cNvPr>
          <p:cNvSpPr/>
          <p:nvPr/>
        </p:nvSpPr>
        <p:spPr>
          <a:xfrm>
            <a:off x="-342900" y="1371600"/>
            <a:ext cx="317500" cy="317500"/>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11" name="ColorPatch">
            <a:extLst>
              <a:ext uri="{FF2B5EF4-FFF2-40B4-BE49-F238E27FC236}">
                <a16:creationId xmlns:a16="http://schemas.microsoft.com/office/drawing/2014/main" id="{D840EC2E-1487-4A69-A809-9929CDB60313}"/>
              </a:ext>
            </a:extLst>
          </p:cNvPr>
          <p:cNvSpPr/>
          <p:nvPr/>
        </p:nvSpPr>
        <p:spPr>
          <a:xfrm>
            <a:off x="-342900" y="1028700"/>
            <a:ext cx="317500" cy="317500"/>
          </a:xfrm>
          <a:prstGeom prst="rect">
            <a:avLst/>
          </a:prstGeom>
          <a:solidFill>
            <a:srgbClr val="C0C8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10" name="ColorPatch">
            <a:extLst>
              <a:ext uri="{FF2B5EF4-FFF2-40B4-BE49-F238E27FC236}">
                <a16:creationId xmlns:a16="http://schemas.microsoft.com/office/drawing/2014/main" id="{4BBE9809-F301-459A-87DE-3C5C95F62870}"/>
              </a:ext>
            </a:extLst>
          </p:cNvPr>
          <p:cNvSpPr/>
          <p:nvPr/>
        </p:nvSpPr>
        <p:spPr>
          <a:xfrm>
            <a:off x="-342900" y="685800"/>
            <a:ext cx="317500" cy="317500"/>
          </a:xfrm>
          <a:prstGeom prst="rect">
            <a:avLst/>
          </a:prstGeom>
          <a:solidFill>
            <a:srgbClr val="8191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8" name="ColorPatch">
            <a:extLst>
              <a:ext uri="{FF2B5EF4-FFF2-40B4-BE49-F238E27FC236}">
                <a16:creationId xmlns:a16="http://schemas.microsoft.com/office/drawing/2014/main" id="{AD5D23E8-FC29-4F12-AB2C-C32E10546318}"/>
              </a:ext>
            </a:extLst>
          </p:cNvPr>
          <p:cNvSpPr/>
          <p:nvPr/>
        </p:nvSpPr>
        <p:spPr>
          <a:xfrm>
            <a:off x="-342900" y="342900"/>
            <a:ext cx="317500" cy="317500"/>
          </a:xfrm>
          <a:prstGeom prst="rect">
            <a:avLst/>
          </a:prstGeom>
          <a:solidFill>
            <a:srgbClr val="425A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7" name="ColorPatch">
            <a:extLst>
              <a:ext uri="{FF2B5EF4-FFF2-40B4-BE49-F238E27FC236}">
                <a16:creationId xmlns:a16="http://schemas.microsoft.com/office/drawing/2014/main" id="{57149537-0C06-456D-A4A3-2FBB5503631B}"/>
              </a:ext>
            </a:extLst>
          </p:cNvPr>
          <p:cNvSpPr/>
          <p:nvPr/>
        </p:nvSpPr>
        <p:spPr>
          <a:xfrm>
            <a:off x="-342900" y="0"/>
            <a:ext cx="317500" cy="317500"/>
          </a:xfrm>
          <a:prstGeom prst="rect">
            <a:avLst/>
          </a:prstGeom>
          <a:solidFill>
            <a:srgbClr val="032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2" name="Title Placeholder 1"/>
          <p:cNvSpPr>
            <a:spLocks noGrp="1"/>
          </p:cNvSpPr>
          <p:nvPr>
            <p:ph type="title"/>
          </p:nvPr>
        </p:nvSpPr>
        <p:spPr>
          <a:xfrm>
            <a:off x="300037" y="-1"/>
            <a:ext cx="11609159" cy="1304925"/>
          </a:xfrm>
          <a:prstGeom prst="rect">
            <a:avLst/>
          </a:prstGeom>
        </p:spPr>
        <p:txBody>
          <a:bodyPr vert="horz" lIns="91440" tIns="45720" rIns="90000" bIns="45720" rtlCol="0" anchor="ctr">
            <a:noAutofit/>
          </a:bodyPr>
          <a:lstStyle/>
          <a:p>
            <a:pPr lvl="0" algn="r"/>
            <a:r>
              <a:rPr lang="en-US"/>
              <a:t>Slide title</a:t>
            </a:r>
          </a:p>
        </p:txBody>
      </p:sp>
      <p:sp>
        <p:nvSpPr>
          <p:cNvPr id="3" name="Text Placeholder 2"/>
          <p:cNvSpPr>
            <a:spLocks noGrp="1"/>
          </p:cNvSpPr>
          <p:nvPr>
            <p:ph type="body" idx="1"/>
          </p:nvPr>
        </p:nvSpPr>
        <p:spPr>
          <a:xfrm>
            <a:off x="300038" y="1484313"/>
            <a:ext cx="11591925" cy="4608512"/>
          </a:xfrm>
          <a:prstGeom prst="rect">
            <a:avLst/>
          </a:prstGeom>
        </p:spPr>
        <p:txBody>
          <a:bodyPr vert="horz" lIns="91440" tIns="45720" rIns="90000" bIns="45720" rtlCol="0">
            <a:noAutofit/>
          </a:bodyPr>
          <a:lstStyle/>
          <a:p>
            <a:pPr lvl="0"/>
            <a:r>
              <a:rPr lang="en-US"/>
              <a:t>First level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070600" y="6330968"/>
            <a:ext cx="5483314" cy="292554"/>
          </a:xfrm>
          <a:prstGeom prst="rect">
            <a:avLst/>
          </a:prstGeom>
        </p:spPr>
        <p:txBody>
          <a:bodyPr vert="horz" lIns="90000" tIns="45720" rIns="90000" bIns="45720" rtlCol="0" anchor="b"/>
          <a:lstStyle>
            <a:lvl1pPr algn="r">
              <a:defRPr lang="en-US" sz="1100" b="0">
                <a:solidFill>
                  <a:schemeClr val="tx2"/>
                </a:solidFill>
              </a:defRPr>
            </a:lvl1pPr>
          </a:lstStyle>
          <a:p>
            <a:endParaRPr lang="en-US"/>
          </a:p>
        </p:txBody>
      </p:sp>
      <p:sp>
        <p:nvSpPr>
          <p:cNvPr id="6" name="Slide Number Placeholder 5"/>
          <p:cNvSpPr>
            <a:spLocks noGrp="1"/>
          </p:cNvSpPr>
          <p:nvPr>
            <p:ph type="sldNum" sz="quarter" idx="4"/>
          </p:nvPr>
        </p:nvSpPr>
        <p:spPr>
          <a:xfrm>
            <a:off x="11610261" y="6330968"/>
            <a:ext cx="411004" cy="292554"/>
          </a:xfrm>
          <a:prstGeom prst="rect">
            <a:avLst/>
          </a:prstGeom>
        </p:spPr>
        <p:txBody>
          <a:bodyPr vert="horz" lIns="0" tIns="46800" rIns="0" bIns="46800" rtlCol="0" anchor="b"/>
          <a:lstStyle>
            <a:lvl1pPr algn="r">
              <a:defRPr lang="en-US" sz="1100" b="0" smtClean="0">
                <a:solidFill>
                  <a:schemeClr val="tx2"/>
                </a:solidFill>
              </a:defRPr>
            </a:lvl1pPr>
          </a:lstStyle>
          <a:p>
            <a:fld id="{0579006F-4184-524E-A90C-3FC2A416496D}" type="slidenum">
              <a:rPr lang="fr-FR" smtClean="0"/>
              <a:pPr/>
              <a:t>‹N°›</a:t>
            </a:fld>
            <a:endParaRPr lang="fr-FR"/>
          </a:p>
        </p:txBody>
      </p:sp>
      <p:sp>
        <p:nvSpPr>
          <p:cNvPr id="4" name="Date Placeholder 3"/>
          <p:cNvSpPr>
            <a:spLocks noGrp="1"/>
          </p:cNvSpPr>
          <p:nvPr>
            <p:ph type="dt" sz="half" idx="2"/>
          </p:nvPr>
        </p:nvSpPr>
        <p:spPr>
          <a:xfrm>
            <a:off x="4857517" y="6330968"/>
            <a:ext cx="1184909" cy="292554"/>
          </a:xfrm>
          <a:prstGeom prst="rect">
            <a:avLst/>
          </a:prstGeom>
        </p:spPr>
        <p:txBody>
          <a:bodyPr vert="horz" lIns="91440" tIns="45720" rIns="91440" bIns="45720" rtlCol="0" anchor="b"/>
          <a:lstStyle>
            <a:lvl1pPr algn="r">
              <a:defRPr sz="1100" b="0">
                <a:solidFill>
                  <a:schemeClr val="tx2"/>
                </a:solidFill>
              </a:defRPr>
            </a:lvl1pPr>
          </a:lstStyle>
          <a:p>
            <a:fld id="{A236C716-DEEC-44F8-9CD7-1B8233E8BB2C}" type="datetime1">
              <a:rPr lang="en-US" smtClean="0"/>
              <a:t>3/11/2026</a:t>
            </a:fld>
            <a:endParaRPr lang="fr-FR"/>
          </a:p>
        </p:txBody>
      </p:sp>
      <p:pic>
        <p:nvPicPr>
          <p:cNvPr id="13" name="Graphic 12">
            <a:extLst>
              <a:ext uri="{FF2B5EF4-FFF2-40B4-BE49-F238E27FC236}">
                <a16:creationId xmlns:a16="http://schemas.microsoft.com/office/drawing/2014/main" id="{3DE2817A-3634-41C4-BE77-0740C5A7811D}"/>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31556" y="6094699"/>
            <a:ext cx="990025" cy="763207"/>
          </a:xfrm>
          <a:prstGeom prst="rect">
            <a:avLst/>
          </a:prstGeom>
        </p:spPr>
      </p:pic>
      <p:sp>
        <p:nvSpPr>
          <p:cNvPr id="9" name="Rectangle 8">
            <a:extLst>
              <a:ext uri="{FF2B5EF4-FFF2-40B4-BE49-F238E27FC236}">
                <a16:creationId xmlns:a16="http://schemas.microsoft.com/office/drawing/2014/main" id="{57CD4E90-0AD7-41F7-BEF4-B339EC998E49}"/>
              </a:ext>
            </a:extLst>
          </p:cNvPr>
          <p:cNvSpPr/>
          <p:nvPr/>
        </p:nvSpPr>
        <p:spPr>
          <a:xfrm>
            <a:off x="12004894" y="0"/>
            <a:ext cx="187105" cy="1143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9791125"/>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20" r:id="rId9"/>
  </p:sldLayoutIdLst>
  <p:hf hdr="0" ftr="0"/>
  <p:txStyles>
    <p:titleStyle>
      <a:lvl1pPr algn="r" defTabSz="914400" rtl="0" eaLnBrk="1" latinLnBrk="0" hangingPunct="1">
        <a:lnSpc>
          <a:spcPct val="90000"/>
        </a:lnSpc>
        <a:spcBef>
          <a:spcPct val="0"/>
        </a:spcBef>
        <a:buNone/>
        <a:defRPr lang="en-US" sz="3600" b="0" kern="1200" baseline="0">
          <a:solidFill>
            <a:schemeClr val="tx1"/>
          </a:solidFill>
          <a:latin typeface="+mj-lt"/>
          <a:ea typeface="+mj-ea"/>
          <a:cs typeface="+mj-cs"/>
        </a:defRPr>
      </a:lvl1pPr>
    </p:titleStyle>
    <p:bodyStyle>
      <a:lvl1pPr marL="261938" indent="-261938" algn="l" defTabSz="914400" rtl="0" eaLnBrk="1" latinLnBrk="0" hangingPunct="1">
        <a:lnSpc>
          <a:spcPct val="100000"/>
        </a:lnSpc>
        <a:spcBef>
          <a:spcPts val="1000"/>
        </a:spcBef>
        <a:buClr>
          <a:schemeClr val="tx1"/>
        </a:buClr>
        <a:buFont typeface="Arial" panose="020B0604020202020204" pitchFamily="34" charset="0"/>
        <a:buChar char="•"/>
        <a:defRPr lang="en-US" sz="2400" kern="1200" smtClean="0">
          <a:solidFill>
            <a:schemeClr val="tx1"/>
          </a:solidFill>
          <a:latin typeface="+mn-lt"/>
          <a:ea typeface="+mn-ea"/>
          <a:cs typeface="+mn-cs"/>
        </a:defRPr>
      </a:lvl1pPr>
      <a:lvl2pPr marL="536575" indent="-266700" algn="l" defTabSz="914400" rtl="0" eaLnBrk="1" latinLnBrk="0" hangingPunct="1">
        <a:lnSpc>
          <a:spcPct val="100000"/>
        </a:lnSpc>
        <a:spcBef>
          <a:spcPts val="600"/>
        </a:spcBef>
        <a:buClr>
          <a:schemeClr val="tx1"/>
        </a:buClr>
        <a:buFont typeface="Arial" panose="020B0604020202020204" pitchFamily="34" charset="0"/>
        <a:buChar char="•"/>
        <a:defRPr lang="en-US" sz="2000" kern="1200" smtClean="0">
          <a:solidFill>
            <a:schemeClr val="tx1"/>
          </a:solidFill>
          <a:latin typeface="+mn-lt"/>
          <a:ea typeface="+mn-ea"/>
          <a:cs typeface="+mn-cs"/>
        </a:defRPr>
      </a:lvl2pPr>
      <a:lvl3pPr marL="812800" indent="-273050" algn="l" defTabSz="914400" rtl="0" eaLnBrk="1" latinLnBrk="0" hangingPunct="1">
        <a:lnSpc>
          <a:spcPct val="100000"/>
        </a:lnSpc>
        <a:spcBef>
          <a:spcPts val="600"/>
        </a:spcBef>
        <a:buClr>
          <a:schemeClr val="tx1"/>
        </a:buClr>
        <a:buFont typeface="Arial" panose="020B0604020202020204" pitchFamily="34" charset="0"/>
        <a:buChar char="•"/>
        <a:defRPr lang="en-US" sz="1800" kern="1200" smtClean="0">
          <a:solidFill>
            <a:schemeClr val="tx1"/>
          </a:solidFill>
          <a:latin typeface="+mn-lt"/>
          <a:ea typeface="+mn-ea"/>
          <a:cs typeface="+mn-cs"/>
        </a:defRPr>
      </a:lvl3pPr>
      <a:lvl4pPr marL="987425" indent="-268288" algn="l" defTabSz="914400" rtl="0" eaLnBrk="1" latinLnBrk="0" hangingPunct="1">
        <a:lnSpc>
          <a:spcPct val="100000"/>
        </a:lnSpc>
        <a:spcBef>
          <a:spcPts val="400"/>
        </a:spcBef>
        <a:buClr>
          <a:schemeClr val="tx2"/>
        </a:buClr>
        <a:buFont typeface="Arial" panose="020B0604020202020204" pitchFamily="34" charset="0"/>
        <a:buChar char="•"/>
        <a:defRPr lang="en-US" sz="1600" kern="1200" smtClean="0">
          <a:solidFill>
            <a:schemeClr val="tx2"/>
          </a:solidFill>
          <a:latin typeface="+mn-lt"/>
          <a:ea typeface="+mn-ea"/>
          <a:cs typeface="+mn-cs"/>
        </a:defRPr>
      </a:lvl4pPr>
      <a:lvl5pPr marL="1160463" indent="-261938" algn="l" defTabSz="914400" rtl="0" eaLnBrk="1" latinLnBrk="0" hangingPunct="1">
        <a:lnSpc>
          <a:spcPct val="100000"/>
        </a:lnSpc>
        <a:spcBef>
          <a:spcPts val="400"/>
        </a:spcBef>
        <a:buClr>
          <a:schemeClr val="tx2"/>
        </a:buClr>
        <a:buFont typeface="Arial" panose="020B0604020202020204" pitchFamily="34" charset="0"/>
        <a:buChar char="•"/>
        <a:defRPr lang="en-U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p15:clr>
            <a:srgbClr val="F26B43"/>
          </p15:clr>
        </p15:guide>
        <p15:guide id="2" pos="7491">
          <p15:clr>
            <a:srgbClr val="F26B43"/>
          </p15:clr>
        </p15:guide>
        <p15:guide id="3" orient="horz" pos="2160">
          <p15:clr>
            <a:srgbClr val="F26B43"/>
          </p15:clr>
        </p15:guide>
        <p15:guide id="4" orient="horz" pos="935">
          <p15:clr>
            <a:srgbClr val="F26B43"/>
          </p15:clr>
        </p15:guide>
        <p15:guide id="5" orient="horz" pos="3838">
          <p15:clr>
            <a:srgbClr val="F26B43"/>
          </p15:clr>
        </p15:guide>
        <p15:guide id="6" orient="horz" pos="822">
          <p15:clr>
            <a:srgbClr val="F26B43"/>
          </p15:clr>
        </p15:guide>
        <p15:guide id="7" pos="3840">
          <p15:clr>
            <a:srgbClr val="F26B43"/>
          </p15:clr>
        </p15:guide>
        <p15:guide id="8" orient="horz" pos="131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266_2A151BBB.xml"/><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microsoft.com/office/2018/10/relationships/comments" Target="../comments/modernComment_230_F2A97027.xml"/><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microsoft.com/office/2018/10/relationships/comments" Target="../comments/modernComment_231_7D898125.xml"/><Relationship Id="rId2" Type="http://schemas.openxmlformats.org/officeDocument/2006/relationships/notesSlide" Target="../notesSlides/notesSlide4.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18/10/relationships/comments" Target="../comments/modernComment_232_8B652240.xml"/><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microsoft.com/office/2018/10/relationships/comments" Target="../comments/modernComment_233_37210723.xml"/><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8.emf"/></Relationships>
</file>

<file path=ppt/slides/_rels/slide7.xml.rels><?xml version="1.0" encoding="UTF-8" standalone="yes"?>
<Relationships xmlns="http://schemas.openxmlformats.org/package/2006/relationships"><Relationship Id="rId3" Type="http://schemas.microsoft.com/office/2018/10/relationships/comments" Target="../comments/modernComment_246_4710DB0A.xml"/><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9.emf"/></Relationships>
</file>

<file path=ppt/slides/_rels/slide8.xml.rels><?xml version="1.0" encoding="UTF-8" standalone="yes"?>
<Relationships xmlns="http://schemas.openxmlformats.org/package/2006/relationships"><Relationship Id="rId3" Type="http://schemas.microsoft.com/office/2018/10/relationships/comments" Target="../comments/modernComment_245_3A809893.xml"/><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0.emf"/></Relationships>
</file>

<file path=ppt/slides/_rels/slide9.xml.rels><?xml version="1.0" encoding="UTF-8" standalone="yes"?>
<Relationships xmlns="http://schemas.openxmlformats.org/package/2006/relationships"><Relationship Id="rId3" Type="http://schemas.microsoft.com/office/2018/10/relationships/comments" Target="../comments/modernComment_234_A553448F.xml"/><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235_9378A446.xml"/><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237_B5B55EB2.xml"/><Relationship Id="rId2" Type="http://schemas.openxmlformats.org/officeDocument/2006/relationships/notesSlide" Target="../notesSlides/notesSlide11.xml"/><Relationship Id="rId1" Type="http://schemas.openxmlformats.org/officeDocument/2006/relationships/slideLayout" Target="../slideLayouts/slideLayout9.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238_9387E76F.xml"/><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23B_ED5A30AB.xml"/><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23C_BFA9F6C2.xml"/><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247_2387247F.xml"/><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9.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p:cNvSpPr txBox="1">
            <a:spLocks/>
          </p:cNvSpPr>
          <p:nvPr/>
        </p:nvSpPr>
        <p:spPr>
          <a:xfrm>
            <a:off x="328809" y="3578305"/>
            <a:ext cx="9799639" cy="2767570"/>
          </a:xfrm>
          <a:prstGeom prst="rect">
            <a:avLst/>
          </a:prstGeom>
        </p:spPr>
        <p:txBody>
          <a:bodyPr>
            <a:noAutofit/>
          </a:bodyPr>
          <a:lstStyle>
            <a:lvl1pPr algn="l" defTabSz="914400" rtl="0" eaLnBrk="1" latinLnBrk="0" hangingPunct="1">
              <a:lnSpc>
                <a:spcPct val="75000"/>
              </a:lnSpc>
              <a:spcBef>
                <a:spcPct val="0"/>
              </a:spcBef>
              <a:buNone/>
              <a:defRPr sz="4800" b="1" i="0" kern="1200">
                <a:solidFill>
                  <a:schemeClr val="tx1"/>
                </a:solidFill>
                <a:latin typeface="Bebas Neue" charset="0"/>
                <a:ea typeface="Bebas Neue" charset="0"/>
                <a:cs typeface="Bebas Neue" charset="0"/>
              </a:defRPr>
            </a:lvl1pPr>
          </a:lstStyle>
          <a:p>
            <a:pPr marL="0" marR="0" lvl="0" indent="0" algn="l" defTabSz="914400" rtl="0" eaLnBrk="1" fontAlgn="auto" latinLnBrk="0" hangingPunct="1">
              <a:lnSpc>
                <a:spcPct val="75000"/>
              </a:lnSpc>
              <a:spcBef>
                <a:spcPct val="0"/>
              </a:spcBef>
              <a:spcAft>
                <a:spcPts val="0"/>
              </a:spcAft>
              <a:buClrTx/>
              <a:buSzTx/>
              <a:buFontTx/>
              <a:buNone/>
              <a:tabLst/>
              <a:defRPr/>
            </a:pPr>
            <a:r>
              <a:rPr kumimoji="0" lang="en-US" sz="6600" b="1" i="0" u="none" strike="noStrike" kern="1200" cap="none" spc="-150" normalizeH="0" baseline="0" noProof="0">
                <a:ln>
                  <a:noFill/>
                </a:ln>
                <a:solidFill>
                  <a:srgbClr val="FFFFFF"/>
                </a:solidFill>
                <a:effectLst/>
                <a:uLnTx/>
                <a:uFillTx/>
                <a:latin typeface="Arial"/>
              </a:rPr>
              <a:t>TP 01 – GPIO</a:t>
            </a:r>
          </a:p>
          <a:p>
            <a:pPr marL="0" marR="0" lvl="0" indent="0" algn="l" defTabSz="914400" rtl="0" eaLnBrk="1" fontAlgn="auto" latinLnBrk="0" hangingPunct="1">
              <a:lnSpc>
                <a:spcPct val="75000"/>
              </a:lnSpc>
              <a:spcBef>
                <a:spcPct val="0"/>
              </a:spcBef>
              <a:spcAft>
                <a:spcPts val="0"/>
              </a:spcAft>
              <a:buClrTx/>
              <a:buSzTx/>
              <a:buFontTx/>
              <a:buNone/>
              <a:tabLst/>
              <a:defRPr/>
            </a:pPr>
            <a:r>
              <a:rPr kumimoji="0" lang="en-US" sz="6600" b="1" i="0" u="none" strike="noStrike" kern="1200" cap="none" spc="-150" normalizeH="0" baseline="0" noProof="0">
                <a:ln>
                  <a:noFill/>
                </a:ln>
                <a:solidFill>
                  <a:srgbClr val="E6007E"/>
                </a:solidFill>
                <a:effectLst/>
                <a:uLnTx/>
                <a:uFillTx/>
                <a:latin typeface="Arial"/>
              </a:rPr>
              <a:t>STM32</a:t>
            </a:r>
          </a:p>
          <a:p>
            <a:pPr marL="0" marR="0" lvl="0" indent="0" algn="l" defTabSz="914400" rtl="0" eaLnBrk="1" fontAlgn="auto" latinLnBrk="0" hangingPunct="1">
              <a:lnSpc>
                <a:spcPct val="75000"/>
              </a:lnSpc>
              <a:spcBef>
                <a:spcPct val="0"/>
              </a:spcBef>
              <a:spcAft>
                <a:spcPts val="0"/>
              </a:spcAft>
              <a:buClrTx/>
              <a:buSzTx/>
              <a:buFontTx/>
              <a:buNone/>
              <a:tabLst/>
              <a:defRPr/>
            </a:pPr>
            <a:r>
              <a:rPr kumimoji="0" lang="en-US" sz="2400" b="0" i="0" u="none" strike="noStrike" kern="1200" cap="none" spc="-150" normalizeH="0" baseline="0" noProof="0">
                <a:ln>
                  <a:noFill/>
                </a:ln>
                <a:solidFill>
                  <a:srgbClr val="FFFFFF"/>
                </a:solidFill>
                <a:effectLst/>
                <a:uLnTx/>
                <a:uFillTx/>
                <a:latin typeface="Arial"/>
              </a:rPr>
              <a:t>Toulon</a:t>
            </a:r>
            <a:endParaRPr kumimoji="0" lang="en-US" sz="4800" b="0" i="0" u="none" strike="noStrike" kern="1200" cap="none" spc="-150" normalizeH="0" baseline="0" noProof="0">
              <a:ln>
                <a:noFill/>
              </a:ln>
              <a:solidFill>
                <a:srgbClr val="FFFFFF"/>
              </a:solidFill>
              <a:effectLst/>
              <a:uLnTx/>
              <a:uFillTx/>
              <a:latin typeface="Arial"/>
            </a:endParaRPr>
          </a:p>
        </p:txBody>
      </p:sp>
      <p:sp>
        <p:nvSpPr>
          <p:cNvPr id="4" name="Title 3">
            <a:extLst>
              <a:ext uri="{FF2B5EF4-FFF2-40B4-BE49-F238E27FC236}">
                <a16:creationId xmlns:a16="http://schemas.microsoft.com/office/drawing/2014/main" id="{B8F0D63A-0BCB-517D-9E66-1881168EA0F0}"/>
              </a:ext>
            </a:extLst>
          </p:cNvPr>
          <p:cNvSpPr>
            <a:spLocks noGrp="1"/>
          </p:cNvSpPr>
          <p:nvPr>
            <p:ph type="ctrTitle"/>
          </p:nvPr>
        </p:nvSpPr>
        <p:spPr/>
        <p:txBody>
          <a:bodyPr/>
          <a:lstStyle/>
          <a:p>
            <a:r>
              <a:rPr lang="en-US"/>
              <a:t>TP05 – ADC STM32 </a:t>
            </a:r>
          </a:p>
        </p:txBody>
      </p:sp>
      <p:sp>
        <p:nvSpPr>
          <p:cNvPr id="9" name="Subtitle 8">
            <a:extLst>
              <a:ext uri="{FF2B5EF4-FFF2-40B4-BE49-F238E27FC236}">
                <a16:creationId xmlns:a16="http://schemas.microsoft.com/office/drawing/2014/main" id="{EA454EB8-1F31-8290-4B9F-61D96BDBDC47}"/>
              </a:ext>
            </a:extLst>
          </p:cNvPr>
          <p:cNvSpPr>
            <a:spLocks noGrp="1"/>
          </p:cNvSpPr>
          <p:nvPr>
            <p:ph type="subTitle" idx="1"/>
          </p:nvPr>
        </p:nvSpPr>
        <p:spPr/>
        <p:txBody>
          <a:bodyPr/>
          <a:lstStyle/>
          <a:p>
            <a:r>
              <a:rPr lang="en-US"/>
              <a:t>Julien Terrier (COOLab Rousset)</a:t>
            </a:r>
          </a:p>
        </p:txBody>
      </p:sp>
      <p:pic>
        <p:nvPicPr>
          <p:cNvPr id="12" name="Picture Placeholder 11">
            <a:extLst>
              <a:ext uri="{FF2B5EF4-FFF2-40B4-BE49-F238E27FC236}">
                <a16:creationId xmlns:a16="http://schemas.microsoft.com/office/drawing/2014/main" id="{9F5DE147-3F1A-D59B-729F-47919CE5D84B}"/>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l="19462" r="19462"/>
          <a:stretch/>
        </p:blipFill>
        <p:spPr/>
      </p:pic>
      <p:sp>
        <p:nvSpPr>
          <p:cNvPr id="3" name="Slide Number Placeholder 2">
            <a:extLst>
              <a:ext uri="{FF2B5EF4-FFF2-40B4-BE49-F238E27FC236}">
                <a16:creationId xmlns:a16="http://schemas.microsoft.com/office/drawing/2014/main" id="{B818E403-8488-6E6A-4753-C967BA5EA0FA}"/>
              </a:ext>
            </a:extLst>
          </p:cNvPr>
          <p:cNvSpPr>
            <a:spLocks noGrp="1"/>
          </p:cNvSpPr>
          <p:nvPr>
            <p:ph type="sldNum" sz="quarter" idx="4294967295"/>
          </p:nvPr>
        </p:nvSpPr>
        <p:spPr>
          <a:xfrm>
            <a:off x="10991850" y="6524625"/>
            <a:ext cx="1200150" cy="33337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79006F-4184-524E-A90C-3FC2A416496D}" type="slidenum">
              <a:rPr kumimoji="0" lang="en-US" sz="1100" b="0" i="0" u="none" strike="noStrike" kern="1200" cap="none" spc="0" normalizeH="0" baseline="0" noProof="0" smtClean="0">
                <a:ln>
                  <a:noFill/>
                </a:ln>
                <a:solidFill>
                  <a:srgbClr val="46465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100" b="0" i="0" u="none" strike="noStrike" kern="1200" cap="none" spc="0" normalizeH="0" baseline="0" noProof="0">
              <a:ln>
                <a:noFill/>
              </a:ln>
              <a:solidFill>
                <a:srgbClr val="464650"/>
              </a:solidFill>
              <a:effectLst/>
              <a:uLnTx/>
              <a:uFillTx/>
              <a:latin typeface="Arial"/>
              <a:ea typeface="+mn-ea"/>
              <a:cs typeface="+mn-cs"/>
            </a:endParaRPr>
          </a:p>
        </p:txBody>
      </p:sp>
    </p:spTree>
    <p:extLst>
      <p:ext uri="{BB962C8B-B14F-4D97-AF65-F5344CB8AC3E}">
        <p14:creationId xmlns:p14="http://schemas.microsoft.com/office/powerpoint/2010/main" val="4256988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70259200-FB13-83B8-F8CF-CD1242FEB50C}"/>
              </a:ext>
            </a:extLst>
          </p:cNvPr>
          <p:cNvSpPr>
            <a:spLocks noGrp="1"/>
          </p:cNvSpPr>
          <p:nvPr>
            <p:ph type="sldNum" sz="quarter" idx="10"/>
          </p:nvPr>
        </p:nvSpPr>
        <p:spPr>
          <a:xfrm>
            <a:off x="11610261" y="6330968"/>
            <a:ext cx="411004" cy="292554"/>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79006F-4184-524E-A90C-3FC2A416496D}" type="slidenum">
              <a:rPr kumimoji="0" lang="en-US" sz="1100" b="0" i="0" u="none" strike="noStrike" kern="1200" cap="none" spc="0" normalizeH="0" baseline="0" noProof="0" smtClean="0">
                <a:ln>
                  <a:noFill/>
                </a:ln>
                <a:solidFill>
                  <a:srgbClr val="46465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100" b="0" i="0" u="none" strike="noStrike" kern="1200" cap="none" spc="0" normalizeH="0" baseline="0" noProof="0">
              <a:ln>
                <a:noFill/>
              </a:ln>
              <a:solidFill>
                <a:srgbClr val="464650"/>
              </a:solidFill>
              <a:effectLst/>
              <a:uLnTx/>
              <a:uFillTx/>
              <a:latin typeface="Arial"/>
              <a:ea typeface="+mn-ea"/>
              <a:cs typeface="+mn-cs"/>
            </a:endParaRPr>
          </a:p>
        </p:txBody>
      </p:sp>
      <p:sp>
        <p:nvSpPr>
          <p:cNvPr id="4" name="Text Placeholder 3">
            <a:extLst>
              <a:ext uri="{FF2B5EF4-FFF2-40B4-BE49-F238E27FC236}">
                <a16:creationId xmlns:a16="http://schemas.microsoft.com/office/drawing/2014/main" id="{5E110484-7C01-4617-903A-503AD67ED395}"/>
              </a:ext>
            </a:extLst>
          </p:cNvPr>
          <p:cNvSpPr>
            <a:spLocks noGrp="1"/>
          </p:cNvSpPr>
          <p:nvPr>
            <p:ph type="body" sz="quarter" idx="12"/>
          </p:nvPr>
        </p:nvSpPr>
        <p:spPr>
          <a:xfrm>
            <a:off x="119063" y="115888"/>
            <a:ext cx="10153650" cy="720725"/>
          </a:xfrm>
        </p:spPr>
        <p:txBody>
          <a:bodyPr>
            <a:normAutofit/>
          </a:bodyPr>
          <a:lstStyle/>
          <a:p>
            <a:r>
              <a:rPr lang="fr-FR" sz="3200"/>
              <a:t>Objectifs du TP 05</a:t>
            </a:r>
          </a:p>
        </p:txBody>
      </p:sp>
      <p:sp>
        <p:nvSpPr>
          <p:cNvPr id="5" name="Text Placeholder 4">
            <a:extLst>
              <a:ext uri="{FF2B5EF4-FFF2-40B4-BE49-F238E27FC236}">
                <a16:creationId xmlns:a16="http://schemas.microsoft.com/office/drawing/2014/main" id="{4A0BAB5A-BB55-46E0-9F57-B6937674FD25}"/>
              </a:ext>
            </a:extLst>
          </p:cNvPr>
          <p:cNvSpPr>
            <a:spLocks noGrp="1"/>
          </p:cNvSpPr>
          <p:nvPr>
            <p:ph type="body" sz="quarter" idx="13"/>
          </p:nvPr>
        </p:nvSpPr>
        <p:spPr>
          <a:xfrm>
            <a:off x="119063" y="981074"/>
            <a:ext cx="8065169" cy="2303910"/>
          </a:xfrm>
        </p:spPr>
        <p:txBody>
          <a:bodyPr>
            <a:noAutofit/>
          </a:bodyPr>
          <a:lstStyle/>
          <a:p>
            <a:r>
              <a:rPr lang="fr-FR" u="sng"/>
              <a:t>Objectifs:</a:t>
            </a:r>
          </a:p>
          <a:p>
            <a:r>
              <a:rPr lang="en-US"/>
              <a:t>Programmer l’ADC Analog Digital Converter du STM32</a:t>
            </a:r>
            <a:endParaRPr lang="fr-FR"/>
          </a:p>
          <a:p>
            <a:r>
              <a:rPr lang="fr-FR"/>
              <a:t>Utiliser</a:t>
            </a:r>
            <a:r>
              <a:rPr lang="en-US"/>
              <a:t> le </a:t>
            </a:r>
            <a:r>
              <a:rPr lang="fr-FR"/>
              <a:t>potentiomètre</a:t>
            </a:r>
            <a:r>
              <a:rPr lang="en-US"/>
              <a:t> pour </a:t>
            </a:r>
            <a:r>
              <a:rPr lang="fr-FR"/>
              <a:t>convertir</a:t>
            </a:r>
            <a:r>
              <a:rPr lang="en-US"/>
              <a:t> </a:t>
            </a:r>
            <a:r>
              <a:rPr lang="fr-FR"/>
              <a:t>une tension analogique en une tension numérique</a:t>
            </a:r>
          </a:p>
          <a:p>
            <a:r>
              <a:rPr lang="fr-FR"/>
              <a:t>Utiliser les compétences du TP04 pour faire sonner un buzzer en fonction de la valeur d’une tension</a:t>
            </a:r>
          </a:p>
          <a:p>
            <a:pPr marL="0" indent="0">
              <a:buNone/>
            </a:pPr>
            <a:endParaRPr lang="fr-FR"/>
          </a:p>
        </p:txBody>
      </p:sp>
      <p:pic>
        <p:nvPicPr>
          <p:cNvPr id="13" name="Picture 12" descr="A close-up of a computer chip&#10;&#10;Description automatically generated">
            <a:extLst>
              <a:ext uri="{FF2B5EF4-FFF2-40B4-BE49-F238E27FC236}">
                <a16:creationId xmlns:a16="http://schemas.microsoft.com/office/drawing/2014/main" id="{BCBC4A12-D535-FDF0-F3D9-1583F31B8C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4375" y="-4370"/>
            <a:ext cx="3857625" cy="6858000"/>
          </a:xfrm>
          <a:prstGeom prst="rect">
            <a:avLst/>
          </a:prstGeom>
        </p:spPr>
      </p:pic>
    </p:spTree>
    <p:extLst>
      <p:ext uri="{BB962C8B-B14F-4D97-AF65-F5344CB8AC3E}">
        <p14:creationId xmlns:p14="http://schemas.microsoft.com/office/powerpoint/2010/main" val="706026427"/>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CFD38B7-7981-4B26-A55D-D0A981664C79}"/>
              </a:ext>
            </a:extLst>
          </p:cNvPr>
          <p:cNvSpPr>
            <a:spLocks noGrp="1"/>
          </p:cNvSpPr>
          <p:nvPr>
            <p:ph type="body" sz="quarter" idx="12"/>
          </p:nvPr>
        </p:nvSpPr>
        <p:spPr>
          <a:xfrm>
            <a:off x="119063" y="115888"/>
            <a:ext cx="10153650" cy="720725"/>
          </a:xfrm>
        </p:spPr>
        <p:txBody>
          <a:bodyPr>
            <a:normAutofit/>
          </a:bodyPr>
          <a:lstStyle/>
          <a:p>
            <a:r>
              <a:rPr lang="fr-FR" sz="3200"/>
              <a:t>Qu’est-ce qu’un CAN (ADC en anglais)?</a:t>
            </a:r>
          </a:p>
        </p:txBody>
      </p:sp>
      <p:sp>
        <p:nvSpPr>
          <p:cNvPr id="6" name="ZoneTexte 5">
            <a:extLst>
              <a:ext uri="{FF2B5EF4-FFF2-40B4-BE49-F238E27FC236}">
                <a16:creationId xmlns:a16="http://schemas.microsoft.com/office/drawing/2014/main" id="{E3B7A1FD-53EB-44AB-8822-5F84877A092D}"/>
              </a:ext>
            </a:extLst>
          </p:cNvPr>
          <p:cNvSpPr txBox="1"/>
          <p:nvPr/>
        </p:nvSpPr>
        <p:spPr>
          <a:xfrm>
            <a:off x="1991544" y="1412764"/>
            <a:ext cx="8208912" cy="1015663"/>
          </a:xfrm>
          <a:prstGeom prst="rect">
            <a:avLst/>
          </a:prstGeom>
          <a:noFill/>
        </p:spPr>
        <p:txBody>
          <a:bodyPr wrap="square" rtlCol="0">
            <a:noAutofit/>
          </a:bodyPr>
          <a:lstStyle/>
          <a:p>
            <a:r>
              <a:rPr lang="fr-FR" sz="2400" b="1">
                <a:solidFill>
                  <a:srgbClr val="E30613"/>
                </a:solidFill>
              </a:rPr>
              <a:t>CAN</a:t>
            </a:r>
            <a:r>
              <a:rPr lang="fr-FR">
                <a:solidFill>
                  <a:srgbClr val="03234B"/>
                </a:solidFill>
              </a:rPr>
              <a:t>: </a:t>
            </a:r>
            <a:r>
              <a:rPr lang="fr-FR" sz="2400" b="1">
                <a:solidFill>
                  <a:srgbClr val="E30613"/>
                </a:solidFill>
              </a:rPr>
              <a:t>C</a:t>
            </a:r>
            <a:r>
              <a:rPr lang="fr-FR">
                <a:solidFill>
                  <a:srgbClr val="03234B"/>
                </a:solidFill>
              </a:rPr>
              <a:t>onvertisseur </a:t>
            </a:r>
            <a:r>
              <a:rPr lang="fr-FR" sz="2400" b="1">
                <a:solidFill>
                  <a:srgbClr val="E30613"/>
                </a:solidFill>
              </a:rPr>
              <a:t>A</a:t>
            </a:r>
            <a:r>
              <a:rPr lang="fr-FR">
                <a:solidFill>
                  <a:srgbClr val="03234B"/>
                </a:solidFill>
              </a:rPr>
              <a:t>nalogique </a:t>
            </a:r>
            <a:r>
              <a:rPr lang="fr-FR" sz="2400" b="1">
                <a:solidFill>
                  <a:srgbClr val="E30613"/>
                </a:solidFill>
              </a:rPr>
              <a:t>N</a:t>
            </a:r>
            <a:r>
              <a:rPr lang="fr-FR">
                <a:solidFill>
                  <a:srgbClr val="03234B"/>
                </a:solidFill>
              </a:rPr>
              <a:t>umérique</a:t>
            </a:r>
          </a:p>
          <a:p>
            <a:r>
              <a:rPr lang="fr-FR">
                <a:solidFill>
                  <a:srgbClr val="03234B"/>
                </a:solidFill>
              </a:rPr>
              <a:t>C’est un dispositif électronique qui permet la conversion d’un signal analogique en un signal numérique</a:t>
            </a:r>
          </a:p>
        </p:txBody>
      </p:sp>
      <p:grpSp>
        <p:nvGrpSpPr>
          <p:cNvPr id="7" name="Groupe 9">
            <a:extLst>
              <a:ext uri="{FF2B5EF4-FFF2-40B4-BE49-F238E27FC236}">
                <a16:creationId xmlns:a16="http://schemas.microsoft.com/office/drawing/2014/main" id="{D2D1037A-C174-4711-9391-2BE8ACAEB95D}"/>
              </a:ext>
            </a:extLst>
          </p:cNvPr>
          <p:cNvGrpSpPr/>
          <p:nvPr/>
        </p:nvGrpSpPr>
        <p:grpSpPr>
          <a:xfrm>
            <a:off x="2639616" y="2959949"/>
            <a:ext cx="6619875" cy="1851302"/>
            <a:chOff x="971600" y="2636912"/>
            <a:chExt cx="6619875" cy="1851302"/>
          </a:xfrm>
        </p:grpSpPr>
        <p:pic>
          <p:nvPicPr>
            <p:cNvPr id="8" name="Image 7">
              <a:extLst>
                <a:ext uri="{FF2B5EF4-FFF2-40B4-BE49-F238E27FC236}">
                  <a16:creationId xmlns:a16="http://schemas.microsoft.com/office/drawing/2014/main" id="{3328DF8B-BDCE-4393-85DD-DDC1319B1A14}"/>
                </a:ext>
              </a:extLst>
            </p:cNvPr>
            <p:cNvPicPr>
              <a:picLocks noChangeAspect="1"/>
            </p:cNvPicPr>
            <p:nvPr/>
          </p:nvPicPr>
          <p:blipFill>
            <a:blip r:embed="rId4"/>
            <a:stretch>
              <a:fillRect/>
            </a:stretch>
          </p:blipFill>
          <p:spPr>
            <a:xfrm>
              <a:off x="971600" y="2636912"/>
              <a:ext cx="6619875" cy="1466850"/>
            </a:xfrm>
            <a:prstGeom prst="rect">
              <a:avLst/>
            </a:prstGeom>
          </p:spPr>
        </p:pic>
        <p:sp>
          <p:nvSpPr>
            <p:cNvPr id="9" name="Rectangle 8">
              <a:extLst>
                <a:ext uri="{FF2B5EF4-FFF2-40B4-BE49-F238E27FC236}">
                  <a16:creationId xmlns:a16="http://schemas.microsoft.com/office/drawing/2014/main" id="{FF95DC15-47DE-47E4-A316-8A2A6A9D58B5}"/>
                </a:ext>
              </a:extLst>
            </p:cNvPr>
            <p:cNvSpPr/>
            <p:nvPr/>
          </p:nvSpPr>
          <p:spPr>
            <a:xfrm>
              <a:off x="1907704" y="2708920"/>
              <a:ext cx="5616624" cy="1728192"/>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0" name="ZoneTexte 8">
              <a:extLst>
                <a:ext uri="{FF2B5EF4-FFF2-40B4-BE49-F238E27FC236}">
                  <a16:creationId xmlns:a16="http://schemas.microsoft.com/office/drawing/2014/main" id="{0883845C-638D-4CCE-A463-1DC8952133A8}"/>
                </a:ext>
              </a:extLst>
            </p:cNvPr>
            <p:cNvSpPr txBox="1"/>
            <p:nvPr/>
          </p:nvSpPr>
          <p:spPr>
            <a:xfrm>
              <a:off x="6804248" y="3903439"/>
              <a:ext cx="648072" cy="584775"/>
            </a:xfrm>
            <a:prstGeom prst="rect">
              <a:avLst/>
            </a:prstGeom>
            <a:noFill/>
          </p:spPr>
          <p:txBody>
            <a:bodyPr wrap="square" rtlCol="0">
              <a:noAutofit/>
            </a:bodyPr>
            <a:lstStyle/>
            <a:p>
              <a:r>
                <a:rPr lang="en-US" sz="3200" b="1">
                  <a:solidFill>
                    <a:schemeClr val="accent1">
                      <a:lumMod val="75000"/>
                    </a:schemeClr>
                  </a:solidFill>
                </a:rPr>
                <a:t>µC</a:t>
              </a:r>
            </a:p>
          </p:txBody>
        </p:sp>
      </p:grpSp>
      <p:sp>
        <p:nvSpPr>
          <p:cNvPr id="11" name="Rectangle 10">
            <a:extLst>
              <a:ext uri="{FF2B5EF4-FFF2-40B4-BE49-F238E27FC236}">
                <a16:creationId xmlns:a16="http://schemas.microsoft.com/office/drawing/2014/main" id="{91667C13-91F4-437F-9832-838DFB4DB7CD}"/>
              </a:ext>
            </a:extLst>
          </p:cNvPr>
          <p:cNvSpPr/>
          <p:nvPr/>
        </p:nvSpPr>
        <p:spPr>
          <a:xfrm>
            <a:off x="1919536" y="5157180"/>
            <a:ext cx="8280920" cy="923330"/>
          </a:xfrm>
          <a:prstGeom prst="rect">
            <a:avLst/>
          </a:prstGeom>
        </p:spPr>
        <p:txBody>
          <a:bodyPr wrap="square">
            <a:noAutofit/>
          </a:bodyPr>
          <a:lstStyle/>
          <a:p>
            <a:r>
              <a:rPr lang="fr-FR">
                <a:solidFill>
                  <a:srgbClr val="03234B"/>
                </a:solidFill>
              </a:rPr>
              <a:t>Signal analogique x(t) : signal continu en temps et en amplitude. </a:t>
            </a:r>
          </a:p>
          <a:p>
            <a:r>
              <a:rPr lang="fr-FR">
                <a:solidFill>
                  <a:srgbClr val="03234B"/>
                </a:solidFill>
              </a:rPr>
              <a:t>Signal numérique x[k] : signal échantillonné et quantifié, discret en temps et en amplitude. </a:t>
            </a:r>
          </a:p>
        </p:txBody>
      </p:sp>
    </p:spTree>
    <p:extLst>
      <p:ext uri="{BB962C8B-B14F-4D97-AF65-F5344CB8AC3E}">
        <p14:creationId xmlns:p14="http://schemas.microsoft.com/office/powerpoint/2010/main" val="4071190567"/>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a:extLst>
              <a:ext uri="{FF2B5EF4-FFF2-40B4-BE49-F238E27FC236}">
                <a16:creationId xmlns:a16="http://schemas.microsoft.com/office/drawing/2014/main" id="{D3A2E294-324D-41CF-8ACF-FDE243954FD9}"/>
              </a:ext>
            </a:extLst>
          </p:cNvPr>
          <p:cNvPicPr>
            <a:picLocks noChangeAspect="1"/>
          </p:cNvPicPr>
          <p:nvPr/>
        </p:nvPicPr>
        <p:blipFill>
          <a:blip r:embed="rId4"/>
          <a:stretch>
            <a:fillRect/>
          </a:stretch>
        </p:blipFill>
        <p:spPr>
          <a:xfrm>
            <a:off x="1805568" y="1556792"/>
            <a:ext cx="8580864" cy="2743200"/>
          </a:xfrm>
          <a:prstGeom prst="rect">
            <a:avLst/>
          </a:prstGeom>
        </p:spPr>
      </p:pic>
      <p:sp>
        <p:nvSpPr>
          <p:cNvPr id="4" name="Text Placeholder 3">
            <a:extLst>
              <a:ext uri="{FF2B5EF4-FFF2-40B4-BE49-F238E27FC236}">
                <a16:creationId xmlns:a16="http://schemas.microsoft.com/office/drawing/2014/main" id="{CAA3EE60-C044-4C07-93A7-BBFCAE3DDC81}"/>
              </a:ext>
            </a:extLst>
          </p:cNvPr>
          <p:cNvSpPr>
            <a:spLocks noGrp="1"/>
          </p:cNvSpPr>
          <p:nvPr>
            <p:ph type="body" sz="quarter" idx="12"/>
          </p:nvPr>
        </p:nvSpPr>
        <p:spPr>
          <a:xfrm>
            <a:off x="119063" y="115888"/>
            <a:ext cx="10153650" cy="720725"/>
          </a:xfrm>
        </p:spPr>
        <p:txBody>
          <a:bodyPr>
            <a:normAutofit/>
          </a:bodyPr>
          <a:lstStyle/>
          <a:p>
            <a:r>
              <a:rPr lang="fr-FR" sz="3200"/>
              <a:t>Qu’est-ce qu’un CAN (ADC en anglais)?</a:t>
            </a:r>
          </a:p>
        </p:txBody>
      </p:sp>
      <p:grpSp>
        <p:nvGrpSpPr>
          <p:cNvPr id="7" name="Groupe 5">
            <a:extLst>
              <a:ext uri="{FF2B5EF4-FFF2-40B4-BE49-F238E27FC236}">
                <a16:creationId xmlns:a16="http://schemas.microsoft.com/office/drawing/2014/main" id="{83A3D20E-8182-47B9-88EC-39268C008289}"/>
              </a:ext>
            </a:extLst>
          </p:cNvPr>
          <p:cNvGrpSpPr/>
          <p:nvPr/>
        </p:nvGrpSpPr>
        <p:grpSpPr>
          <a:xfrm>
            <a:off x="1847528" y="5157192"/>
            <a:ext cx="8064896" cy="792088"/>
            <a:chOff x="-216532" y="4437112"/>
            <a:chExt cx="8064896" cy="792088"/>
          </a:xfrm>
        </p:grpSpPr>
        <mc:AlternateContent xmlns:mc="http://schemas.openxmlformats.org/markup-compatibility/2006" xmlns:a14="http://schemas.microsoft.com/office/drawing/2010/main">
          <mc:Choice Requires="a14">
            <p:sp>
              <p:nvSpPr>
                <p:cNvPr id="8" name="ZoneTexte 3">
                  <a:extLst>
                    <a:ext uri="{FF2B5EF4-FFF2-40B4-BE49-F238E27FC236}">
                      <a16:creationId xmlns:a16="http://schemas.microsoft.com/office/drawing/2014/main" id="{F6DBA3D6-C95D-4EC5-B816-A403780E0927}"/>
                    </a:ext>
                  </a:extLst>
                </p:cNvPr>
                <p:cNvSpPr txBox="1"/>
                <p:nvPr/>
              </p:nvSpPr>
              <p:spPr>
                <a:xfrm>
                  <a:off x="-216532" y="4602323"/>
                  <a:ext cx="8064896" cy="461665"/>
                </a:xfrm>
                <a:prstGeom prst="rect">
                  <a:avLst/>
                </a:prstGeom>
                <a:noFill/>
              </p:spPr>
              <p:txBody>
                <a:bodyPr wrap="square" rtlCol="0">
                  <a:noAutofit/>
                </a:bodyPr>
                <a:lstStyle/>
                <a:p>
                  <a:pPr algn="ctr"/>
                  <a:r>
                    <a:rPr lang="en-US">
                      <a:solidFill>
                        <a:srgbClr val="03234B"/>
                      </a:solidFill>
                    </a:rPr>
                    <a:t>THEOREME DE SHANNON:    </a:t>
                  </a:r>
                  <a14:m>
                    <m:oMath xmlns:m="http://schemas.openxmlformats.org/officeDocument/2006/math">
                      <m:sSub>
                        <m:sSubPr>
                          <m:ctrlPr>
                            <a:rPr lang="en-US" sz="2400" b="1" i="1" smtClean="0">
                              <a:solidFill>
                                <a:srgbClr val="03234B"/>
                              </a:solidFill>
                              <a:latin typeface="Cambria Math" panose="02040503050406030204" pitchFamily="18" charset="0"/>
                            </a:rPr>
                          </m:ctrlPr>
                        </m:sSubPr>
                        <m:e>
                          <m:r>
                            <a:rPr lang="en-US" sz="2400" b="1" i="1" smtClean="0">
                              <a:solidFill>
                                <a:srgbClr val="03234B"/>
                              </a:solidFill>
                              <a:latin typeface="Cambria Math" panose="02040503050406030204" pitchFamily="18" charset="0"/>
                            </a:rPr>
                            <m:t>𝑭</m:t>
                          </m:r>
                        </m:e>
                        <m:sub>
                          <m:r>
                            <a:rPr lang="en-US" sz="2400" b="1" i="1" smtClean="0">
                              <a:solidFill>
                                <a:srgbClr val="03234B"/>
                              </a:solidFill>
                              <a:latin typeface="Cambria Math" panose="02040503050406030204" pitchFamily="18" charset="0"/>
                            </a:rPr>
                            <m:t>𝒆</m:t>
                          </m:r>
                        </m:sub>
                      </m:sSub>
                      <m:r>
                        <a:rPr lang="en-US" sz="2400" b="1" i="1" smtClean="0">
                          <a:solidFill>
                            <a:srgbClr val="03234B"/>
                          </a:solidFill>
                          <a:latin typeface="Cambria Math" panose="02040503050406030204" pitchFamily="18" charset="0"/>
                          <a:ea typeface="Cambria Math" panose="02040503050406030204" pitchFamily="18" charset="0"/>
                        </a:rPr>
                        <m:t>≥</m:t>
                      </m:r>
                      <m:r>
                        <a:rPr lang="en-US" sz="2400" b="1" i="1" smtClean="0">
                          <a:solidFill>
                            <a:srgbClr val="03234B"/>
                          </a:solidFill>
                          <a:latin typeface="Cambria Math" panose="02040503050406030204" pitchFamily="18" charset="0"/>
                          <a:ea typeface="Cambria Math" panose="02040503050406030204" pitchFamily="18" charset="0"/>
                        </a:rPr>
                        <m:t>𝟐</m:t>
                      </m:r>
                      <m:r>
                        <a:rPr lang="en-US" sz="2400" b="1" i="1" smtClean="0">
                          <a:solidFill>
                            <a:srgbClr val="03234B"/>
                          </a:solidFill>
                          <a:latin typeface="Cambria Math" panose="02040503050406030204" pitchFamily="18" charset="0"/>
                          <a:ea typeface="Cambria Math" panose="02040503050406030204" pitchFamily="18" charset="0"/>
                        </a:rPr>
                        <m:t>∗ </m:t>
                      </m:r>
                      <m:sSub>
                        <m:sSubPr>
                          <m:ctrlPr>
                            <a:rPr lang="en-US" sz="2400" b="1" i="1" smtClean="0">
                              <a:solidFill>
                                <a:srgbClr val="03234B"/>
                              </a:solidFill>
                              <a:latin typeface="Cambria Math" panose="02040503050406030204" pitchFamily="18" charset="0"/>
                              <a:ea typeface="Cambria Math" panose="02040503050406030204" pitchFamily="18" charset="0"/>
                            </a:rPr>
                          </m:ctrlPr>
                        </m:sSubPr>
                        <m:e>
                          <m:r>
                            <a:rPr lang="en-US" sz="2400" b="1" i="1" smtClean="0">
                              <a:solidFill>
                                <a:srgbClr val="03234B"/>
                              </a:solidFill>
                              <a:latin typeface="Cambria Math" panose="02040503050406030204" pitchFamily="18" charset="0"/>
                              <a:ea typeface="Cambria Math" panose="02040503050406030204" pitchFamily="18" charset="0"/>
                            </a:rPr>
                            <m:t>𝑭</m:t>
                          </m:r>
                        </m:e>
                        <m:sub>
                          <m:r>
                            <a:rPr lang="en-US" sz="2400" b="1" i="1" smtClean="0">
                              <a:solidFill>
                                <a:srgbClr val="03234B"/>
                              </a:solidFill>
                              <a:latin typeface="Cambria Math" panose="02040503050406030204" pitchFamily="18" charset="0"/>
                              <a:ea typeface="Cambria Math" panose="02040503050406030204" pitchFamily="18" charset="0"/>
                            </a:rPr>
                            <m:t>𝒎𝒂𝒙</m:t>
                          </m:r>
                        </m:sub>
                      </m:sSub>
                    </m:oMath>
                  </a14:m>
                  <a:endParaRPr lang="en-US" b="1"/>
                </a:p>
              </p:txBody>
            </p:sp>
          </mc:Choice>
          <mc:Fallback xmlns="">
            <p:sp>
              <p:nvSpPr>
                <p:cNvPr id="8" name="ZoneTexte 3">
                  <a:extLst>
                    <a:ext uri="{FF2B5EF4-FFF2-40B4-BE49-F238E27FC236}">
                      <a16:creationId xmlns:a16="http://schemas.microsoft.com/office/drawing/2014/main" id="{F6DBA3D6-C95D-4EC5-B816-A403780E0927}"/>
                    </a:ext>
                  </a:extLst>
                </p:cNvPr>
                <p:cNvSpPr txBox="1">
                  <a:spLocks noRot="1" noChangeAspect="1" noMove="1" noResize="1" noEditPoints="1" noAdjustHandles="1" noChangeArrowheads="1" noChangeShapeType="1" noTextEdit="1"/>
                </p:cNvSpPr>
                <p:nvPr/>
              </p:nvSpPr>
              <p:spPr>
                <a:xfrm>
                  <a:off x="-216532" y="4602323"/>
                  <a:ext cx="8064896" cy="461665"/>
                </a:xfrm>
                <a:prstGeom prst="rect">
                  <a:avLst/>
                </a:prstGeom>
                <a:blipFill>
                  <a:blip r:embed="rId5"/>
                  <a:stretch>
                    <a:fillRect b="-17105"/>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4CE79003-9902-4EF1-8BC5-D859F0071F03}"/>
                </a:ext>
              </a:extLst>
            </p:cNvPr>
            <p:cNvSpPr/>
            <p:nvPr/>
          </p:nvSpPr>
          <p:spPr>
            <a:xfrm>
              <a:off x="1079612" y="4437112"/>
              <a:ext cx="5616624" cy="792088"/>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grpSp>
      <p:sp>
        <p:nvSpPr>
          <p:cNvPr id="10" name="ZoneTexte 6">
            <a:extLst>
              <a:ext uri="{FF2B5EF4-FFF2-40B4-BE49-F238E27FC236}">
                <a16:creationId xmlns:a16="http://schemas.microsoft.com/office/drawing/2014/main" id="{47FBB1E7-2366-461A-9033-4ACF6C2926BE}"/>
              </a:ext>
            </a:extLst>
          </p:cNvPr>
          <p:cNvSpPr txBox="1"/>
          <p:nvPr/>
        </p:nvSpPr>
        <p:spPr>
          <a:xfrm>
            <a:off x="3575720" y="3438362"/>
            <a:ext cx="2448272" cy="400110"/>
          </a:xfrm>
          <a:prstGeom prst="rect">
            <a:avLst/>
          </a:prstGeom>
          <a:noFill/>
        </p:spPr>
        <p:txBody>
          <a:bodyPr wrap="square" rtlCol="0">
            <a:noAutofit/>
          </a:bodyPr>
          <a:lstStyle/>
          <a:p>
            <a:r>
              <a:rPr lang="fr-FR" sz="2000" b="1">
                <a:solidFill>
                  <a:schemeClr val="accent2"/>
                </a:solidFill>
              </a:rPr>
              <a:t>échantillonnage</a:t>
            </a:r>
          </a:p>
        </p:txBody>
      </p:sp>
      <p:sp>
        <p:nvSpPr>
          <p:cNvPr id="11" name="ZoneTexte 7">
            <a:extLst>
              <a:ext uri="{FF2B5EF4-FFF2-40B4-BE49-F238E27FC236}">
                <a16:creationId xmlns:a16="http://schemas.microsoft.com/office/drawing/2014/main" id="{5C5D6D34-CC41-41E5-A7BC-8FAC78F62CA7}"/>
              </a:ext>
            </a:extLst>
          </p:cNvPr>
          <p:cNvSpPr txBox="1"/>
          <p:nvPr/>
        </p:nvSpPr>
        <p:spPr>
          <a:xfrm>
            <a:off x="6858040" y="3438362"/>
            <a:ext cx="1872208" cy="400110"/>
          </a:xfrm>
          <a:prstGeom prst="rect">
            <a:avLst/>
          </a:prstGeom>
          <a:noFill/>
        </p:spPr>
        <p:txBody>
          <a:bodyPr wrap="square" rtlCol="0">
            <a:noAutofit/>
          </a:bodyPr>
          <a:lstStyle/>
          <a:p>
            <a:r>
              <a:rPr lang="en-US" sz="2000" b="1">
                <a:solidFill>
                  <a:schemeClr val="accent2"/>
                </a:solidFill>
              </a:rPr>
              <a:t>quantification</a:t>
            </a:r>
          </a:p>
        </p:txBody>
      </p:sp>
      <p:sp>
        <p:nvSpPr>
          <p:cNvPr id="12" name="Rectangle 11">
            <a:extLst>
              <a:ext uri="{FF2B5EF4-FFF2-40B4-BE49-F238E27FC236}">
                <a16:creationId xmlns:a16="http://schemas.microsoft.com/office/drawing/2014/main" id="{3EE5E0BF-AE53-4E0E-9B79-3C404588679B}"/>
              </a:ext>
            </a:extLst>
          </p:cNvPr>
          <p:cNvSpPr/>
          <p:nvPr/>
        </p:nvSpPr>
        <p:spPr>
          <a:xfrm>
            <a:off x="7968208" y="1624254"/>
            <a:ext cx="2418893" cy="292578"/>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Tree>
    <p:extLst>
      <p:ext uri="{BB962C8B-B14F-4D97-AF65-F5344CB8AC3E}">
        <p14:creationId xmlns:p14="http://schemas.microsoft.com/office/powerpoint/2010/main" val="2106163493"/>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91701F-1C97-48A1-B2E1-D0B0AAEA60CE}"/>
              </a:ext>
            </a:extLst>
          </p:cNvPr>
          <p:cNvSpPr>
            <a:spLocks noGrp="1"/>
          </p:cNvSpPr>
          <p:nvPr>
            <p:ph type="body" sz="quarter" idx="12"/>
          </p:nvPr>
        </p:nvSpPr>
        <p:spPr>
          <a:xfrm>
            <a:off x="119063" y="115888"/>
            <a:ext cx="10153650" cy="720725"/>
          </a:xfrm>
        </p:spPr>
        <p:txBody>
          <a:bodyPr>
            <a:normAutofit/>
          </a:bodyPr>
          <a:lstStyle/>
          <a:p>
            <a:r>
              <a:rPr lang="fr-FR" sz="3200"/>
              <a:t>Echelle de valeur d’un CAN</a:t>
            </a:r>
          </a:p>
        </p:txBody>
      </p:sp>
      <p:pic>
        <p:nvPicPr>
          <p:cNvPr id="6" name="Image 1">
            <a:extLst>
              <a:ext uri="{FF2B5EF4-FFF2-40B4-BE49-F238E27FC236}">
                <a16:creationId xmlns:a16="http://schemas.microsoft.com/office/drawing/2014/main" id="{7DE3243A-8B3A-44EE-8D9A-1DAB02559D4B}"/>
              </a:ext>
            </a:extLst>
          </p:cNvPr>
          <p:cNvPicPr>
            <a:picLocks noChangeAspect="1"/>
          </p:cNvPicPr>
          <p:nvPr/>
        </p:nvPicPr>
        <p:blipFill>
          <a:blip r:embed="rId4"/>
          <a:stretch>
            <a:fillRect/>
          </a:stretch>
        </p:blipFill>
        <p:spPr>
          <a:xfrm>
            <a:off x="5735960" y="1124744"/>
            <a:ext cx="4413498" cy="3526575"/>
          </a:xfrm>
          <a:prstGeom prst="rect">
            <a:avLst/>
          </a:prstGeom>
        </p:spPr>
      </p:pic>
      <p:pic>
        <p:nvPicPr>
          <p:cNvPr id="7" name="Image 3">
            <a:extLst>
              <a:ext uri="{FF2B5EF4-FFF2-40B4-BE49-F238E27FC236}">
                <a16:creationId xmlns:a16="http://schemas.microsoft.com/office/drawing/2014/main" id="{D3FCBCBE-A7D2-4307-9787-2BE8A03F859B}"/>
              </a:ext>
            </a:extLst>
          </p:cNvPr>
          <p:cNvPicPr>
            <a:picLocks noChangeAspect="1"/>
          </p:cNvPicPr>
          <p:nvPr/>
        </p:nvPicPr>
        <p:blipFill rotWithShape="1">
          <a:blip r:embed="rId5"/>
          <a:srcRect r="74157"/>
          <a:stretch/>
        </p:blipFill>
        <p:spPr>
          <a:xfrm>
            <a:off x="2892468" y="2239348"/>
            <a:ext cx="1656203" cy="801089"/>
          </a:xfrm>
          <a:prstGeom prst="rect">
            <a:avLst/>
          </a:prstGeom>
        </p:spPr>
      </p:pic>
      <p:sp>
        <p:nvSpPr>
          <p:cNvPr id="8" name="ZoneTexte 2">
            <a:extLst>
              <a:ext uri="{FF2B5EF4-FFF2-40B4-BE49-F238E27FC236}">
                <a16:creationId xmlns:a16="http://schemas.microsoft.com/office/drawing/2014/main" id="{7F29B86C-61CF-4077-94F2-30C98C567D44}"/>
              </a:ext>
            </a:extLst>
          </p:cNvPr>
          <p:cNvSpPr txBox="1"/>
          <p:nvPr/>
        </p:nvSpPr>
        <p:spPr>
          <a:xfrm>
            <a:off x="1415480" y="1582045"/>
            <a:ext cx="4320480" cy="369332"/>
          </a:xfrm>
          <a:prstGeom prst="rect">
            <a:avLst/>
          </a:prstGeom>
          <a:noFill/>
        </p:spPr>
        <p:txBody>
          <a:bodyPr wrap="square" rtlCol="0">
            <a:noAutofit/>
          </a:bodyPr>
          <a:lstStyle/>
          <a:p>
            <a:r>
              <a:rPr lang="fr-FR">
                <a:solidFill>
                  <a:srgbClr val="03234B"/>
                </a:solidFill>
              </a:rPr>
              <a:t>Tension Pleine Echelle (Full </a:t>
            </a:r>
            <a:r>
              <a:rPr lang="en-US">
                <a:solidFill>
                  <a:srgbClr val="03234B"/>
                </a:solidFill>
              </a:rPr>
              <a:t>Scale</a:t>
            </a:r>
            <a:r>
              <a:rPr lang="fr-FR">
                <a:solidFill>
                  <a:srgbClr val="03234B"/>
                </a:solidFill>
              </a:rPr>
              <a:t>) = V</a:t>
            </a:r>
            <a:r>
              <a:rPr lang="fr-FR" baseline="-25000">
                <a:solidFill>
                  <a:srgbClr val="03234B"/>
                </a:solidFill>
              </a:rPr>
              <a:t>PE</a:t>
            </a:r>
            <a:endParaRPr lang="fr-FR">
              <a:solidFill>
                <a:srgbClr val="03234B"/>
              </a:solidFill>
            </a:endParaRPr>
          </a:p>
        </p:txBody>
      </p:sp>
      <p:sp>
        <p:nvSpPr>
          <p:cNvPr id="9" name="ZoneTexte 5">
            <a:extLst>
              <a:ext uri="{FF2B5EF4-FFF2-40B4-BE49-F238E27FC236}">
                <a16:creationId xmlns:a16="http://schemas.microsoft.com/office/drawing/2014/main" id="{812FEEA9-DB54-4FF0-A357-ECE5E4C859EF}"/>
              </a:ext>
            </a:extLst>
          </p:cNvPr>
          <p:cNvSpPr txBox="1"/>
          <p:nvPr/>
        </p:nvSpPr>
        <p:spPr>
          <a:xfrm>
            <a:off x="1437224" y="2492896"/>
            <a:ext cx="3672408" cy="369332"/>
          </a:xfrm>
          <a:prstGeom prst="rect">
            <a:avLst/>
          </a:prstGeom>
          <a:noFill/>
        </p:spPr>
        <p:txBody>
          <a:bodyPr wrap="square" rtlCol="0">
            <a:noAutofit/>
          </a:bodyPr>
          <a:lstStyle/>
          <a:p>
            <a:r>
              <a:rPr lang="en-US">
                <a:solidFill>
                  <a:srgbClr val="03234B"/>
                </a:solidFill>
              </a:rPr>
              <a:t>Quantum :</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D6033B5A-4EB4-4A77-A195-746E0052A0FB}"/>
                  </a:ext>
                </a:extLst>
              </p:cNvPr>
              <p:cNvSpPr/>
              <p:nvPr/>
            </p:nvSpPr>
            <p:spPr>
              <a:xfrm>
                <a:off x="711361" y="4895850"/>
                <a:ext cx="4805009" cy="1152128"/>
              </a:xfrm>
              <a:prstGeom prst="rect">
                <a:avLst/>
              </a:prstGeom>
            </p:spPr>
            <p:txBody>
              <a:bodyPr wrap="square">
                <a:noAutofit/>
              </a:bodyPr>
              <a:lstStyle/>
              <a:p>
                <a:r>
                  <a:rPr lang="en-US">
                    <a:solidFill>
                      <a:srgbClr val="03234B"/>
                    </a:solidFill>
                  </a:rPr>
                  <a:t>Toute tension peut s’écrire sous la forme de :</a:t>
                </a:r>
              </a:p>
              <a:p>
                <a:pPr/>
                <a14:m>
                  <m:oMathPara xmlns:m="http://schemas.openxmlformats.org/officeDocument/2006/math">
                    <m:oMathParaPr>
                      <m:jc m:val="centerGroup"/>
                    </m:oMathParaPr>
                    <m:oMath xmlns:m="http://schemas.openxmlformats.org/officeDocument/2006/math">
                      <m:r>
                        <a:rPr lang="en-US" i="1" dirty="0" smtClean="0">
                          <a:solidFill>
                            <a:srgbClr val="03234B"/>
                          </a:solidFill>
                          <a:latin typeface="Cambria Math" panose="02040503050406030204" pitchFamily="18" charset="0"/>
                        </a:rPr>
                        <m:t>𝑉</m:t>
                      </m:r>
                      <m:r>
                        <a:rPr lang="en-US" i="1" baseline="-25000" dirty="0" smtClean="0">
                          <a:solidFill>
                            <a:srgbClr val="03234B"/>
                          </a:solidFill>
                          <a:latin typeface="Cambria Math" panose="02040503050406030204" pitchFamily="18" charset="0"/>
                        </a:rPr>
                        <m:t>𝑐𝑜𝑛𝑣</m:t>
                      </m:r>
                      <m:r>
                        <a:rPr lang="en-US" i="1" baseline="-25000" dirty="0" smtClean="0">
                          <a:solidFill>
                            <a:srgbClr val="03234B"/>
                          </a:solidFill>
                          <a:latin typeface="Cambria Math" panose="02040503050406030204" pitchFamily="18" charset="0"/>
                        </a:rPr>
                        <m:t> =</m:t>
                      </m:r>
                      <m:nary>
                        <m:naryPr>
                          <m:chr m:val="∑"/>
                          <m:ctrlPr>
                            <a:rPr lang="en-US" i="1" smtClean="0">
                              <a:solidFill>
                                <a:srgbClr val="03234B"/>
                              </a:solidFill>
                              <a:latin typeface="Cambria Math" panose="02040503050406030204" pitchFamily="18" charset="0"/>
                            </a:rPr>
                          </m:ctrlPr>
                        </m:naryPr>
                        <m:sub>
                          <m:r>
                            <a:rPr lang="en-US" i="1" smtClean="0">
                              <a:solidFill>
                                <a:srgbClr val="03234B"/>
                              </a:solidFill>
                              <a:latin typeface="Cambria Math" panose="02040503050406030204" pitchFamily="18" charset="0"/>
                            </a:rPr>
                            <m:t>𝑘</m:t>
                          </m:r>
                          <m:r>
                            <a:rPr lang="en-US" i="1" smtClean="0">
                              <a:solidFill>
                                <a:srgbClr val="03234B"/>
                              </a:solidFill>
                              <a:latin typeface="Cambria Math" panose="02040503050406030204" pitchFamily="18" charset="0"/>
                            </a:rPr>
                            <m:t>=0</m:t>
                          </m:r>
                        </m:sub>
                        <m:sup>
                          <m:r>
                            <a:rPr lang="en-US" b="0" i="1" smtClean="0">
                              <a:solidFill>
                                <a:srgbClr val="03234B"/>
                              </a:solidFill>
                              <a:latin typeface="Cambria Math" panose="02040503050406030204" pitchFamily="18" charset="0"/>
                            </a:rPr>
                            <m:t>𝑁</m:t>
                          </m:r>
                        </m:sup>
                        <m:e>
                          <m:sSub>
                            <m:sSubPr>
                              <m:ctrlPr>
                                <a:rPr lang="en-US" i="1" smtClean="0">
                                  <a:solidFill>
                                    <a:srgbClr val="03234B"/>
                                  </a:solidFill>
                                  <a:latin typeface="Cambria Math" panose="02040503050406030204" pitchFamily="18" charset="0"/>
                                </a:rPr>
                              </m:ctrlPr>
                            </m:sSubPr>
                            <m:e>
                              <m:r>
                                <a:rPr lang="en-US" b="0" i="1" smtClean="0">
                                  <a:solidFill>
                                    <a:srgbClr val="03234B"/>
                                  </a:solidFill>
                                  <a:latin typeface="Cambria Math" panose="02040503050406030204" pitchFamily="18" charset="0"/>
                                </a:rPr>
                                <m:t>𝐴</m:t>
                              </m:r>
                            </m:e>
                            <m:sub>
                              <m:r>
                                <a:rPr lang="en-US" b="0" i="1" smtClean="0">
                                  <a:solidFill>
                                    <a:srgbClr val="03234B"/>
                                  </a:solidFill>
                                  <a:latin typeface="Cambria Math" panose="02040503050406030204" pitchFamily="18" charset="0"/>
                                </a:rPr>
                                <m:t>𝑘</m:t>
                              </m:r>
                              <m:r>
                                <a:rPr lang="en-US" b="0" i="1" smtClean="0">
                                  <a:solidFill>
                                    <a:srgbClr val="03234B"/>
                                  </a:solidFill>
                                  <a:latin typeface="Cambria Math" panose="02040503050406030204" pitchFamily="18" charset="0"/>
                                </a:rPr>
                                <m:t> </m:t>
                              </m:r>
                            </m:sub>
                          </m:sSub>
                          <m:r>
                            <a:rPr lang="en-US" b="0" i="1" smtClean="0">
                              <a:solidFill>
                                <a:srgbClr val="03234B"/>
                              </a:solidFill>
                              <a:latin typeface="Cambria Math" panose="02040503050406030204" pitchFamily="18" charset="0"/>
                            </a:rPr>
                            <m:t> ∗ </m:t>
                          </m:r>
                          <m:f>
                            <m:fPr>
                              <m:ctrlPr>
                                <a:rPr lang="en-US" i="1" smtClean="0">
                                  <a:solidFill>
                                    <a:srgbClr val="03234B"/>
                                  </a:solidFill>
                                  <a:latin typeface="Cambria Math" panose="02040503050406030204" pitchFamily="18" charset="0"/>
                                </a:rPr>
                              </m:ctrlPr>
                            </m:fPr>
                            <m:num>
                              <m:sSub>
                                <m:sSubPr>
                                  <m:ctrlPr>
                                    <a:rPr lang="en-US" i="1" smtClean="0">
                                      <a:solidFill>
                                        <a:srgbClr val="03234B"/>
                                      </a:solidFill>
                                      <a:latin typeface="Cambria Math" panose="02040503050406030204" pitchFamily="18" charset="0"/>
                                    </a:rPr>
                                  </m:ctrlPr>
                                </m:sSubPr>
                                <m:e>
                                  <m:r>
                                    <a:rPr lang="en-US" b="0" i="1" smtClean="0">
                                      <a:solidFill>
                                        <a:srgbClr val="03234B"/>
                                      </a:solidFill>
                                      <a:latin typeface="Cambria Math" panose="02040503050406030204" pitchFamily="18" charset="0"/>
                                    </a:rPr>
                                    <m:t>𝑉</m:t>
                                  </m:r>
                                </m:e>
                                <m:sub>
                                  <m:r>
                                    <a:rPr lang="en-US" b="0" i="1" smtClean="0">
                                      <a:solidFill>
                                        <a:srgbClr val="03234B"/>
                                      </a:solidFill>
                                      <a:latin typeface="Cambria Math" panose="02040503050406030204" pitchFamily="18" charset="0"/>
                                    </a:rPr>
                                    <m:t>𝑃𝐸</m:t>
                                  </m:r>
                                </m:sub>
                              </m:sSub>
                            </m:num>
                            <m:den>
                              <m:sSup>
                                <m:sSupPr>
                                  <m:ctrlPr>
                                    <a:rPr lang="en-US" i="1" smtClean="0">
                                      <a:solidFill>
                                        <a:srgbClr val="03234B"/>
                                      </a:solidFill>
                                      <a:latin typeface="Cambria Math" panose="02040503050406030204" pitchFamily="18" charset="0"/>
                                    </a:rPr>
                                  </m:ctrlPr>
                                </m:sSupPr>
                                <m:e>
                                  <m:r>
                                    <a:rPr lang="en-US" b="0" i="1" smtClean="0">
                                      <a:solidFill>
                                        <a:srgbClr val="03234B"/>
                                      </a:solidFill>
                                      <a:latin typeface="Cambria Math" panose="02040503050406030204" pitchFamily="18" charset="0"/>
                                    </a:rPr>
                                    <m:t>2</m:t>
                                  </m:r>
                                </m:e>
                                <m:sup>
                                  <m:r>
                                    <a:rPr lang="en-US" b="0" i="1" smtClean="0">
                                      <a:solidFill>
                                        <a:srgbClr val="03234B"/>
                                      </a:solidFill>
                                      <a:latin typeface="Cambria Math" panose="02040503050406030204" pitchFamily="18" charset="0"/>
                                    </a:rPr>
                                    <m:t>𝑁</m:t>
                                  </m:r>
                                  <m:r>
                                    <a:rPr lang="en-US" b="0" i="1" smtClean="0">
                                      <a:solidFill>
                                        <a:srgbClr val="03234B"/>
                                      </a:solidFill>
                                      <a:latin typeface="Cambria Math" panose="02040503050406030204" pitchFamily="18" charset="0"/>
                                    </a:rPr>
                                    <m:t>−</m:t>
                                  </m:r>
                                  <m:r>
                                    <a:rPr lang="en-US" b="0" i="1" smtClean="0">
                                      <a:solidFill>
                                        <a:srgbClr val="03234B"/>
                                      </a:solidFill>
                                      <a:latin typeface="Cambria Math" panose="02040503050406030204" pitchFamily="18" charset="0"/>
                                    </a:rPr>
                                    <m:t>𝑘</m:t>
                                  </m:r>
                                </m:sup>
                              </m:sSup>
                            </m:den>
                          </m:f>
                        </m:e>
                      </m:nary>
                    </m:oMath>
                  </m:oMathPara>
                </a14:m>
                <a:endParaRPr lang="en-US">
                  <a:solidFill>
                    <a:srgbClr val="03234B"/>
                  </a:solidFill>
                </a:endParaRPr>
              </a:p>
            </p:txBody>
          </p:sp>
        </mc:Choice>
        <mc:Fallback xmlns="">
          <p:sp>
            <p:nvSpPr>
              <p:cNvPr id="10" name="Rectangle 9">
                <a:extLst>
                  <a:ext uri="{FF2B5EF4-FFF2-40B4-BE49-F238E27FC236}">
                    <a16:creationId xmlns:a16="http://schemas.microsoft.com/office/drawing/2014/main" id="{D6033B5A-4EB4-4A77-A195-746E0052A0FB}"/>
                  </a:ext>
                </a:extLst>
              </p:cNvPr>
              <p:cNvSpPr>
                <a:spLocks noRot="1" noChangeAspect="1" noMove="1" noResize="1" noEditPoints="1" noAdjustHandles="1" noChangeArrowheads="1" noChangeShapeType="1" noTextEdit="1"/>
              </p:cNvSpPr>
              <p:nvPr/>
            </p:nvSpPr>
            <p:spPr>
              <a:xfrm>
                <a:off x="711361" y="4895850"/>
                <a:ext cx="4805009" cy="1152128"/>
              </a:xfrm>
              <a:prstGeom prst="rect">
                <a:avLst/>
              </a:prstGeom>
              <a:blipFill>
                <a:blip r:embed="rId6"/>
                <a:stretch>
                  <a:fillRect l="-1142" t="-2646"/>
                </a:stretch>
              </a:blipFill>
            </p:spPr>
            <p:txBody>
              <a:bodyPr/>
              <a:lstStyle/>
              <a:p>
                <a:r>
                  <a:rPr lang="en-US">
                    <a:noFill/>
                  </a:rPr>
                  <a:t> </a:t>
                </a:r>
              </a:p>
            </p:txBody>
          </p:sp>
        </mc:Fallback>
      </mc:AlternateContent>
      <p:sp>
        <p:nvSpPr>
          <p:cNvPr id="11" name="ZoneTexte 7">
            <a:extLst>
              <a:ext uri="{FF2B5EF4-FFF2-40B4-BE49-F238E27FC236}">
                <a16:creationId xmlns:a16="http://schemas.microsoft.com/office/drawing/2014/main" id="{EFB0AD3D-517D-4F7E-A83E-7C0335EB8005}"/>
              </a:ext>
            </a:extLst>
          </p:cNvPr>
          <p:cNvSpPr txBox="1"/>
          <p:nvPr/>
        </p:nvSpPr>
        <p:spPr>
          <a:xfrm>
            <a:off x="1415480" y="3181796"/>
            <a:ext cx="3600400" cy="923330"/>
          </a:xfrm>
          <a:prstGeom prst="rect">
            <a:avLst/>
          </a:prstGeom>
          <a:noFill/>
        </p:spPr>
        <p:txBody>
          <a:bodyPr wrap="square" rtlCol="0">
            <a:noAutofit/>
          </a:bodyPr>
          <a:lstStyle/>
          <a:p>
            <a:r>
              <a:rPr lang="en-US">
                <a:solidFill>
                  <a:srgbClr val="03234B"/>
                </a:solidFill>
              </a:rPr>
              <a:t>Quantum: Pas de quantification</a:t>
            </a:r>
          </a:p>
          <a:p>
            <a:endParaRPr lang="en-US">
              <a:solidFill>
                <a:srgbClr val="03234B"/>
              </a:solidFill>
            </a:endParaRPr>
          </a:p>
          <a:p>
            <a:r>
              <a:rPr lang="en-US">
                <a:solidFill>
                  <a:srgbClr val="03234B"/>
                </a:solidFill>
              </a:rPr>
              <a:t>LSB : Least Significant Bit</a:t>
            </a:r>
          </a:p>
        </p:txBody>
      </p:sp>
      <p:pic>
        <p:nvPicPr>
          <p:cNvPr id="14" name="Image 13">
            <a:extLst>
              <a:ext uri="{FF2B5EF4-FFF2-40B4-BE49-F238E27FC236}">
                <a16:creationId xmlns:a16="http://schemas.microsoft.com/office/drawing/2014/main" id="{54974380-0A13-EFCA-CA09-62FBAB48705E}"/>
              </a:ext>
            </a:extLst>
          </p:cNvPr>
          <p:cNvPicPr>
            <a:picLocks noChangeAspect="1"/>
          </p:cNvPicPr>
          <p:nvPr/>
        </p:nvPicPr>
        <p:blipFill>
          <a:blip r:embed="rId7"/>
          <a:stretch>
            <a:fillRect/>
          </a:stretch>
        </p:blipFill>
        <p:spPr>
          <a:xfrm>
            <a:off x="5980845" y="4755612"/>
            <a:ext cx="619211" cy="571580"/>
          </a:xfrm>
          <a:prstGeom prst="rect">
            <a:avLst/>
          </a:prstGeom>
        </p:spPr>
      </p:pic>
      <p:pic>
        <p:nvPicPr>
          <p:cNvPr id="16" name="Image 15">
            <a:extLst>
              <a:ext uri="{FF2B5EF4-FFF2-40B4-BE49-F238E27FC236}">
                <a16:creationId xmlns:a16="http://schemas.microsoft.com/office/drawing/2014/main" id="{171BEBE8-5915-5720-4F8B-424222512A3C}"/>
              </a:ext>
            </a:extLst>
          </p:cNvPr>
          <p:cNvPicPr>
            <a:picLocks noChangeAspect="1"/>
          </p:cNvPicPr>
          <p:nvPr/>
        </p:nvPicPr>
        <p:blipFill>
          <a:blip r:embed="rId8"/>
          <a:stretch>
            <a:fillRect/>
          </a:stretch>
        </p:blipFill>
        <p:spPr>
          <a:xfrm>
            <a:off x="5980845" y="5231928"/>
            <a:ext cx="428685" cy="562053"/>
          </a:xfrm>
          <a:prstGeom prst="rect">
            <a:avLst/>
          </a:prstGeom>
        </p:spPr>
      </p:pic>
      <p:pic>
        <p:nvPicPr>
          <p:cNvPr id="18" name="Image 17">
            <a:extLst>
              <a:ext uri="{FF2B5EF4-FFF2-40B4-BE49-F238E27FC236}">
                <a16:creationId xmlns:a16="http://schemas.microsoft.com/office/drawing/2014/main" id="{35FDEFFC-B2E3-457D-3C08-8D236614453C}"/>
              </a:ext>
            </a:extLst>
          </p:cNvPr>
          <p:cNvPicPr>
            <a:picLocks noChangeAspect="1"/>
          </p:cNvPicPr>
          <p:nvPr/>
        </p:nvPicPr>
        <p:blipFill>
          <a:blip r:embed="rId9"/>
          <a:stretch>
            <a:fillRect/>
          </a:stretch>
        </p:blipFill>
        <p:spPr>
          <a:xfrm>
            <a:off x="5981947" y="5793981"/>
            <a:ext cx="523948" cy="476316"/>
          </a:xfrm>
          <a:prstGeom prst="rect">
            <a:avLst/>
          </a:prstGeom>
        </p:spPr>
      </p:pic>
      <p:sp>
        <p:nvSpPr>
          <p:cNvPr id="20" name="ZoneTexte 19">
            <a:extLst>
              <a:ext uri="{FF2B5EF4-FFF2-40B4-BE49-F238E27FC236}">
                <a16:creationId xmlns:a16="http://schemas.microsoft.com/office/drawing/2014/main" id="{6CEE9010-FE35-08E7-5C03-527828E707D6}"/>
              </a:ext>
            </a:extLst>
          </p:cNvPr>
          <p:cNvSpPr txBox="1"/>
          <p:nvPr/>
        </p:nvSpPr>
        <p:spPr>
          <a:xfrm>
            <a:off x="6600054" y="4895850"/>
            <a:ext cx="5287323" cy="523220"/>
          </a:xfrm>
          <a:prstGeom prst="rect">
            <a:avLst/>
          </a:prstGeom>
          <a:noFill/>
        </p:spPr>
        <p:txBody>
          <a:bodyPr wrap="square">
            <a:noAutofit/>
          </a:bodyPr>
          <a:lstStyle/>
          <a:p>
            <a:r>
              <a:rPr lang="fr-FR" sz="1400">
                <a:solidFill>
                  <a:srgbClr val="03234B"/>
                </a:solidFill>
              </a:rPr>
              <a:t>Symbole somme, additionner tous les termes de la séquence pour k allant de 0 à N</a:t>
            </a:r>
            <a:endParaRPr lang="fr-FR">
              <a:solidFill>
                <a:srgbClr val="03234B"/>
              </a:solidFill>
            </a:endParaRPr>
          </a:p>
        </p:txBody>
      </p:sp>
      <p:sp>
        <p:nvSpPr>
          <p:cNvPr id="22" name="ZoneTexte 21">
            <a:extLst>
              <a:ext uri="{FF2B5EF4-FFF2-40B4-BE49-F238E27FC236}">
                <a16:creationId xmlns:a16="http://schemas.microsoft.com/office/drawing/2014/main" id="{1790DA40-2FDD-2387-E25C-4F9451D8E6E0}"/>
              </a:ext>
            </a:extLst>
          </p:cNvPr>
          <p:cNvSpPr txBox="1"/>
          <p:nvPr/>
        </p:nvSpPr>
        <p:spPr>
          <a:xfrm>
            <a:off x="6600054" y="5404649"/>
            <a:ext cx="5287323" cy="307777"/>
          </a:xfrm>
          <a:prstGeom prst="rect">
            <a:avLst/>
          </a:prstGeom>
          <a:noFill/>
        </p:spPr>
        <p:txBody>
          <a:bodyPr wrap="square">
            <a:noAutofit/>
          </a:bodyPr>
          <a:lstStyle/>
          <a:p>
            <a:r>
              <a:rPr lang="fr-FR" sz="1400">
                <a:solidFill>
                  <a:srgbClr val="03234B"/>
                </a:solidFill>
              </a:rPr>
              <a:t>Correspond à la valeur du bit à la position k dans le mot numérique</a:t>
            </a:r>
          </a:p>
        </p:txBody>
      </p:sp>
      <p:sp>
        <p:nvSpPr>
          <p:cNvPr id="26" name="ZoneTexte 25">
            <a:extLst>
              <a:ext uri="{FF2B5EF4-FFF2-40B4-BE49-F238E27FC236}">
                <a16:creationId xmlns:a16="http://schemas.microsoft.com/office/drawing/2014/main" id="{5930E9A0-93CF-8274-F089-BE4888596CEB}"/>
              </a:ext>
            </a:extLst>
          </p:cNvPr>
          <p:cNvSpPr txBox="1"/>
          <p:nvPr/>
        </p:nvSpPr>
        <p:spPr>
          <a:xfrm>
            <a:off x="6610044" y="5878250"/>
            <a:ext cx="5102580" cy="523220"/>
          </a:xfrm>
          <a:prstGeom prst="rect">
            <a:avLst/>
          </a:prstGeom>
          <a:noFill/>
        </p:spPr>
        <p:txBody>
          <a:bodyPr wrap="square">
            <a:noAutofit/>
          </a:bodyPr>
          <a:lstStyle/>
          <a:p>
            <a:r>
              <a:rPr lang="fr-FR" sz="1400" b="0" i="0">
                <a:solidFill>
                  <a:srgbClr val="0D0D0D"/>
                </a:solidFill>
                <a:effectLst/>
                <a:highlight>
                  <a:srgbClr val="FFFFFF"/>
                </a:highlight>
                <a:latin typeface="Söhne"/>
              </a:rPr>
              <a:t>C'est le poids de chaque bit, où VPE est la tension de pleine échelle du DAC </a:t>
            </a:r>
            <a:endParaRPr lang="fr-FR" sz="1400"/>
          </a:p>
        </p:txBody>
      </p:sp>
    </p:spTree>
    <p:extLst>
      <p:ext uri="{BB962C8B-B14F-4D97-AF65-F5344CB8AC3E}">
        <p14:creationId xmlns:p14="http://schemas.microsoft.com/office/powerpoint/2010/main" val="2338660928"/>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91701F-1C97-48A1-B2E1-D0B0AAEA60CE}"/>
              </a:ext>
            </a:extLst>
          </p:cNvPr>
          <p:cNvSpPr>
            <a:spLocks noGrp="1"/>
          </p:cNvSpPr>
          <p:nvPr>
            <p:ph type="body" sz="quarter" idx="12"/>
          </p:nvPr>
        </p:nvSpPr>
        <p:spPr>
          <a:xfrm>
            <a:off x="119063" y="115888"/>
            <a:ext cx="10153650" cy="720725"/>
          </a:xfrm>
        </p:spPr>
        <p:txBody>
          <a:bodyPr>
            <a:normAutofit/>
          </a:bodyPr>
          <a:lstStyle/>
          <a:p>
            <a:r>
              <a:rPr lang="fr-FR" sz="3200"/>
              <a:t>Principe de fonctionnement</a:t>
            </a:r>
          </a:p>
        </p:txBody>
      </p:sp>
      <p:pic>
        <p:nvPicPr>
          <p:cNvPr id="17" name="Image 16">
            <a:extLst>
              <a:ext uri="{FF2B5EF4-FFF2-40B4-BE49-F238E27FC236}">
                <a16:creationId xmlns:a16="http://schemas.microsoft.com/office/drawing/2014/main" id="{066334F2-952C-E72A-4966-313049A2F714}"/>
              </a:ext>
            </a:extLst>
          </p:cNvPr>
          <p:cNvPicPr>
            <a:picLocks noChangeAspect="1"/>
          </p:cNvPicPr>
          <p:nvPr/>
        </p:nvPicPr>
        <p:blipFill>
          <a:blip r:embed="rId4"/>
          <a:stretch>
            <a:fillRect/>
          </a:stretch>
        </p:blipFill>
        <p:spPr>
          <a:xfrm>
            <a:off x="1835667" y="1124744"/>
            <a:ext cx="8520667" cy="2534284"/>
          </a:xfrm>
          <a:prstGeom prst="rect">
            <a:avLst/>
          </a:prstGeom>
        </p:spPr>
      </p:pic>
      <p:sp>
        <p:nvSpPr>
          <p:cNvPr id="19" name="ZoneTexte 18">
            <a:extLst>
              <a:ext uri="{FF2B5EF4-FFF2-40B4-BE49-F238E27FC236}">
                <a16:creationId xmlns:a16="http://schemas.microsoft.com/office/drawing/2014/main" id="{E6792CBC-2562-B7C6-50B2-7BA1617D0DD1}"/>
              </a:ext>
            </a:extLst>
          </p:cNvPr>
          <p:cNvSpPr txBox="1"/>
          <p:nvPr/>
        </p:nvSpPr>
        <p:spPr>
          <a:xfrm>
            <a:off x="794151" y="4028871"/>
            <a:ext cx="10801199" cy="1200329"/>
          </a:xfrm>
          <a:prstGeom prst="rect">
            <a:avLst/>
          </a:prstGeom>
          <a:noFill/>
        </p:spPr>
        <p:txBody>
          <a:bodyPr wrap="square">
            <a:noAutofit/>
          </a:bodyPr>
          <a:lstStyle/>
          <a:p>
            <a:r>
              <a:rPr lang="fr-FR">
                <a:solidFill>
                  <a:srgbClr val="03234B"/>
                </a:solidFill>
              </a:rPr>
              <a:t>Une unité de sélection d'entrée et de contrôle de balayage effectue la sélection de la source d'entrée du CAN. En fonction du mode de conversion (mode simple, balayage ou continu), cette unité commute automatiquement entre les canaux d'entrée, de sorte que chacun d'entre eux puisse être échantillonné périodiquement. La sortie de cette unité alimente le CAN.</a:t>
            </a:r>
          </a:p>
        </p:txBody>
      </p:sp>
      <p:sp>
        <p:nvSpPr>
          <p:cNvPr id="21" name="ZoneTexte 20">
            <a:extLst>
              <a:ext uri="{FF2B5EF4-FFF2-40B4-BE49-F238E27FC236}">
                <a16:creationId xmlns:a16="http://schemas.microsoft.com/office/drawing/2014/main" id="{DFB89F86-E16B-5FAE-311A-0A35FA95FC67}"/>
              </a:ext>
            </a:extLst>
          </p:cNvPr>
          <p:cNvSpPr txBox="1"/>
          <p:nvPr/>
        </p:nvSpPr>
        <p:spPr>
          <a:xfrm>
            <a:off x="794151" y="5446965"/>
            <a:ext cx="10801199" cy="646331"/>
          </a:xfrm>
          <a:prstGeom prst="rect">
            <a:avLst/>
          </a:prstGeom>
          <a:noFill/>
        </p:spPr>
        <p:txBody>
          <a:bodyPr wrap="square">
            <a:noAutofit/>
          </a:bodyPr>
          <a:lstStyle/>
          <a:p>
            <a:r>
              <a:rPr lang="fr-FR">
                <a:solidFill>
                  <a:srgbClr val="03234B"/>
                </a:solidFill>
              </a:rPr>
              <a:t>Start &amp; Stop control, son rôle est de contrôler le processus de conversion A/N et il peut être déclenché par software ou par un nombre variable de sources d'entrée (interruption, </a:t>
            </a:r>
            <a:r>
              <a:rPr lang="en-US">
                <a:solidFill>
                  <a:srgbClr val="03234B"/>
                </a:solidFill>
              </a:rPr>
              <a:t>timer</a:t>
            </a:r>
            <a:r>
              <a:rPr lang="fr-FR">
                <a:solidFill>
                  <a:srgbClr val="03234B"/>
                </a:solidFill>
              </a:rPr>
              <a:t>).</a:t>
            </a:r>
          </a:p>
        </p:txBody>
      </p:sp>
    </p:spTree>
    <p:extLst>
      <p:ext uri="{BB962C8B-B14F-4D97-AF65-F5344CB8AC3E}">
        <p14:creationId xmlns:p14="http://schemas.microsoft.com/office/powerpoint/2010/main" val="924911395"/>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91701F-1C97-48A1-B2E1-D0B0AAEA60CE}"/>
              </a:ext>
            </a:extLst>
          </p:cNvPr>
          <p:cNvSpPr>
            <a:spLocks noGrp="1"/>
          </p:cNvSpPr>
          <p:nvPr>
            <p:ph type="body" sz="quarter" idx="12"/>
          </p:nvPr>
        </p:nvSpPr>
        <p:spPr>
          <a:xfrm>
            <a:off x="119063" y="115888"/>
            <a:ext cx="10153650" cy="720725"/>
          </a:xfrm>
        </p:spPr>
        <p:txBody>
          <a:bodyPr>
            <a:normAutofit/>
          </a:bodyPr>
          <a:lstStyle/>
          <a:p>
            <a:r>
              <a:rPr lang="fr-FR" sz="3200"/>
              <a:t>Principe de fonctionnement (suite)</a:t>
            </a:r>
          </a:p>
        </p:txBody>
      </p:sp>
      <p:sp>
        <p:nvSpPr>
          <p:cNvPr id="6" name="ZoneTexte 3">
            <a:extLst>
              <a:ext uri="{FF2B5EF4-FFF2-40B4-BE49-F238E27FC236}">
                <a16:creationId xmlns:a16="http://schemas.microsoft.com/office/drawing/2014/main" id="{52AF13CF-C7A3-4AE6-8464-22D01AC41139}"/>
              </a:ext>
            </a:extLst>
          </p:cNvPr>
          <p:cNvSpPr txBox="1"/>
          <p:nvPr/>
        </p:nvSpPr>
        <p:spPr>
          <a:xfrm>
            <a:off x="335360" y="1200001"/>
            <a:ext cx="8640960" cy="680454"/>
          </a:xfrm>
          <a:prstGeom prst="rect">
            <a:avLst/>
          </a:prstGeom>
          <a:noFill/>
        </p:spPr>
        <p:txBody>
          <a:bodyPr wrap="square" rtlCol="0">
            <a:noAutofit/>
          </a:bodyPr>
          <a:lstStyle/>
          <a:p>
            <a:r>
              <a:rPr lang="fr-FR">
                <a:solidFill>
                  <a:srgbClr val="03234B"/>
                </a:solidFill>
              </a:rPr>
              <a:t>Le CAN présent sur le STM32 est un </a:t>
            </a:r>
            <a:r>
              <a:rPr lang="fr-FR" b="1">
                <a:solidFill>
                  <a:srgbClr val="03234B"/>
                </a:solidFill>
              </a:rPr>
              <a:t>CAN À APPROXIMATIONS SUCCESSIVES</a:t>
            </a:r>
            <a:r>
              <a:rPr lang="fr-FR">
                <a:solidFill>
                  <a:srgbClr val="03234B"/>
                </a:solidFill>
              </a:rPr>
              <a:t>.</a:t>
            </a:r>
            <a:endParaRPr lang="fr-FR" b="1">
              <a:solidFill>
                <a:srgbClr val="03234B"/>
              </a:solidFill>
            </a:endParaRPr>
          </a:p>
        </p:txBody>
      </p:sp>
      <p:pic>
        <p:nvPicPr>
          <p:cNvPr id="13" name="Image 12">
            <a:extLst>
              <a:ext uri="{FF2B5EF4-FFF2-40B4-BE49-F238E27FC236}">
                <a16:creationId xmlns:a16="http://schemas.microsoft.com/office/drawing/2014/main" id="{724EDF59-AFDF-C743-82DE-503CA6F76433}"/>
              </a:ext>
            </a:extLst>
          </p:cNvPr>
          <p:cNvPicPr>
            <a:picLocks noChangeAspect="1"/>
          </p:cNvPicPr>
          <p:nvPr/>
        </p:nvPicPr>
        <p:blipFill>
          <a:blip r:embed="rId4"/>
          <a:stretch>
            <a:fillRect/>
          </a:stretch>
        </p:blipFill>
        <p:spPr>
          <a:xfrm>
            <a:off x="6312024" y="2607845"/>
            <a:ext cx="5731742" cy="2391420"/>
          </a:xfrm>
          <a:prstGeom prst="rect">
            <a:avLst/>
          </a:prstGeom>
        </p:spPr>
      </p:pic>
      <p:sp>
        <p:nvSpPr>
          <p:cNvPr id="15" name="ZoneTexte 14">
            <a:extLst>
              <a:ext uri="{FF2B5EF4-FFF2-40B4-BE49-F238E27FC236}">
                <a16:creationId xmlns:a16="http://schemas.microsoft.com/office/drawing/2014/main" id="{371BD622-5E4B-C0B5-E961-EFA58B7EF255}"/>
              </a:ext>
            </a:extLst>
          </p:cNvPr>
          <p:cNvSpPr txBox="1"/>
          <p:nvPr/>
        </p:nvSpPr>
        <p:spPr>
          <a:xfrm>
            <a:off x="335360" y="2233895"/>
            <a:ext cx="6113282" cy="3139321"/>
          </a:xfrm>
          <a:prstGeom prst="rect">
            <a:avLst/>
          </a:prstGeom>
          <a:noFill/>
        </p:spPr>
        <p:txBody>
          <a:bodyPr wrap="square">
            <a:noAutofit/>
          </a:bodyPr>
          <a:lstStyle/>
          <a:p>
            <a:r>
              <a:rPr lang="fr-FR">
                <a:solidFill>
                  <a:srgbClr val="03234B"/>
                </a:solidFill>
              </a:rPr>
              <a:t>Le signal d'entrée passe par le SHA, sur la figure précédente, on peut voir un interrupteur et un condensateur en série avec l'entrée du CAN Cette partie représente l'échantillonnage et le maintien (SHA).</a:t>
            </a:r>
          </a:p>
          <a:p>
            <a:endParaRPr lang="fr-FR">
              <a:solidFill>
                <a:srgbClr val="03234B"/>
              </a:solidFill>
            </a:endParaRPr>
          </a:p>
          <a:p>
            <a:r>
              <a:rPr lang="fr-FR">
                <a:solidFill>
                  <a:srgbClr val="03234B"/>
                </a:solidFill>
              </a:rPr>
              <a:t>La sortie du module SHA alimente un comparateur qui la compare à un autre signal généré par un DAC interne. Le résultat de la comparaison est envoyé à l'unité logique, qui calcule la représentation numérique du signal d'entrée selon un algorithme bien caractérisé. C'est cet algorithme qui distingue le SAR ADC des autres convertisseurs A/N.</a:t>
            </a:r>
          </a:p>
        </p:txBody>
      </p:sp>
    </p:spTree>
    <p:extLst>
      <p:ext uri="{BB962C8B-B14F-4D97-AF65-F5344CB8AC3E}">
        <p14:creationId xmlns:p14="http://schemas.microsoft.com/office/powerpoint/2010/main" val="1192286986"/>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91701F-1C97-48A1-B2E1-D0B0AAEA60CE}"/>
              </a:ext>
            </a:extLst>
          </p:cNvPr>
          <p:cNvSpPr>
            <a:spLocks noGrp="1"/>
          </p:cNvSpPr>
          <p:nvPr>
            <p:ph type="body" sz="quarter" idx="12"/>
          </p:nvPr>
        </p:nvSpPr>
        <p:spPr>
          <a:xfrm>
            <a:off x="119063" y="115888"/>
            <a:ext cx="10153650" cy="720725"/>
          </a:xfrm>
        </p:spPr>
        <p:txBody>
          <a:bodyPr>
            <a:normAutofit/>
          </a:bodyPr>
          <a:lstStyle/>
          <a:p>
            <a:r>
              <a:rPr lang="fr-FR" sz="3200"/>
              <a:t>Principe de fonctionnement (suite)</a:t>
            </a:r>
          </a:p>
        </p:txBody>
      </p:sp>
      <p:pic>
        <p:nvPicPr>
          <p:cNvPr id="6" name="Image 5">
            <a:extLst>
              <a:ext uri="{FF2B5EF4-FFF2-40B4-BE49-F238E27FC236}">
                <a16:creationId xmlns:a16="http://schemas.microsoft.com/office/drawing/2014/main" id="{05836FF5-388F-5681-5775-1E1E84BE883E}"/>
              </a:ext>
            </a:extLst>
          </p:cNvPr>
          <p:cNvPicPr>
            <a:picLocks noChangeAspect="1"/>
          </p:cNvPicPr>
          <p:nvPr/>
        </p:nvPicPr>
        <p:blipFill>
          <a:blip r:embed="rId4"/>
          <a:stretch>
            <a:fillRect/>
          </a:stretch>
        </p:blipFill>
        <p:spPr>
          <a:xfrm>
            <a:off x="6415829" y="842098"/>
            <a:ext cx="5356463" cy="5445224"/>
          </a:xfrm>
          <a:prstGeom prst="rect">
            <a:avLst/>
          </a:prstGeom>
        </p:spPr>
      </p:pic>
      <p:sp>
        <p:nvSpPr>
          <p:cNvPr id="8" name="ZoneTexte 7">
            <a:extLst>
              <a:ext uri="{FF2B5EF4-FFF2-40B4-BE49-F238E27FC236}">
                <a16:creationId xmlns:a16="http://schemas.microsoft.com/office/drawing/2014/main" id="{FB634CC6-1EF8-EC3F-A148-2DA3DCD65FED}"/>
              </a:ext>
            </a:extLst>
          </p:cNvPr>
          <p:cNvSpPr txBox="1"/>
          <p:nvPr/>
        </p:nvSpPr>
        <p:spPr>
          <a:xfrm>
            <a:off x="302547" y="2136338"/>
            <a:ext cx="6113282" cy="2585323"/>
          </a:xfrm>
          <a:prstGeom prst="rect">
            <a:avLst/>
          </a:prstGeom>
          <a:noFill/>
        </p:spPr>
        <p:txBody>
          <a:bodyPr wrap="square">
            <a:noAutofit/>
          </a:bodyPr>
          <a:lstStyle/>
          <a:p>
            <a:r>
              <a:rPr lang="fr-FR">
                <a:solidFill>
                  <a:srgbClr val="03234B"/>
                </a:solidFill>
              </a:rPr>
              <a:t>Représentation du processus de conversion effectué par l'unité logique SAR (Successive approximation </a:t>
            </a:r>
            <a:r>
              <a:rPr lang="en-US">
                <a:solidFill>
                  <a:srgbClr val="03234B"/>
                </a:solidFill>
              </a:rPr>
              <a:t>Register</a:t>
            </a:r>
            <a:r>
              <a:rPr lang="fr-FR">
                <a:solidFill>
                  <a:srgbClr val="03234B"/>
                </a:solidFill>
              </a:rPr>
              <a:t>)  pour un CAN 4 bits</a:t>
            </a:r>
          </a:p>
          <a:p>
            <a:endParaRPr lang="fr-FR">
              <a:solidFill>
                <a:srgbClr val="03234B"/>
              </a:solidFill>
            </a:endParaRPr>
          </a:p>
          <a:p>
            <a:r>
              <a:rPr lang="fr-FR">
                <a:solidFill>
                  <a:srgbClr val="03234B"/>
                </a:solidFill>
              </a:rPr>
              <a:t>Considérons le chemin surligné en rouge et supposons que VIN = 2700mV et VREF = 3520mV .</a:t>
            </a:r>
          </a:p>
          <a:p>
            <a:endParaRPr lang="fr-FR">
              <a:solidFill>
                <a:srgbClr val="03234B"/>
              </a:solidFill>
            </a:endParaRPr>
          </a:p>
          <a:p>
            <a:r>
              <a:rPr lang="fr-FR">
                <a:solidFill>
                  <a:srgbClr val="03234B"/>
                </a:solidFill>
              </a:rPr>
              <a:t>L'algorithme commence par mettre le MSB à 1, ce qui correspond à 1000</a:t>
            </a:r>
            <a:r>
              <a:rPr lang="fr-FR" sz="1000">
                <a:solidFill>
                  <a:srgbClr val="03234B"/>
                </a:solidFill>
              </a:rPr>
              <a:t>2</a:t>
            </a:r>
            <a:r>
              <a:rPr lang="fr-FR">
                <a:solidFill>
                  <a:srgbClr val="03234B"/>
                </a:solidFill>
              </a:rPr>
              <a:t> = 8</a:t>
            </a:r>
            <a:r>
              <a:rPr lang="fr-FR" sz="1000">
                <a:solidFill>
                  <a:srgbClr val="03234B"/>
                </a:solidFill>
              </a:rPr>
              <a:t>10</a:t>
            </a:r>
            <a:endParaRPr lang="fr-FR">
              <a:solidFill>
                <a:srgbClr val="03234B"/>
              </a:solidFill>
            </a:endParaRPr>
          </a:p>
        </p:txBody>
      </p:sp>
    </p:spTree>
    <p:extLst>
      <p:ext uri="{BB962C8B-B14F-4D97-AF65-F5344CB8AC3E}">
        <p14:creationId xmlns:p14="http://schemas.microsoft.com/office/powerpoint/2010/main" val="981506195"/>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91701F-1C97-48A1-B2E1-D0B0AAEA60CE}"/>
              </a:ext>
            </a:extLst>
          </p:cNvPr>
          <p:cNvSpPr>
            <a:spLocks noGrp="1"/>
          </p:cNvSpPr>
          <p:nvPr>
            <p:ph type="body" sz="quarter" idx="12"/>
          </p:nvPr>
        </p:nvSpPr>
        <p:spPr>
          <a:xfrm>
            <a:off x="119063" y="115888"/>
            <a:ext cx="10153650" cy="720725"/>
          </a:xfrm>
        </p:spPr>
        <p:txBody>
          <a:bodyPr>
            <a:normAutofit/>
          </a:bodyPr>
          <a:lstStyle/>
          <a:p>
            <a:r>
              <a:rPr lang="fr-FR" sz="3200"/>
              <a:t>Périphérique CAN sur le STM32</a:t>
            </a:r>
          </a:p>
        </p:txBody>
      </p:sp>
      <p:sp>
        <p:nvSpPr>
          <p:cNvPr id="6" name="Rectangle 5">
            <a:extLst>
              <a:ext uri="{FF2B5EF4-FFF2-40B4-BE49-F238E27FC236}">
                <a16:creationId xmlns:a16="http://schemas.microsoft.com/office/drawing/2014/main" id="{8211FF0E-8F82-4B06-B733-5C2179E3BD90}"/>
              </a:ext>
            </a:extLst>
          </p:cNvPr>
          <p:cNvSpPr/>
          <p:nvPr/>
        </p:nvSpPr>
        <p:spPr>
          <a:xfrm>
            <a:off x="315210" y="1268760"/>
            <a:ext cx="10940223" cy="4462760"/>
          </a:xfrm>
          <a:prstGeom prst="rect">
            <a:avLst/>
          </a:prstGeom>
        </p:spPr>
        <p:txBody>
          <a:bodyPr wrap="square">
            <a:noAutofit/>
          </a:bodyPr>
          <a:lstStyle/>
          <a:p>
            <a:pPr marL="342900" indent="-342900">
              <a:buFont typeface="Wingdings" panose="05000000000000000000" pitchFamily="2" charset="2"/>
              <a:buChar char="Ø"/>
            </a:pPr>
            <a:r>
              <a:rPr lang="fr-FR" sz="2400">
                <a:solidFill>
                  <a:srgbClr val="E6007E"/>
                </a:solidFill>
              </a:rPr>
              <a:t>Résolution</a:t>
            </a:r>
            <a:r>
              <a:rPr lang="fr-FR" sz="2400">
                <a:solidFill>
                  <a:srgbClr val="03234B"/>
                </a:solidFill>
              </a:rPr>
              <a:t> configurable de 12 ou 10 ou 8 ou 6 bits</a:t>
            </a:r>
          </a:p>
          <a:p>
            <a:pPr marL="342900" indent="-342900">
              <a:buFont typeface="Wingdings" panose="05000000000000000000" pitchFamily="2" charset="2"/>
              <a:buChar char="Ø"/>
            </a:pPr>
            <a:r>
              <a:rPr lang="fr-FR" sz="2400">
                <a:solidFill>
                  <a:srgbClr val="E6007E"/>
                </a:solidFill>
              </a:rPr>
              <a:t>Interruptions</a:t>
            </a:r>
            <a:r>
              <a:rPr lang="fr-FR" sz="2400">
                <a:solidFill>
                  <a:srgbClr val="03234B"/>
                </a:solidFill>
              </a:rPr>
              <a:t> de fin de conversion et autres évènements</a:t>
            </a:r>
          </a:p>
          <a:p>
            <a:pPr marL="342900" indent="-342900">
              <a:buFont typeface="Wingdings" panose="05000000000000000000" pitchFamily="2" charset="2"/>
              <a:buChar char="Ø"/>
            </a:pPr>
            <a:r>
              <a:rPr lang="fr-FR" sz="2400">
                <a:solidFill>
                  <a:srgbClr val="E6007E"/>
                </a:solidFill>
              </a:rPr>
              <a:t>Mode conversion: </a:t>
            </a:r>
            <a:r>
              <a:rPr lang="fr-FR" sz="2400">
                <a:solidFill>
                  <a:srgbClr val="03234B"/>
                </a:solidFill>
              </a:rPr>
              <a:t>simple ou continue</a:t>
            </a:r>
          </a:p>
          <a:p>
            <a:pPr marL="342900" indent="-342900">
              <a:buFont typeface="Wingdings" panose="05000000000000000000" pitchFamily="2" charset="2"/>
              <a:buChar char="Ø"/>
            </a:pPr>
            <a:r>
              <a:rPr lang="fr-FR" sz="2400">
                <a:solidFill>
                  <a:srgbClr val="E6007E"/>
                </a:solidFill>
              </a:rPr>
              <a:t>Mode de balayage</a:t>
            </a:r>
            <a:r>
              <a:rPr lang="fr-FR" sz="2400">
                <a:solidFill>
                  <a:srgbClr val="03234B"/>
                </a:solidFill>
              </a:rPr>
              <a:t> multi-canal</a:t>
            </a:r>
          </a:p>
          <a:p>
            <a:pPr marL="342900" indent="-342900">
              <a:buFont typeface="Wingdings" panose="05000000000000000000" pitchFamily="2" charset="2"/>
              <a:buChar char="Ø"/>
            </a:pPr>
            <a:r>
              <a:rPr lang="fr-FR" sz="2400">
                <a:solidFill>
                  <a:srgbClr val="E6007E"/>
                </a:solidFill>
              </a:rPr>
              <a:t>Temps de conversion </a:t>
            </a:r>
            <a:r>
              <a:rPr lang="fr-FR" sz="2400">
                <a:solidFill>
                  <a:srgbClr val="03234B"/>
                </a:solidFill>
              </a:rPr>
              <a:t>(échantillonnage): de 1µs à 4 µs</a:t>
            </a:r>
          </a:p>
          <a:p>
            <a:pPr marL="342900" indent="-342900">
              <a:buFont typeface="Wingdings" panose="05000000000000000000" pitchFamily="2" charset="2"/>
              <a:buChar char="Ø"/>
            </a:pPr>
            <a:endParaRPr lang="fr-FR" sz="2400">
              <a:solidFill>
                <a:srgbClr val="03234B"/>
              </a:solidFill>
            </a:endParaRPr>
          </a:p>
          <a:p>
            <a:pPr marL="342900" indent="-342900">
              <a:buFont typeface="Wingdings" panose="05000000000000000000" pitchFamily="2" charset="2"/>
              <a:buChar char="Ø"/>
            </a:pPr>
            <a:r>
              <a:rPr lang="fr-FR" sz="2000">
                <a:solidFill>
                  <a:srgbClr val="0070C0"/>
                </a:solidFill>
              </a:rPr>
              <a:t>Options supplémentaires:</a:t>
            </a:r>
          </a:p>
          <a:p>
            <a:r>
              <a:rPr lang="fr-FR" sz="2000">
                <a:solidFill>
                  <a:srgbClr val="03234B"/>
                </a:solidFill>
              </a:rPr>
              <a:t>Alignement des données sur 16 bits (droite ou gauche)</a:t>
            </a:r>
          </a:p>
          <a:p>
            <a:r>
              <a:rPr lang="fr-FR" sz="2000">
                <a:solidFill>
                  <a:srgbClr val="03234B"/>
                </a:solidFill>
              </a:rPr>
              <a:t>Temps de conversion programmable canal par canal</a:t>
            </a:r>
          </a:p>
          <a:p>
            <a:r>
              <a:rPr lang="fr-FR" sz="2000">
                <a:solidFill>
                  <a:srgbClr val="03234B"/>
                </a:solidFill>
              </a:rPr>
              <a:t>Déclenchement par signal externe</a:t>
            </a:r>
          </a:p>
          <a:p>
            <a:r>
              <a:rPr lang="fr-FR" sz="2000">
                <a:solidFill>
                  <a:srgbClr val="03234B"/>
                </a:solidFill>
              </a:rPr>
              <a:t>Mode de conversion discontinue lors de balayage</a:t>
            </a:r>
          </a:p>
          <a:p>
            <a:r>
              <a:rPr lang="fr-FR" sz="2000">
                <a:solidFill>
                  <a:srgbClr val="03234B"/>
                </a:solidFill>
              </a:rPr>
              <a:t>Canal DMA (Direct Memory Access)</a:t>
            </a:r>
          </a:p>
          <a:p>
            <a:r>
              <a:rPr lang="fr-FR" sz="2000">
                <a:solidFill>
                  <a:srgbClr val="03234B"/>
                </a:solidFill>
              </a:rPr>
              <a:t>Module </a:t>
            </a:r>
            <a:r>
              <a:rPr lang="fr-FR" sz="2000" err="1">
                <a:solidFill>
                  <a:srgbClr val="03234B"/>
                </a:solidFill>
              </a:rPr>
              <a:t>watchdog</a:t>
            </a:r>
            <a:r>
              <a:rPr lang="fr-FR" sz="2000">
                <a:solidFill>
                  <a:srgbClr val="03234B"/>
                </a:solidFill>
              </a:rPr>
              <a:t> qui permet de s’assurer que </a:t>
            </a:r>
            <a:r>
              <a:rPr lang="fr-FR" sz="2000" err="1">
                <a:solidFill>
                  <a:srgbClr val="03234B"/>
                </a:solidFill>
              </a:rPr>
              <a:t>V</a:t>
            </a:r>
            <a:r>
              <a:rPr lang="fr-FR" sz="2000" baseline="-25000" err="1">
                <a:solidFill>
                  <a:srgbClr val="03234B"/>
                </a:solidFill>
              </a:rPr>
              <a:t>acquis</a:t>
            </a:r>
            <a:r>
              <a:rPr lang="fr-FR" sz="2000">
                <a:solidFill>
                  <a:srgbClr val="03234B"/>
                </a:solidFill>
              </a:rPr>
              <a:t> est compris entre 2 seuils programmables</a:t>
            </a:r>
          </a:p>
        </p:txBody>
      </p:sp>
    </p:spTree>
    <p:extLst>
      <p:ext uri="{BB962C8B-B14F-4D97-AF65-F5344CB8AC3E}">
        <p14:creationId xmlns:p14="http://schemas.microsoft.com/office/powerpoint/2010/main" val="2773697679"/>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91701F-1C97-48A1-B2E1-D0B0AAEA60CE}"/>
              </a:ext>
            </a:extLst>
          </p:cNvPr>
          <p:cNvSpPr>
            <a:spLocks noGrp="1"/>
          </p:cNvSpPr>
          <p:nvPr>
            <p:ph type="body" sz="quarter" idx="12"/>
          </p:nvPr>
        </p:nvSpPr>
        <p:spPr>
          <a:xfrm>
            <a:off x="119063" y="115888"/>
            <a:ext cx="10153650" cy="720725"/>
          </a:xfrm>
        </p:spPr>
        <p:txBody>
          <a:bodyPr>
            <a:normAutofit/>
          </a:bodyPr>
          <a:lstStyle/>
          <a:p>
            <a:r>
              <a:rPr lang="fr-FR" sz="3200"/>
              <a:t>Architecture du CAN sur STM32</a:t>
            </a:r>
          </a:p>
        </p:txBody>
      </p:sp>
      <p:pic>
        <p:nvPicPr>
          <p:cNvPr id="7" name="Image 5">
            <a:extLst>
              <a:ext uri="{FF2B5EF4-FFF2-40B4-BE49-F238E27FC236}">
                <a16:creationId xmlns:a16="http://schemas.microsoft.com/office/drawing/2014/main" id="{13520D15-F06E-4BE9-ACC0-6397C4503C09}"/>
              </a:ext>
            </a:extLst>
          </p:cNvPr>
          <p:cNvPicPr>
            <a:picLocks noChangeAspect="1"/>
          </p:cNvPicPr>
          <p:nvPr/>
        </p:nvPicPr>
        <p:blipFill rotWithShape="1">
          <a:blip r:embed="rId4"/>
          <a:srcRect b="34967"/>
          <a:stretch/>
        </p:blipFill>
        <p:spPr>
          <a:xfrm>
            <a:off x="3131338" y="1196752"/>
            <a:ext cx="6349038" cy="5544616"/>
          </a:xfrm>
          <a:prstGeom prst="rect">
            <a:avLst/>
          </a:prstGeom>
        </p:spPr>
      </p:pic>
      <p:sp>
        <p:nvSpPr>
          <p:cNvPr id="8" name="Rectangle 7">
            <a:extLst>
              <a:ext uri="{FF2B5EF4-FFF2-40B4-BE49-F238E27FC236}">
                <a16:creationId xmlns:a16="http://schemas.microsoft.com/office/drawing/2014/main" id="{CE961000-9857-4E2E-B165-840C481B3639}"/>
              </a:ext>
            </a:extLst>
          </p:cNvPr>
          <p:cNvSpPr/>
          <p:nvPr/>
        </p:nvSpPr>
        <p:spPr>
          <a:xfrm>
            <a:off x="4583800" y="1484784"/>
            <a:ext cx="4320480" cy="1008112"/>
          </a:xfrm>
          <a:prstGeom prst="rect">
            <a:avLst/>
          </a:prstGeom>
          <a:noFill/>
          <a:ln w="57150">
            <a:solidFill>
              <a:srgbClr val="0457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0" name="Rectangle 9">
            <a:extLst>
              <a:ext uri="{FF2B5EF4-FFF2-40B4-BE49-F238E27FC236}">
                <a16:creationId xmlns:a16="http://schemas.microsoft.com/office/drawing/2014/main" id="{410FF4DD-F857-4A56-80D0-F41590812DCD}"/>
              </a:ext>
            </a:extLst>
          </p:cNvPr>
          <p:cNvSpPr/>
          <p:nvPr/>
        </p:nvSpPr>
        <p:spPr>
          <a:xfrm>
            <a:off x="3287656" y="4581128"/>
            <a:ext cx="2520280" cy="2016224"/>
          </a:xfrm>
          <a:prstGeom prst="rect">
            <a:avLst/>
          </a:prstGeom>
          <a:noFill/>
          <a:ln w="57150">
            <a:solidFill>
              <a:srgbClr val="E306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1" name="ZoneTexte 9">
            <a:extLst>
              <a:ext uri="{FF2B5EF4-FFF2-40B4-BE49-F238E27FC236}">
                <a16:creationId xmlns:a16="http://schemas.microsoft.com/office/drawing/2014/main" id="{97A5D7A8-110F-433B-869B-9BAAAB9806E3}"/>
              </a:ext>
            </a:extLst>
          </p:cNvPr>
          <p:cNvSpPr txBox="1"/>
          <p:nvPr/>
        </p:nvSpPr>
        <p:spPr>
          <a:xfrm>
            <a:off x="4655807" y="810672"/>
            <a:ext cx="2868019" cy="400110"/>
          </a:xfrm>
          <a:prstGeom prst="rect">
            <a:avLst/>
          </a:prstGeom>
          <a:noFill/>
        </p:spPr>
        <p:txBody>
          <a:bodyPr wrap="square" rtlCol="0">
            <a:noAutofit/>
          </a:bodyPr>
          <a:lstStyle/>
          <a:p>
            <a:r>
              <a:rPr lang="en-US" sz="2000" b="1">
                <a:solidFill>
                  <a:srgbClr val="04572F"/>
                </a:solidFill>
              </a:rPr>
              <a:t>Interruptions CAN</a:t>
            </a:r>
          </a:p>
        </p:txBody>
      </p:sp>
      <p:sp>
        <p:nvSpPr>
          <p:cNvPr id="12" name="ZoneTexte 10">
            <a:extLst>
              <a:ext uri="{FF2B5EF4-FFF2-40B4-BE49-F238E27FC236}">
                <a16:creationId xmlns:a16="http://schemas.microsoft.com/office/drawing/2014/main" id="{10E2FBA3-1CCE-4F7A-8D44-38A83B9234E0}"/>
              </a:ext>
            </a:extLst>
          </p:cNvPr>
          <p:cNvSpPr txBox="1"/>
          <p:nvPr/>
        </p:nvSpPr>
        <p:spPr>
          <a:xfrm>
            <a:off x="1199424" y="5235297"/>
            <a:ext cx="2088232" cy="707886"/>
          </a:xfrm>
          <a:prstGeom prst="rect">
            <a:avLst/>
          </a:prstGeom>
          <a:noFill/>
        </p:spPr>
        <p:txBody>
          <a:bodyPr wrap="square" rtlCol="0">
            <a:noAutofit/>
          </a:bodyPr>
          <a:lstStyle/>
          <a:p>
            <a:pPr algn="ctr"/>
            <a:r>
              <a:rPr lang="fr-FR" sz="2000" b="1">
                <a:solidFill>
                  <a:srgbClr val="E30613"/>
                </a:solidFill>
              </a:rPr>
              <a:t>Choix du canal à convertir</a:t>
            </a:r>
          </a:p>
        </p:txBody>
      </p:sp>
      <p:sp>
        <p:nvSpPr>
          <p:cNvPr id="13" name="Rectangle 12">
            <a:extLst>
              <a:ext uri="{FF2B5EF4-FFF2-40B4-BE49-F238E27FC236}">
                <a16:creationId xmlns:a16="http://schemas.microsoft.com/office/drawing/2014/main" id="{CE4662E0-03C8-42C2-8C19-665556D0B8B4}"/>
              </a:ext>
            </a:extLst>
          </p:cNvPr>
          <p:cNvSpPr/>
          <p:nvPr/>
        </p:nvSpPr>
        <p:spPr>
          <a:xfrm>
            <a:off x="5878119" y="5013176"/>
            <a:ext cx="2128672" cy="1083895"/>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4" name="ZoneTexte 13">
            <a:extLst>
              <a:ext uri="{FF2B5EF4-FFF2-40B4-BE49-F238E27FC236}">
                <a16:creationId xmlns:a16="http://schemas.microsoft.com/office/drawing/2014/main" id="{E97AC2C1-8CBB-449C-978B-73207BC86B51}"/>
              </a:ext>
            </a:extLst>
          </p:cNvPr>
          <p:cNvSpPr txBox="1"/>
          <p:nvPr/>
        </p:nvSpPr>
        <p:spPr>
          <a:xfrm>
            <a:off x="6305841" y="6097071"/>
            <a:ext cx="2088232" cy="400110"/>
          </a:xfrm>
          <a:prstGeom prst="rect">
            <a:avLst/>
          </a:prstGeom>
          <a:noFill/>
        </p:spPr>
        <p:txBody>
          <a:bodyPr wrap="square" rtlCol="0">
            <a:noAutofit/>
          </a:bodyPr>
          <a:lstStyle/>
          <a:p>
            <a:pPr algn="ctr"/>
            <a:r>
              <a:rPr lang="en-US" sz="2000" b="1">
                <a:solidFill>
                  <a:srgbClr val="0070C0"/>
                </a:solidFill>
              </a:rPr>
              <a:t>Conversion</a:t>
            </a:r>
          </a:p>
        </p:txBody>
      </p:sp>
      <p:sp>
        <p:nvSpPr>
          <p:cNvPr id="15" name="Rectangle 14">
            <a:extLst>
              <a:ext uri="{FF2B5EF4-FFF2-40B4-BE49-F238E27FC236}">
                <a16:creationId xmlns:a16="http://schemas.microsoft.com/office/drawing/2014/main" id="{81BB6DB8-23A4-4278-ADF2-5F0AA8338465}"/>
              </a:ext>
            </a:extLst>
          </p:cNvPr>
          <p:cNvSpPr/>
          <p:nvPr/>
        </p:nvSpPr>
        <p:spPr>
          <a:xfrm>
            <a:off x="6542079" y="2528900"/>
            <a:ext cx="1866058" cy="1008112"/>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6" name="ZoneTexte 15">
            <a:extLst>
              <a:ext uri="{FF2B5EF4-FFF2-40B4-BE49-F238E27FC236}">
                <a16:creationId xmlns:a16="http://schemas.microsoft.com/office/drawing/2014/main" id="{5E91964D-ADBC-46E0-A6A4-B3FF530493A4}"/>
              </a:ext>
            </a:extLst>
          </p:cNvPr>
          <p:cNvSpPr txBox="1"/>
          <p:nvPr/>
        </p:nvSpPr>
        <p:spPr>
          <a:xfrm>
            <a:off x="5308983" y="2934908"/>
            <a:ext cx="1291041" cy="400110"/>
          </a:xfrm>
          <a:prstGeom prst="rect">
            <a:avLst/>
          </a:prstGeom>
          <a:noFill/>
        </p:spPr>
        <p:txBody>
          <a:bodyPr wrap="square" rtlCol="0">
            <a:noAutofit/>
          </a:bodyPr>
          <a:lstStyle/>
          <a:p>
            <a:r>
              <a:rPr lang="en-US" sz="2000" b="1">
                <a:solidFill>
                  <a:srgbClr val="7030A0"/>
                </a:solidFill>
              </a:rPr>
              <a:t>Watchdog</a:t>
            </a:r>
          </a:p>
        </p:txBody>
      </p:sp>
    </p:spTree>
    <p:extLst>
      <p:ext uri="{BB962C8B-B14F-4D97-AF65-F5344CB8AC3E}">
        <p14:creationId xmlns:p14="http://schemas.microsoft.com/office/powerpoint/2010/main" val="2474157126"/>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91701F-1C97-48A1-B2E1-D0B0AAEA60CE}"/>
              </a:ext>
            </a:extLst>
          </p:cNvPr>
          <p:cNvSpPr>
            <a:spLocks noGrp="1"/>
          </p:cNvSpPr>
          <p:nvPr>
            <p:ph type="body" sz="quarter" idx="12"/>
          </p:nvPr>
        </p:nvSpPr>
        <p:spPr>
          <a:xfrm>
            <a:off x="119063" y="115888"/>
            <a:ext cx="10153650" cy="720725"/>
          </a:xfrm>
        </p:spPr>
        <p:txBody>
          <a:bodyPr>
            <a:normAutofit/>
          </a:bodyPr>
          <a:lstStyle/>
          <a:p>
            <a:r>
              <a:rPr lang="fr-FR" sz="3200"/>
              <a:t>Interruptions et flags d’états</a:t>
            </a:r>
          </a:p>
        </p:txBody>
      </p:sp>
      <p:pic>
        <p:nvPicPr>
          <p:cNvPr id="6" name="Image 1">
            <a:extLst>
              <a:ext uri="{FF2B5EF4-FFF2-40B4-BE49-F238E27FC236}">
                <a16:creationId xmlns:a16="http://schemas.microsoft.com/office/drawing/2014/main" id="{E4C6C9D9-B44A-4B66-A154-DCB9C040AA72}"/>
              </a:ext>
            </a:extLst>
          </p:cNvPr>
          <p:cNvPicPr>
            <a:picLocks noChangeAspect="1"/>
          </p:cNvPicPr>
          <p:nvPr/>
        </p:nvPicPr>
        <p:blipFill>
          <a:blip r:embed="rId4"/>
          <a:stretch>
            <a:fillRect/>
          </a:stretch>
        </p:blipFill>
        <p:spPr>
          <a:xfrm>
            <a:off x="0" y="888451"/>
            <a:ext cx="6672065" cy="5081098"/>
          </a:xfrm>
          <a:prstGeom prst="rect">
            <a:avLst/>
          </a:prstGeom>
        </p:spPr>
      </p:pic>
      <p:pic>
        <p:nvPicPr>
          <p:cNvPr id="7" name="Image 1">
            <a:extLst>
              <a:ext uri="{FF2B5EF4-FFF2-40B4-BE49-F238E27FC236}">
                <a16:creationId xmlns:a16="http://schemas.microsoft.com/office/drawing/2014/main" id="{9B82DF68-62CE-4585-A621-8E4F2C98B1AB}"/>
              </a:ext>
            </a:extLst>
          </p:cNvPr>
          <p:cNvPicPr>
            <a:picLocks noChangeAspect="1"/>
          </p:cNvPicPr>
          <p:nvPr/>
        </p:nvPicPr>
        <p:blipFill>
          <a:blip r:embed="rId5"/>
          <a:stretch>
            <a:fillRect/>
          </a:stretch>
        </p:blipFill>
        <p:spPr>
          <a:xfrm>
            <a:off x="6816080" y="2634439"/>
            <a:ext cx="5290073" cy="1353733"/>
          </a:xfrm>
          <a:prstGeom prst="rect">
            <a:avLst/>
          </a:prstGeom>
        </p:spPr>
      </p:pic>
    </p:spTree>
    <p:extLst>
      <p:ext uri="{BB962C8B-B14F-4D97-AF65-F5344CB8AC3E}">
        <p14:creationId xmlns:p14="http://schemas.microsoft.com/office/powerpoint/2010/main" val="3048562354"/>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3A7795A7-0BD5-4B6B-A5CA-EF740F065CA2}"/>
              </a:ext>
            </a:extLst>
          </p:cNvPr>
          <p:cNvGrpSpPr/>
          <p:nvPr/>
        </p:nvGrpSpPr>
        <p:grpSpPr>
          <a:xfrm>
            <a:off x="263352" y="764705"/>
            <a:ext cx="11906442" cy="5400600"/>
            <a:chOff x="0" y="1078141"/>
            <a:chExt cx="12115800" cy="5565317"/>
          </a:xfrm>
        </p:grpSpPr>
        <p:pic>
          <p:nvPicPr>
            <p:cNvPr id="7" name="Picture 6">
              <a:extLst>
                <a:ext uri="{FF2B5EF4-FFF2-40B4-BE49-F238E27FC236}">
                  <a16:creationId xmlns:a16="http://schemas.microsoft.com/office/drawing/2014/main" id="{C002EF61-358A-4BCB-BEB9-CC318CBA80C3}"/>
                </a:ext>
              </a:extLst>
            </p:cNvPr>
            <p:cNvPicPr>
              <a:picLocks noChangeAspect="1"/>
            </p:cNvPicPr>
            <p:nvPr/>
          </p:nvPicPr>
          <p:blipFill>
            <a:blip r:embed="rId4"/>
            <a:stretch>
              <a:fillRect/>
            </a:stretch>
          </p:blipFill>
          <p:spPr>
            <a:xfrm>
              <a:off x="0" y="1078141"/>
              <a:ext cx="9280273" cy="5565317"/>
            </a:xfrm>
            <a:prstGeom prst="rect">
              <a:avLst/>
            </a:prstGeom>
          </p:spPr>
        </p:pic>
        <p:sp>
          <p:nvSpPr>
            <p:cNvPr id="8" name="Rectangle 7">
              <a:extLst>
                <a:ext uri="{FF2B5EF4-FFF2-40B4-BE49-F238E27FC236}">
                  <a16:creationId xmlns:a16="http://schemas.microsoft.com/office/drawing/2014/main" id="{45E4AC8C-F95F-4D03-A743-A569B37EACD3}"/>
                </a:ext>
              </a:extLst>
            </p:cNvPr>
            <p:cNvSpPr/>
            <p:nvPr/>
          </p:nvSpPr>
          <p:spPr>
            <a:xfrm>
              <a:off x="76200" y="2376258"/>
              <a:ext cx="1159128" cy="609601"/>
            </a:xfrm>
            <a:prstGeom prst="rect">
              <a:avLst/>
            </a:prstGeom>
            <a:noFill/>
            <a:ln w="19050">
              <a:solidFill>
                <a:srgbClr val="E6007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9" name="Rectangle 8">
              <a:extLst>
                <a:ext uri="{FF2B5EF4-FFF2-40B4-BE49-F238E27FC236}">
                  <a16:creationId xmlns:a16="http://schemas.microsoft.com/office/drawing/2014/main" id="{BE8F6819-D676-4204-B72D-C2D20F19FE63}"/>
                </a:ext>
              </a:extLst>
            </p:cNvPr>
            <p:cNvSpPr/>
            <p:nvPr/>
          </p:nvSpPr>
          <p:spPr>
            <a:xfrm>
              <a:off x="1438275" y="2071458"/>
              <a:ext cx="647700" cy="190502"/>
            </a:xfrm>
            <a:prstGeom prst="rect">
              <a:avLst/>
            </a:prstGeom>
            <a:noFill/>
            <a:ln w="19050">
              <a:solidFill>
                <a:srgbClr val="E6007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0" name="Rectangle 9">
              <a:extLst>
                <a:ext uri="{FF2B5EF4-FFF2-40B4-BE49-F238E27FC236}">
                  <a16:creationId xmlns:a16="http://schemas.microsoft.com/office/drawing/2014/main" id="{E832348C-FBAA-4977-9A45-68BDC006BC7C}"/>
                </a:ext>
              </a:extLst>
            </p:cNvPr>
            <p:cNvSpPr/>
            <p:nvPr/>
          </p:nvSpPr>
          <p:spPr>
            <a:xfrm>
              <a:off x="5981700" y="4747984"/>
              <a:ext cx="1190626" cy="342900"/>
            </a:xfrm>
            <a:prstGeom prst="rect">
              <a:avLst/>
            </a:prstGeom>
            <a:noFill/>
            <a:ln w="19050">
              <a:solidFill>
                <a:srgbClr val="E6007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pic>
          <p:nvPicPr>
            <p:cNvPr id="11" name="Picture 10">
              <a:extLst>
                <a:ext uri="{FF2B5EF4-FFF2-40B4-BE49-F238E27FC236}">
                  <a16:creationId xmlns:a16="http://schemas.microsoft.com/office/drawing/2014/main" id="{9DB3FCDE-2714-4A57-80A0-9E25693A87EC}"/>
                </a:ext>
              </a:extLst>
            </p:cNvPr>
            <p:cNvPicPr>
              <a:picLocks noChangeAspect="1"/>
            </p:cNvPicPr>
            <p:nvPr/>
          </p:nvPicPr>
          <p:blipFill>
            <a:blip r:embed="rId5"/>
            <a:stretch>
              <a:fillRect/>
            </a:stretch>
          </p:blipFill>
          <p:spPr>
            <a:xfrm>
              <a:off x="7096125" y="2052410"/>
              <a:ext cx="5019675" cy="2286000"/>
            </a:xfrm>
            <a:prstGeom prst="rect">
              <a:avLst/>
            </a:prstGeom>
          </p:spPr>
        </p:pic>
        <p:sp>
          <p:nvSpPr>
            <p:cNvPr id="12" name="Rectangle 11">
              <a:extLst>
                <a:ext uri="{FF2B5EF4-FFF2-40B4-BE49-F238E27FC236}">
                  <a16:creationId xmlns:a16="http://schemas.microsoft.com/office/drawing/2014/main" id="{CF806F50-4F32-4BF4-BEBB-114131B0C2AB}"/>
                </a:ext>
              </a:extLst>
            </p:cNvPr>
            <p:cNvSpPr/>
            <p:nvPr/>
          </p:nvSpPr>
          <p:spPr>
            <a:xfrm>
              <a:off x="3905250" y="3142210"/>
              <a:ext cx="1090699" cy="224649"/>
            </a:xfrm>
            <a:prstGeom prst="rect">
              <a:avLst/>
            </a:prstGeom>
            <a:noFill/>
            <a:ln w="19050">
              <a:solidFill>
                <a:srgbClr val="E6007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cxnSp>
          <p:nvCxnSpPr>
            <p:cNvPr id="13" name="Straight Arrow Connector 12">
              <a:extLst>
                <a:ext uri="{FF2B5EF4-FFF2-40B4-BE49-F238E27FC236}">
                  <a16:creationId xmlns:a16="http://schemas.microsoft.com/office/drawing/2014/main" id="{B3DF7EBD-BC03-4C0E-A115-56B3B6A2584D}"/>
                </a:ext>
              </a:extLst>
            </p:cNvPr>
            <p:cNvCxnSpPr>
              <a:cxnSpLocks/>
              <a:stCxn id="12" idx="3"/>
            </p:cNvCxnSpPr>
            <p:nvPr/>
          </p:nvCxnSpPr>
          <p:spPr>
            <a:xfrm flipV="1">
              <a:off x="4995949" y="2186247"/>
              <a:ext cx="5722599" cy="1068288"/>
            </a:xfrm>
            <a:prstGeom prst="straightConnector1">
              <a:avLst/>
            </a:prstGeom>
            <a:ln w="19050">
              <a:solidFill>
                <a:srgbClr val="E6007E"/>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54F34CC2-8424-4B10-8ACC-A3F2C4D8562A}"/>
                </a:ext>
              </a:extLst>
            </p:cNvPr>
            <p:cNvPicPr>
              <a:picLocks noChangeAspect="1"/>
            </p:cNvPicPr>
            <p:nvPr/>
          </p:nvPicPr>
          <p:blipFill>
            <a:blip r:embed="rId6"/>
            <a:stretch>
              <a:fillRect/>
            </a:stretch>
          </p:blipFill>
          <p:spPr>
            <a:xfrm>
              <a:off x="6577013" y="5664492"/>
              <a:ext cx="4981575" cy="942975"/>
            </a:xfrm>
            <a:prstGeom prst="rect">
              <a:avLst/>
            </a:prstGeom>
          </p:spPr>
        </p:pic>
        <p:cxnSp>
          <p:nvCxnSpPr>
            <p:cNvPr id="15" name="Straight Arrow Connector 14">
              <a:extLst>
                <a:ext uri="{FF2B5EF4-FFF2-40B4-BE49-F238E27FC236}">
                  <a16:creationId xmlns:a16="http://schemas.microsoft.com/office/drawing/2014/main" id="{DA414A50-AA1A-457D-A86C-ECD768181331}"/>
                </a:ext>
              </a:extLst>
            </p:cNvPr>
            <p:cNvCxnSpPr>
              <a:cxnSpLocks/>
            </p:cNvCxnSpPr>
            <p:nvPr/>
          </p:nvCxnSpPr>
          <p:spPr>
            <a:xfrm>
              <a:off x="2326027" y="3254535"/>
              <a:ext cx="4562096" cy="2525324"/>
            </a:xfrm>
            <a:prstGeom prst="straightConnector1">
              <a:avLst/>
            </a:prstGeom>
            <a:ln w="19050">
              <a:solidFill>
                <a:srgbClr val="E6007E"/>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4" name="Text Placeholder 3">
            <a:extLst>
              <a:ext uri="{FF2B5EF4-FFF2-40B4-BE49-F238E27FC236}">
                <a16:creationId xmlns:a16="http://schemas.microsoft.com/office/drawing/2014/main" id="{1591701F-1C97-48A1-B2E1-D0B0AAEA60CE}"/>
              </a:ext>
            </a:extLst>
          </p:cNvPr>
          <p:cNvSpPr>
            <a:spLocks noGrp="1"/>
          </p:cNvSpPr>
          <p:nvPr>
            <p:ph type="body" sz="quarter" idx="12"/>
          </p:nvPr>
        </p:nvSpPr>
        <p:spPr>
          <a:xfrm>
            <a:off x="119063" y="115888"/>
            <a:ext cx="10153650" cy="720725"/>
          </a:xfrm>
        </p:spPr>
        <p:txBody>
          <a:bodyPr>
            <a:normAutofit/>
          </a:bodyPr>
          <a:lstStyle/>
          <a:p>
            <a:r>
              <a:rPr lang="en-US" sz="3200"/>
              <a:t>Config IDE</a:t>
            </a:r>
          </a:p>
        </p:txBody>
      </p:sp>
    </p:spTree>
    <p:extLst>
      <p:ext uri="{BB962C8B-B14F-4D97-AF65-F5344CB8AC3E}">
        <p14:creationId xmlns:p14="http://schemas.microsoft.com/office/powerpoint/2010/main" val="2475157359"/>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91701F-1C97-48A1-B2E1-D0B0AAEA60CE}"/>
              </a:ext>
            </a:extLst>
          </p:cNvPr>
          <p:cNvSpPr>
            <a:spLocks noGrp="1"/>
          </p:cNvSpPr>
          <p:nvPr>
            <p:ph type="body" sz="quarter" idx="12"/>
          </p:nvPr>
        </p:nvSpPr>
        <p:spPr>
          <a:xfrm>
            <a:off x="119063" y="115888"/>
            <a:ext cx="10153650" cy="720725"/>
          </a:xfrm>
        </p:spPr>
        <p:txBody>
          <a:bodyPr>
            <a:normAutofit/>
          </a:bodyPr>
          <a:lstStyle/>
          <a:p>
            <a:r>
              <a:rPr lang="fr-FR" sz="3200"/>
              <a:t>Exercice 1</a:t>
            </a:r>
          </a:p>
        </p:txBody>
      </p:sp>
      <p:sp>
        <p:nvSpPr>
          <p:cNvPr id="6" name="TextBox 5">
            <a:extLst>
              <a:ext uri="{FF2B5EF4-FFF2-40B4-BE49-F238E27FC236}">
                <a16:creationId xmlns:a16="http://schemas.microsoft.com/office/drawing/2014/main" id="{2D99F5B3-6466-4922-A52D-DD73D3CDE327}"/>
              </a:ext>
            </a:extLst>
          </p:cNvPr>
          <p:cNvSpPr txBox="1"/>
          <p:nvPr/>
        </p:nvSpPr>
        <p:spPr>
          <a:xfrm>
            <a:off x="124611" y="1446669"/>
            <a:ext cx="6492320" cy="3964662"/>
          </a:xfrm>
          <a:prstGeom prst="rect">
            <a:avLst/>
          </a:prstGeom>
          <a:noFill/>
        </p:spPr>
        <p:txBody>
          <a:bodyPr wrap="square" rtlCol="0">
            <a:noAutofit/>
          </a:bodyPr>
          <a:lstStyle/>
          <a:p>
            <a:r>
              <a:rPr lang="fr-FR" sz="1200" b="1" u="sng">
                <a:solidFill>
                  <a:srgbClr val="03234B"/>
                </a:solidFill>
              </a:rPr>
              <a:t>A partir de l’IDE configurer:</a:t>
            </a:r>
          </a:p>
          <a:p>
            <a:pPr marL="285750" indent="-285750">
              <a:buFont typeface="Wingdings" panose="05000000000000000000" pitchFamily="2" charset="2"/>
              <a:buChar char="q"/>
            </a:pPr>
            <a:r>
              <a:rPr lang="fr-FR" sz="1200">
                <a:solidFill>
                  <a:srgbClr val="03234B"/>
                </a:solidFill>
              </a:rPr>
              <a:t>Configurer l’ADC de la pin PA0 (voir slides précédents)</a:t>
            </a:r>
          </a:p>
          <a:p>
            <a:pPr marL="285750" indent="-285750">
              <a:buFont typeface="Wingdings" panose="05000000000000000000" pitchFamily="2" charset="2"/>
              <a:buChar char="q"/>
            </a:pPr>
            <a:r>
              <a:rPr lang="fr-FR" sz="1200">
                <a:solidFill>
                  <a:srgbClr val="03234B"/>
                </a:solidFill>
              </a:rPr>
              <a:t>Configurer le printf</a:t>
            </a:r>
          </a:p>
          <a:p>
            <a:pPr marL="285750" indent="-285750">
              <a:buFont typeface="Wingdings" panose="05000000000000000000" pitchFamily="2" charset="2"/>
              <a:buChar char="q"/>
            </a:pPr>
            <a:r>
              <a:rPr lang="fr-FR" sz="1200">
                <a:solidFill>
                  <a:srgbClr val="03234B"/>
                </a:solidFill>
              </a:rPr>
              <a:t>Configurer les LED0 à LED3 </a:t>
            </a:r>
          </a:p>
          <a:p>
            <a:pPr marL="285750" indent="-285750">
              <a:buFont typeface="Wingdings" panose="05000000000000000000" pitchFamily="2" charset="2"/>
              <a:buChar char="q"/>
            </a:pPr>
            <a:endParaRPr lang="fr-FR" sz="1200">
              <a:solidFill>
                <a:srgbClr val="03234B"/>
              </a:solidFill>
            </a:endParaRPr>
          </a:p>
          <a:p>
            <a:pPr marL="285750" indent="-285750">
              <a:buFont typeface="Wingdings" panose="05000000000000000000" pitchFamily="2" charset="2"/>
              <a:buChar char="q"/>
            </a:pPr>
            <a:endParaRPr lang="fr-FR" sz="1200">
              <a:solidFill>
                <a:srgbClr val="03234B"/>
              </a:solidFill>
            </a:endParaRPr>
          </a:p>
          <a:p>
            <a:r>
              <a:rPr lang="fr-FR" sz="1200" b="1" u="sng">
                <a:solidFill>
                  <a:srgbClr val="03234B"/>
                </a:solidFill>
              </a:rPr>
              <a:t>Dans le </a:t>
            </a:r>
            <a:r>
              <a:rPr lang="fr-FR" sz="1200" b="1" u="sng" err="1">
                <a:solidFill>
                  <a:srgbClr val="03234B"/>
                </a:solidFill>
              </a:rPr>
              <a:t>main.c</a:t>
            </a:r>
            <a:r>
              <a:rPr lang="fr-FR" sz="1200" b="1" u="sng">
                <a:solidFill>
                  <a:srgbClr val="03234B"/>
                </a:solidFill>
              </a:rPr>
              <a:t>:</a:t>
            </a:r>
          </a:p>
          <a:p>
            <a:pPr marL="285750" indent="-285750">
              <a:buFont typeface="Wingdings" panose="05000000000000000000" pitchFamily="2" charset="2"/>
              <a:buChar char="q"/>
            </a:pPr>
            <a:r>
              <a:rPr lang="fr-FR" sz="1200">
                <a:solidFill>
                  <a:srgbClr val="03234B"/>
                </a:solidFill>
              </a:rPr>
              <a:t>Déclarer une variable </a:t>
            </a:r>
            <a:r>
              <a:rPr lang="fr-FR" sz="1200" b="1">
                <a:solidFill>
                  <a:srgbClr val="03234B"/>
                </a:solidFill>
              </a:rPr>
              <a:t>uint32_t </a:t>
            </a:r>
            <a:r>
              <a:rPr lang="fr-FR" sz="1200" b="1" err="1">
                <a:solidFill>
                  <a:srgbClr val="03234B"/>
                </a:solidFill>
              </a:rPr>
              <a:t>digitalValue</a:t>
            </a:r>
            <a:r>
              <a:rPr lang="fr-FR" sz="1200" b="1">
                <a:solidFill>
                  <a:srgbClr val="03234B"/>
                </a:solidFill>
              </a:rPr>
              <a:t>=0; </a:t>
            </a:r>
            <a:r>
              <a:rPr lang="fr-FR" sz="1200">
                <a:solidFill>
                  <a:srgbClr val="03234B"/>
                </a:solidFill>
              </a:rPr>
              <a:t>que l’on va venir espionner.</a:t>
            </a:r>
          </a:p>
          <a:p>
            <a:pPr marL="285750" indent="-285750">
              <a:buFont typeface="Wingdings" panose="05000000000000000000" pitchFamily="2" charset="2"/>
              <a:buChar char="q"/>
            </a:pPr>
            <a:r>
              <a:rPr lang="fr-FR" sz="1200">
                <a:solidFill>
                  <a:srgbClr val="03234B"/>
                </a:solidFill>
              </a:rPr>
              <a:t>Ecrire la fonction </a:t>
            </a:r>
            <a:r>
              <a:rPr lang="fr-FR" sz="1200" err="1">
                <a:solidFill>
                  <a:srgbClr val="03234B"/>
                </a:solidFill>
              </a:rPr>
              <a:t>void</a:t>
            </a:r>
            <a:r>
              <a:rPr lang="fr-FR" sz="1200">
                <a:solidFill>
                  <a:srgbClr val="03234B"/>
                </a:solidFill>
              </a:rPr>
              <a:t> </a:t>
            </a:r>
            <a:r>
              <a:rPr lang="fr-FR" sz="1200" err="1">
                <a:solidFill>
                  <a:srgbClr val="03234B"/>
                </a:solidFill>
              </a:rPr>
              <a:t>adcFunction</a:t>
            </a:r>
            <a:r>
              <a:rPr lang="fr-FR" sz="1200">
                <a:solidFill>
                  <a:srgbClr val="03234B"/>
                </a:solidFill>
              </a:rPr>
              <a:t>() dont l’algorithme est le suivant:</a:t>
            </a:r>
          </a:p>
          <a:p>
            <a:pPr marL="742950" lvl="1" indent="-285750">
              <a:buFont typeface="Wingdings" panose="05000000000000000000" pitchFamily="2" charset="2"/>
              <a:buChar char="q"/>
            </a:pPr>
            <a:r>
              <a:rPr lang="fr-FR" sz="1200">
                <a:solidFill>
                  <a:srgbClr val="03234B"/>
                </a:solidFill>
              </a:rPr>
              <a:t>Démarre l’ADC </a:t>
            </a:r>
            <a:r>
              <a:rPr lang="fr-FR" sz="1200">
                <a:solidFill>
                  <a:srgbClr val="03234B"/>
                </a:solidFill>
                <a:highlight>
                  <a:srgbClr val="FFFF00"/>
                </a:highlight>
              </a:rPr>
              <a:t>(fonction HAL à trouver)</a:t>
            </a:r>
          </a:p>
          <a:p>
            <a:pPr marL="742950" lvl="1" indent="-285750">
              <a:buFont typeface="Wingdings" panose="05000000000000000000" pitchFamily="2" charset="2"/>
              <a:buChar char="q"/>
            </a:pPr>
            <a:r>
              <a:rPr lang="fr-FR" sz="1200">
                <a:solidFill>
                  <a:srgbClr val="03234B"/>
                </a:solidFill>
              </a:rPr>
              <a:t>Démarre la conversion sur 1 seconde max </a:t>
            </a:r>
            <a:r>
              <a:rPr lang="fr-FR" sz="1200">
                <a:solidFill>
                  <a:srgbClr val="03234B"/>
                </a:solidFill>
                <a:highlight>
                  <a:srgbClr val="FFFF00"/>
                </a:highlight>
              </a:rPr>
              <a:t>(fonction HAL à trouver)</a:t>
            </a:r>
          </a:p>
          <a:p>
            <a:pPr marL="742950" lvl="1" indent="-285750">
              <a:buFont typeface="Wingdings" panose="05000000000000000000" pitchFamily="2" charset="2"/>
              <a:buChar char="q"/>
            </a:pPr>
            <a:r>
              <a:rPr lang="fr-FR" sz="1200">
                <a:solidFill>
                  <a:srgbClr val="03234B"/>
                </a:solidFill>
              </a:rPr>
              <a:t>Récupération de la valeur convertie et affectation à la variable </a:t>
            </a:r>
            <a:r>
              <a:rPr lang="fr-FR" sz="1200" err="1">
                <a:solidFill>
                  <a:srgbClr val="03234B"/>
                </a:solidFill>
              </a:rPr>
              <a:t>digitalValue</a:t>
            </a:r>
            <a:endParaRPr lang="fr-FR" sz="1200">
              <a:solidFill>
                <a:srgbClr val="03234B"/>
              </a:solidFill>
            </a:endParaRPr>
          </a:p>
          <a:p>
            <a:pPr marL="1200150" lvl="2" indent="-285750">
              <a:buFont typeface="Wingdings" panose="05000000000000000000" pitchFamily="2" charset="2"/>
              <a:buChar char="q"/>
            </a:pPr>
            <a:r>
              <a:rPr lang="fr-FR" sz="1200">
                <a:solidFill>
                  <a:srgbClr val="03234B"/>
                </a:solidFill>
              </a:rPr>
              <a:t>(</a:t>
            </a:r>
            <a:r>
              <a:rPr lang="fr-FR" sz="1200" err="1">
                <a:solidFill>
                  <a:srgbClr val="03234B"/>
                </a:solidFill>
              </a:rPr>
              <a:t>digitalValue</a:t>
            </a:r>
            <a:r>
              <a:rPr lang="fr-FR" sz="1200">
                <a:solidFill>
                  <a:srgbClr val="03234B"/>
                </a:solidFill>
              </a:rPr>
              <a:t> = HAL_....;  </a:t>
            </a:r>
            <a:r>
              <a:rPr lang="fr-FR" sz="1200">
                <a:solidFill>
                  <a:srgbClr val="03234B"/>
                </a:solidFill>
                <a:highlight>
                  <a:srgbClr val="FFFF00"/>
                </a:highlight>
              </a:rPr>
              <a:t>fonction HAL à trouver</a:t>
            </a:r>
            <a:r>
              <a:rPr lang="fr-FR" sz="1200">
                <a:solidFill>
                  <a:srgbClr val="03234B"/>
                </a:solidFill>
              </a:rPr>
              <a:t>)</a:t>
            </a:r>
          </a:p>
          <a:p>
            <a:pPr marL="742950" lvl="1" indent="-285750">
              <a:buFont typeface="Wingdings" panose="05000000000000000000" pitchFamily="2" charset="2"/>
              <a:buChar char="q"/>
            </a:pPr>
            <a:r>
              <a:rPr lang="fr-FR" sz="1200">
                <a:solidFill>
                  <a:srgbClr val="03234B"/>
                </a:solidFill>
              </a:rPr>
              <a:t>Arrête l’ADC </a:t>
            </a:r>
            <a:r>
              <a:rPr lang="fr-FR" sz="1200">
                <a:solidFill>
                  <a:srgbClr val="03234B"/>
                </a:solidFill>
                <a:highlight>
                  <a:srgbClr val="FFFF00"/>
                </a:highlight>
              </a:rPr>
              <a:t>(fonction HAL à trouver)</a:t>
            </a:r>
          </a:p>
          <a:p>
            <a:pPr marL="742950" lvl="1" indent="-285750">
              <a:buFont typeface="Wingdings" panose="05000000000000000000" pitchFamily="2" charset="2"/>
              <a:buChar char="q"/>
            </a:pPr>
            <a:r>
              <a:rPr lang="fr-FR" sz="1200">
                <a:solidFill>
                  <a:srgbClr val="03234B"/>
                </a:solidFill>
              </a:rPr>
              <a:t>printf("ADC Value= %d\n", </a:t>
            </a:r>
            <a:r>
              <a:rPr lang="fr-FR" sz="1200" err="1">
                <a:solidFill>
                  <a:srgbClr val="03234B"/>
                </a:solidFill>
              </a:rPr>
              <a:t>digitalValue</a:t>
            </a:r>
            <a:r>
              <a:rPr lang="fr-FR" sz="1200">
                <a:solidFill>
                  <a:srgbClr val="03234B"/>
                </a:solidFill>
              </a:rPr>
              <a:t>);</a:t>
            </a:r>
          </a:p>
          <a:p>
            <a:pPr marL="742950" lvl="1" indent="-285750">
              <a:buFont typeface="Wingdings" panose="05000000000000000000" pitchFamily="2" charset="2"/>
              <a:buChar char="q"/>
            </a:pPr>
            <a:r>
              <a:rPr lang="fr-FR" sz="1200">
                <a:solidFill>
                  <a:srgbClr val="03234B"/>
                </a:solidFill>
              </a:rPr>
              <a:t>En fonction de la valeur de la variable </a:t>
            </a:r>
            <a:r>
              <a:rPr lang="fr-FR" sz="1200" err="1">
                <a:solidFill>
                  <a:srgbClr val="03234B"/>
                </a:solidFill>
              </a:rPr>
              <a:t>digitalValue</a:t>
            </a:r>
            <a:r>
              <a:rPr lang="fr-FR" sz="1200">
                <a:solidFill>
                  <a:srgbClr val="03234B"/>
                </a:solidFill>
              </a:rPr>
              <a:t>:</a:t>
            </a:r>
          </a:p>
          <a:p>
            <a:pPr marL="1200150" lvl="2" indent="-285750">
              <a:buFont typeface="Wingdings" panose="05000000000000000000" pitchFamily="2" charset="2"/>
              <a:buChar char="q"/>
            </a:pPr>
            <a:r>
              <a:rPr lang="fr-FR" sz="1200">
                <a:solidFill>
                  <a:srgbClr val="03234B"/>
                </a:solidFill>
              </a:rPr>
              <a:t>Si </a:t>
            </a:r>
            <a:r>
              <a:rPr lang="fr-FR" sz="1200" err="1">
                <a:solidFill>
                  <a:srgbClr val="03234B"/>
                </a:solidFill>
              </a:rPr>
              <a:t>digitalValue</a:t>
            </a:r>
            <a:r>
              <a:rPr lang="fr-FR" sz="1200">
                <a:solidFill>
                  <a:srgbClr val="03234B"/>
                </a:solidFill>
              </a:rPr>
              <a:t> &gt;0 : LED 0 ON, sinon LED0 OFF</a:t>
            </a:r>
          </a:p>
          <a:p>
            <a:pPr marL="1200150" lvl="2" indent="-285750">
              <a:buFont typeface="Wingdings" panose="05000000000000000000" pitchFamily="2" charset="2"/>
              <a:buChar char="q"/>
            </a:pPr>
            <a:r>
              <a:rPr lang="fr-FR" sz="1200">
                <a:solidFill>
                  <a:srgbClr val="03234B"/>
                </a:solidFill>
              </a:rPr>
              <a:t>Si </a:t>
            </a:r>
            <a:r>
              <a:rPr lang="fr-FR" sz="1200" err="1">
                <a:solidFill>
                  <a:srgbClr val="03234B"/>
                </a:solidFill>
              </a:rPr>
              <a:t>digitalValue</a:t>
            </a:r>
            <a:r>
              <a:rPr lang="fr-FR" sz="1200">
                <a:solidFill>
                  <a:srgbClr val="03234B"/>
                </a:solidFill>
              </a:rPr>
              <a:t> &gt;1000 : LED 1 ON, sinon LED1 OFF</a:t>
            </a:r>
          </a:p>
          <a:p>
            <a:pPr marL="1200150" lvl="2" indent="-285750">
              <a:buFont typeface="Wingdings" panose="05000000000000000000" pitchFamily="2" charset="2"/>
              <a:buChar char="q"/>
            </a:pPr>
            <a:r>
              <a:rPr lang="fr-FR" sz="1200">
                <a:solidFill>
                  <a:srgbClr val="03234B"/>
                </a:solidFill>
              </a:rPr>
              <a:t>Si </a:t>
            </a:r>
            <a:r>
              <a:rPr lang="fr-FR" sz="1200" err="1">
                <a:solidFill>
                  <a:srgbClr val="03234B"/>
                </a:solidFill>
              </a:rPr>
              <a:t>digitalValue</a:t>
            </a:r>
            <a:r>
              <a:rPr lang="fr-FR" sz="1200">
                <a:solidFill>
                  <a:srgbClr val="03234B"/>
                </a:solidFill>
              </a:rPr>
              <a:t> &gt;2000 : LED 2 ON, sinon LED2 OFF</a:t>
            </a:r>
          </a:p>
          <a:p>
            <a:pPr marL="1200150" lvl="2" indent="-285750">
              <a:buFont typeface="Wingdings" panose="05000000000000000000" pitchFamily="2" charset="2"/>
              <a:buChar char="q"/>
            </a:pPr>
            <a:r>
              <a:rPr lang="fr-FR" sz="1200">
                <a:solidFill>
                  <a:srgbClr val="03234B"/>
                </a:solidFill>
              </a:rPr>
              <a:t>Si </a:t>
            </a:r>
            <a:r>
              <a:rPr lang="fr-FR" sz="1200" err="1">
                <a:solidFill>
                  <a:srgbClr val="03234B"/>
                </a:solidFill>
              </a:rPr>
              <a:t>digitalValue</a:t>
            </a:r>
            <a:r>
              <a:rPr lang="fr-FR" sz="1200">
                <a:solidFill>
                  <a:srgbClr val="03234B"/>
                </a:solidFill>
              </a:rPr>
              <a:t> &gt;3000 : LED 3 ON, sinon LED3 OFF</a:t>
            </a:r>
          </a:p>
          <a:p>
            <a:pPr marL="1200150" lvl="2" indent="-285750">
              <a:buFont typeface="Wingdings" panose="05000000000000000000" pitchFamily="2" charset="2"/>
              <a:buChar char="q"/>
            </a:pPr>
            <a:endParaRPr lang="fr-FR" sz="1200">
              <a:solidFill>
                <a:srgbClr val="03234B"/>
              </a:solidFill>
            </a:endParaRPr>
          </a:p>
        </p:txBody>
      </p:sp>
      <p:pic>
        <p:nvPicPr>
          <p:cNvPr id="7" name="Picture 6">
            <a:extLst>
              <a:ext uri="{FF2B5EF4-FFF2-40B4-BE49-F238E27FC236}">
                <a16:creationId xmlns:a16="http://schemas.microsoft.com/office/drawing/2014/main" id="{0445B56C-20F7-4126-B98B-E98BE83CA331}"/>
              </a:ext>
            </a:extLst>
          </p:cNvPr>
          <p:cNvPicPr>
            <a:picLocks noChangeAspect="1"/>
          </p:cNvPicPr>
          <p:nvPr/>
        </p:nvPicPr>
        <p:blipFill>
          <a:blip r:embed="rId3"/>
          <a:stretch>
            <a:fillRect/>
          </a:stretch>
        </p:blipFill>
        <p:spPr>
          <a:xfrm>
            <a:off x="4943872" y="1210393"/>
            <a:ext cx="5413149" cy="1263313"/>
          </a:xfrm>
          <a:prstGeom prst="rect">
            <a:avLst/>
          </a:prstGeom>
        </p:spPr>
      </p:pic>
      <p:pic>
        <p:nvPicPr>
          <p:cNvPr id="8" name="Picture 7">
            <a:extLst>
              <a:ext uri="{FF2B5EF4-FFF2-40B4-BE49-F238E27FC236}">
                <a16:creationId xmlns:a16="http://schemas.microsoft.com/office/drawing/2014/main" id="{624B9EFC-F886-4A9D-9367-8ED5DB1529A0}"/>
              </a:ext>
            </a:extLst>
          </p:cNvPr>
          <p:cNvPicPr>
            <a:picLocks noChangeAspect="1"/>
          </p:cNvPicPr>
          <p:nvPr/>
        </p:nvPicPr>
        <p:blipFill>
          <a:blip r:embed="rId4"/>
          <a:stretch>
            <a:fillRect/>
          </a:stretch>
        </p:blipFill>
        <p:spPr>
          <a:xfrm>
            <a:off x="9747075" y="2778734"/>
            <a:ext cx="2318115" cy="3663867"/>
          </a:xfrm>
          <a:prstGeom prst="rect">
            <a:avLst/>
          </a:prstGeom>
        </p:spPr>
      </p:pic>
    </p:spTree>
    <p:extLst>
      <p:ext uri="{BB962C8B-B14F-4D97-AF65-F5344CB8AC3E}">
        <p14:creationId xmlns:p14="http://schemas.microsoft.com/office/powerpoint/2010/main" val="109809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91701F-1C97-48A1-B2E1-D0B0AAEA60CE}"/>
              </a:ext>
            </a:extLst>
          </p:cNvPr>
          <p:cNvSpPr>
            <a:spLocks noGrp="1"/>
          </p:cNvSpPr>
          <p:nvPr>
            <p:ph type="body" sz="quarter" idx="12"/>
          </p:nvPr>
        </p:nvSpPr>
        <p:spPr>
          <a:xfrm>
            <a:off x="119063" y="115888"/>
            <a:ext cx="10153650" cy="720725"/>
          </a:xfrm>
        </p:spPr>
        <p:txBody>
          <a:bodyPr>
            <a:normAutofit/>
          </a:bodyPr>
          <a:lstStyle/>
          <a:p>
            <a:r>
              <a:rPr lang="fr-FR" sz="3200"/>
              <a:t>Exercice 1 (suite)</a:t>
            </a:r>
          </a:p>
        </p:txBody>
      </p:sp>
      <p:sp>
        <p:nvSpPr>
          <p:cNvPr id="6" name="TextBox 5">
            <a:extLst>
              <a:ext uri="{FF2B5EF4-FFF2-40B4-BE49-F238E27FC236}">
                <a16:creationId xmlns:a16="http://schemas.microsoft.com/office/drawing/2014/main" id="{2D99F5B3-6466-4922-A52D-DD73D3CDE327}"/>
              </a:ext>
            </a:extLst>
          </p:cNvPr>
          <p:cNvSpPr txBox="1"/>
          <p:nvPr/>
        </p:nvSpPr>
        <p:spPr>
          <a:xfrm>
            <a:off x="124611" y="2526789"/>
            <a:ext cx="6492320" cy="1804422"/>
          </a:xfrm>
          <a:prstGeom prst="rect">
            <a:avLst/>
          </a:prstGeom>
          <a:noFill/>
        </p:spPr>
        <p:txBody>
          <a:bodyPr wrap="square" rtlCol="0">
            <a:noAutofit/>
          </a:bodyPr>
          <a:lstStyle/>
          <a:p>
            <a:pPr marL="1200150" lvl="2" indent="-285750">
              <a:buFont typeface="Wingdings" panose="05000000000000000000" pitchFamily="2" charset="2"/>
              <a:buChar char="q"/>
            </a:pPr>
            <a:endParaRPr lang="fr-FR" sz="1200">
              <a:solidFill>
                <a:srgbClr val="03234B"/>
              </a:solidFill>
            </a:endParaRPr>
          </a:p>
          <a:p>
            <a:r>
              <a:rPr lang="fr-FR" sz="1200" b="1" u="sng">
                <a:solidFill>
                  <a:srgbClr val="03234B"/>
                </a:solidFill>
              </a:rPr>
              <a:t>En mode </a:t>
            </a:r>
            <a:r>
              <a:rPr lang="fr-FR" sz="1200" b="1" u="sng" err="1">
                <a:solidFill>
                  <a:srgbClr val="03234B"/>
                </a:solidFill>
              </a:rPr>
              <a:t>debug</a:t>
            </a:r>
            <a:r>
              <a:rPr lang="fr-FR" sz="1200" b="1" u="sng">
                <a:solidFill>
                  <a:srgbClr val="03234B"/>
                </a:solidFill>
              </a:rPr>
              <a:t>:</a:t>
            </a:r>
          </a:p>
          <a:p>
            <a:pPr marL="285750" indent="-285750">
              <a:buFont typeface="Wingdings" panose="05000000000000000000" pitchFamily="2" charset="2"/>
              <a:buChar char="q"/>
            </a:pPr>
            <a:r>
              <a:rPr lang="fr-FR" sz="1200">
                <a:solidFill>
                  <a:srgbClr val="03234B"/>
                </a:solidFill>
              </a:rPr>
              <a:t>Lancer le code avec le bouton résume </a:t>
            </a:r>
          </a:p>
          <a:p>
            <a:pPr marL="285750" indent="-285750">
              <a:buFont typeface="Wingdings" panose="05000000000000000000" pitchFamily="2" charset="2"/>
              <a:buChar char="q"/>
            </a:pPr>
            <a:r>
              <a:rPr lang="fr-FR" sz="1200">
                <a:solidFill>
                  <a:srgbClr val="03234B"/>
                </a:solidFill>
              </a:rPr>
              <a:t>Tourner le potentiomètre RV2 </a:t>
            </a:r>
            <a:r>
              <a:rPr lang="fr-FR" sz="1200">
                <a:solidFill>
                  <a:srgbClr val="E6007E"/>
                </a:solidFill>
              </a:rPr>
              <a:t>(ou RV1 il se peut qu’il y ait une inversion dans la documentation de la carte COOLab…)</a:t>
            </a:r>
          </a:p>
          <a:p>
            <a:pPr marL="285750" indent="-285750">
              <a:buFont typeface="Wingdings" panose="05000000000000000000" pitchFamily="2" charset="2"/>
              <a:buChar char="q"/>
            </a:pPr>
            <a:r>
              <a:rPr lang="fr-FR" sz="1200">
                <a:solidFill>
                  <a:srgbClr val="03234B"/>
                </a:solidFill>
              </a:rPr>
              <a:t>Espionner la variable </a:t>
            </a:r>
            <a:r>
              <a:rPr lang="fr-FR" sz="1200" err="1">
                <a:solidFill>
                  <a:srgbClr val="03234B"/>
                </a:solidFill>
              </a:rPr>
              <a:t>digitalValue</a:t>
            </a:r>
            <a:r>
              <a:rPr lang="fr-FR" sz="1200">
                <a:solidFill>
                  <a:srgbClr val="03234B"/>
                </a:solidFill>
              </a:rPr>
              <a:t> sur le graphique comme pour les TP précédents avec la fenêtre SWV Data Trace Timeline Graph (penser à utiliser le bouton «  loupe moins» pour augmenter l’axe du temps afin d’avoir une meilleure vue de votre graphe)</a:t>
            </a:r>
          </a:p>
        </p:txBody>
      </p:sp>
      <p:pic>
        <p:nvPicPr>
          <p:cNvPr id="9" name="Picture 8">
            <a:extLst>
              <a:ext uri="{FF2B5EF4-FFF2-40B4-BE49-F238E27FC236}">
                <a16:creationId xmlns:a16="http://schemas.microsoft.com/office/drawing/2014/main" id="{1D030E17-70E5-4FBB-A4B7-67C5F6AECE1B}"/>
              </a:ext>
            </a:extLst>
          </p:cNvPr>
          <p:cNvPicPr>
            <a:picLocks noChangeAspect="1"/>
          </p:cNvPicPr>
          <p:nvPr/>
        </p:nvPicPr>
        <p:blipFill>
          <a:blip r:embed="rId4"/>
          <a:stretch>
            <a:fillRect/>
          </a:stretch>
        </p:blipFill>
        <p:spPr>
          <a:xfrm>
            <a:off x="6616931" y="2085968"/>
            <a:ext cx="3460971" cy="4184159"/>
          </a:xfrm>
          <a:prstGeom prst="rect">
            <a:avLst/>
          </a:prstGeom>
        </p:spPr>
      </p:pic>
      <p:cxnSp>
        <p:nvCxnSpPr>
          <p:cNvPr id="10" name="Straight Arrow Connector 9">
            <a:extLst>
              <a:ext uri="{FF2B5EF4-FFF2-40B4-BE49-F238E27FC236}">
                <a16:creationId xmlns:a16="http://schemas.microsoft.com/office/drawing/2014/main" id="{A037BF5F-AB05-440D-A872-57F80E75D520}"/>
              </a:ext>
            </a:extLst>
          </p:cNvPr>
          <p:cNvCxnSpPr>
            <a:cxnSpLocks/>
          </p:cNvCxnSpPr>
          <p:nvPr/>
        </p:nvCxnSpPr>
        <p:spPr>
          <a:xfrm flipV="1">
            <a:off x="6384032" y="2460567"/>
            <a:ext cx="2626964" cy="1256465"/>
          </a:xfrm>
          <a:prstGeom prst="straightConnector1">
            <a:avLst/>
          </a:prstGeom>
          <a:ln w="19050">
            <a:solidFill>
              <a:srgbClr val="E6007E"/>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095C85B-3307-4F60-A294-54BA277579E1}"/>
              </a:ext>
            </a:extLst>
          </p:cNvPr>
          <p:cNvCxnSpPr>
            <a:cxnSpLocks/>
          </p:cNvCxnSpPr>
          <p:nvPr/>
        </p:nvCxnSpPr>
        <p:spPr>
          <a:xfrm>
            <a:off x="5879976" y="4005064"/>
            <a:ext cx="3588220" cy="2162413"/>
          </a:xfrm>
          <a:prstGeom prst="straightConnector1">
            <a:avLst/>
          </a:prstGeom>
          <a:ln w="19050">
            <a:solidFill>
              <a:srgbClr val="E6007E"/>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2110891"/>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91701F-1C97-48A1-B2E1-D0B0AAEA60CE}"/>
              </a:ext>
            </a:extLst>
          </p:cNvPr>
          <p:cNvSpPr>
            <a:spLocks noGrp="1"/>
          </p:cNvSpPr>
          <p:nvPr>
            <p:ph type="body" sz="quarter" idx="12"/>
          </p:nvPr>
        </p:nvSpPr>
        <p:spPr>
          <a:xfrm>
            <a:off x="119063" y="115888"/>
            <a:ext cx="10153650" cy="720725"/>
          </a:xfrm>
        </p:spPr>
        <p:txBody>
          <a:bodyPr>
            <a:normAutofit/>
          </a:bodyPr>
          <a:lstStyle/>
          <a:p>
            <a:r>
              <a:rPr lang="fr-FR" sz="3200"/>
              <a:t>Exercice 1 Résultat</a:t>
            </a:r>
          </a:p>
        </p:txBody>
      </p:sp>
      <p:pic>
        <p:nvPicPr>
          <p:cNvPr id="6" name="Picture 5">
            <a:extLst>
              <a:ext uri="{FF2B5EF4-FFF2-40B4-BE49-F238E27FC236}">
                <a16:creationId xmlns:a16="http://schemas.microsoft.com/office/drawing/2014/main" id="{7459E4E8-37B3-4D9F-A768-FB66A70E8B31}"/>
              </a:ext>
            </a:extLst>
          </p:cNvPr>
          <p:cNvPicPr>
            <a:picLocks noChangeAspect="1"/>
          </p:cNvPicPr>
          <p:nvPr/>
        </p:nvPicPr>
        <p:blipFill>
          <a:blip r:embed="rId4"/>
          <a:stretch>
            <a:fillRect/>
          </a:stretch>
        </p:blipFill>
        <p:spPr>
          <a:xfrm>
            <a:off x="40445" y="1388225"/>
            <a:ext cx="12111113" cy="3807721"/>
          </a:xfrm>
          <a:prstGeom prst="rect">
            <a:avLst/>
          </a:prstGeom>
        </p:spPr>
      </p:pic>
    </p:spTree>
    <p:extLst>
      <p:ext uri="{BB962C8B-B14F-4D97-AF65-F5344CB8AC3E}">
        <p14:creationId xmlns:p14="http://schemas.microsoft.com/office/powerpoint/2010/main" val="3215587010"/>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F99BC1DC-5791-D5E6-0DBB-B4BDA447691E}"/>
              </a:ext>
            </a:extLst>
          </p:cNvPr>
          <p:cNvSpPr>
            <a:spLocks noGrp="1"/>
          </p:cNvSpPr>
          <p:nvPr>
            <p:ph type="body" sz="quarter" idx="12"/>
          </p:nvPr>
        </p:nvSpPr>
        <p:spPr>
          <a:xfrm>
            <a:off x="119063" y="115888"/>
            <a:ext cx="10153650" cy="720725"/>
          </a:xfrm>
        </p:spPr>
        <p:txBody>
          <a:bodyPr>
            <a:normAutofit/>
          </a:bodyPr>
          <a:lstStyle/>
          <a:p>
            <a:r>
              <a:rPr lang="en-US" sz="3200"/>
              <a:t>Buzzer exercice</a:t>
            </a:r>
          </a:p>
        </p:txBody>
      </p:sp>
      <p:sp>
        <p:nvSpPr>
          <p:cNvPr id="5" name="Espace réservé du texte 4">
            <a:extLst>
              <a:ext uri="{FF2B5EF4-FFF2-40B4-BE49-F238E27FC236}">
                <a16:creationId xmlns:a16="http://schemas.microsoft.com/office/drawing/2014/main" id="{36E61059-4C9E-053B-28AC-415185C9DF55}"/>
              </a:ext>
            </a:extLst>
          </p:cNvPr>
          <p:cNvSpPr>
            <a:spLocks noGrp="1"/>
          </p:cNvSpPr>
          <p:nvPr>
            <p:ph type="body" sz="quarter" idx="13"/>
          </p:nvPr>
        </p:nvSpPr>
        <p:spPr>
          <a:xfrm>
            <a:off x="7248128" y="1636473"/>
            <a:ext cx="2160513" cy="2015877"/>
          </a:xfrm>
        </p:spPr>
        <p:txBody>
          <a:bodyPr>
            <a:normAutofit fontScale="70000" lnSpcReduction="20000"/>
          </a:bodyPr>
          <a:lstStyle/>
          <a:p>
            <a:r>
              <a:rPr lang="en-US"/>
              <a:t>C4 (Do): 261.63 Hz</a:t>
            </a:r>
          </a:p>
          <a:p>
            <a:r>
              <a:rPr lang="en-US"/>
              <a:t>D4 (</a:t>
            </a:r>
            <a:r>
              <a:rPr lang="en-US" err="1"/>
              <a:t>Ré</a:t>
            </a:r>
            <a:r>
              <a:rPr lang="en-US"/>
              <a:t>): 293.66 Hz</a:t>
            </a:r>
          </a:p>
          <a:p>
            <a:r>
              <a:rPr lang="en-US"/>
              <a:t>E4(Mi): 329.63 Hz</a:t>
            </a:r>
          </a:p>
          <a:p>
            <a:r>
              <a:rPr lang="en-US"/>
              <a:t>F4(Fa): 349.23 Hz</a:t>
            </a:r>
          </a:p>
          <a:p>
            <a:r>
              <a:rPr lang="en-US"/>
              <a:t>G4(Sol): 392.00 Hz</a:t>
            </a:r>
          </a:p>
          <a:p>
            <a:r>
              <a:rPr lang="en-US"/>
              <a:t>A4(La): 440.00 Hz</a:t>
            </a:r>
          </a:p>
          <a:p>
            <a:r>
              <a:rPr lang="en-US"/>
              <a:t>B4(Si): 493.88 Hz</a:t>
            </a:r>
          </a:p>
          <a:p>
            <a:endParaRPr lang="en-US"/>
          </a:p>
        </p:txBody>
      </p:sp>
      <p:grpSp>
        <p:nvGrpSpPr>
          <p:cNvPr id="6" name="Groupe 5">
            <a:extLst>
              <a:ext uri="{FF2B5EF4-FFF2-40B4-BE49-F238E27FC236}">
                <a16:creationId xmlns:a16="http://schemas.microsoft.com/office/drawing/2014/main" id="{DCAE202D-690D-32AD-5D97-A39370C2FA92}"/>
              </a:ext>
            </a:extLst>
          </p:cNvPr>
          <p:cNvGrpSpPr>
            <a:grpSpLocks noChangeAspect="1"/>
          </p:cNvGrpSpPr>
          <p:nvPr/>
        </p:nvGrpSpPr>
        <p:grpSpPr>
          <a:xfrm>
            <a:off x="407302" y="2348571"/>
            <a:ext cx="4538531" cy="1498641"/>
            <a:chOff x="289049" y="1257112"/>
            <a:chExt cx="4798846" cy="1584598"/>
          </a:xfrm>
        </p:grpSpPr>
        <p:pic>
          <p:nvPicPr>
            <p:cNvPr id="7" name="Image 6">
              <a:extLst>
                <a:ext uri="{FF2B5EF4-FFF2-40B4-BE49-F238E27FC236}">
                  <a16:creationId xmlns:a16="http://schemas.microsoft.com/office/drawing/2014/main" id="{B5359664-09E7-F734-EF0A-097BFE8A1F11}"/>
                </a:ext>
              </a:extLst>
            </p:cNvPr>
            <p:cNvPicPr>
              <a:picLocks noChangeAspect="1"/>
            </p:cNvPicPr>
            <p:nvPr/>
          </p:nvPicPr>
          <p:blipFill rotWithShape="1">
            <a:blip r:embed="rId4"/>
            <a:srcRect r="60725" b="33154"/>
            <a:stretch/>
          </p:blipFill>
          <p:spPr>
            <a:xfrm>
              <a:off x="289049" y="1257112"/>
              <a:ext cx="1918507" cy="1451808"/>
            </a:xfrm>
            <a:prstGeom prst="rect">
              <a:avLst/>
            </a:prstGeom>
          </p:spPr>
        </p:pic>
        <p:pic>
          <p:nvPicPr>
            <p:cNvPr id="8" name="Image 7">
              <a:extLst>
                <a:ext uri="{FF2B5EF4-FFF2-40B4-BE49-F238E27FC236}">
                  <a16:creationId xmlns:a16="http://schemas.microsoft.com/office/drawing/2014/main" id="{E2DC6BEE-C76D-8F0F-FE57-13C6A639A466}"/>
                </a:ext>
              </a:extLst>
            </p:cNvPr>
            <p:cNvPicPr>
              <a:picLocks noChangeAspect="1"/>
            </p:cNvPicPr>
            <p:nvPr/>
          </p:nvPicPr>
          <p:blipFill rotWithShape="1">
            <a:blip r:embed="rId4"/>
            <a:srcRect l="41036" t="66816"/>
            <a:stretch/>
          </p:blipFill>
          <p:spPr>
            <a:xfrm>
              <a:off x="2207567" y="2120984"/>
              <a:ext cx="2880328" cy="720726"/>
            </a:xfrm>
            <a:prstGeom prst="rect">
              <a:avLst/>
            </a:prstGeom>
          </p:spPr>
        </p:pic>
      </p:grpSp>
      <p:sp>
        <p:nvSpPr>
          <p:cNvPr id="14" name="ZoneTexte 13">
            <a:extLst>
              <a:ext uri="{FF2B5EF4-FFF2-40B4-BE49-F238E27FC236}">
                <a16:creationId xmlns:a16="http://schemas.microsoft.com/office/drawing/2014/main" id="{27662934-4B25-D3E2-0C9A-948787D1A229}"/>
              </a:ext>
            </a:extLst>
          </p:cNvPr>
          <p:cNvSpPr txBox="1"/>
          <p:nvPr/>
        </p:nvSpPr>
        <p:spPr>
          <a:xfrm>
            <a:off x="695400" y="4253025"/>
            <a:ext cx="10801200" cy="690875"/>
          </a:xfrm>
          <a:prstGeom prst="rect">
            <a:avLst/>
          </a:prstGeom>
          <a:noFill/>
        </p:spPr>
        <p:txBody>
          <a:bodyPr wrap="square">
            <a:noAutofit/>
          </a:bodyPr>
          <a:lstStyle/>
          <a:p>
            <a:r>
              <a:rPr lang="en-US">
                <a:solidFill>
                  <a:srgbClr val="03234B"/>
                </a:solidFill>
              </a:rPr>
              <a:t>Period = (</a:t>
            </a:r>
            <a:r>
              <a:rPr lang="en-US" err="1">
                <a:solidFill>
                  <a:srgbClr val="03234B"/>
                </a:solidFill>
              </a:rPr>
              <a:t>timer_clock</a:t>
            </a:r>
            <a:r>
              <a:rPr lang="en-US">
                <a:solidFill>
                  <a:srgbClr val="03234B"/>
                </a:solidFill>
              </a:rPr>
              <a:t> / (</a:t>
            </a:r>
            <a:r>
              <a:rPr lang="en-US" err="1">
                <a:solidFill>
                  <a:srgbClr val="03234B"/>
                </a:solidFill>
              </a:rPr>
              <a:t>prescaler</a:t>
            </a:r>
            <a:r>
              <a:rPr lang="en-US">
                <a:solidFill>
                  <a:srgbClr val="03234B"/>
                </a:solidFill>
              </a:rPr>
              <a:t> - 1)) / frequency - 1; </a:t>
            </a:r>
            <a:r>
              <a:rPr lang="en-US">
                <a:solidFill>
                  <a:srgbClr val="03234B"/>
                </a:solidFill>
                <a:sym typeface="Wingdings" panose="05000000000000000000" pitchFamily="2" charset="2"/>
              </a:rPr>
              <a:t> </a:t>
            </a:r>
            <a:r>
              <a:rPr lang="en-US">
                <a:solidFill>
                  <a:srgbClr val="03234B"/>
                </a:solidFill>
              </a:rPr>
              <a:t>Period  = (32000000 / (32- 1)) / 440 – 1 = 2351</a:t>
            </a:r>
          </a:p>
          <a:p>
            <a:r>
              <a:rPr lang="en-US">
                <a:solidFill>
                  <a:srgbClr val="03234B"/>
                </a:solidFill>
              </a:rPr>
              <a:t>Pulse = 1175</a:t>
            </a:r>
          </a:p>
          <a:p>
            <a:r>
              <a:rPr lang="en-US">
                <a:solidFill>
                  <a:srgbClr val="03234B"/>
                </a:solidFill>
                <a:sym typeface="Wingdings" panose="05000000000000000000" pitchFamily="2" charset="2"/>
              </a:rPr>
              <a:t> </a:t>
            </a:r>
            <a:endParaRPr lang="en-US">
              <a:solidFill>
                <a:srgbClr val="03234B"/>
              </a:solidFill>
            </a:endParaRPr>
          </a:p>
        </p:txBody>
      </p:sp>
      <p:sp>
        <p:nvSpPr>
          <p:cNvPr id="17" name="ZoneTexte 15">
            <a:extLst>
              <a:ext uri="{FF2B5EF4-FFF2-40B4-BE49-F238E27FC236}">
                <a16:creationId xmlns:a16="http://schemas.microsoft.com/office/drawing/2014/main" id="{0ABD7893-1F59-3488-5B24-F90E3DDE719F}"/>
              </a:ext>
            </a:extLst>
          </p:cNvPr>
          <p:cNvSpPr txBox="1"/>
          <p:nvPr/>
        </p:nvSpPr>
        <p:spPr>
          <a:xfrm>
            <a:off x="947428" y="5013176"/>
            <a:ext cx="10297145" cy="1008112"/>
          </a:xfrm>
          <a:prstGeom prst="rect">
            <a:avLst/>
          </a:prstGeom>
          <a:noFill/>
        </p:spPr>
        <p:txBody>
          <a:bodyPr wrap="square">
            <a:noAutofit/>
          </a:bodyPr>
          <a:lstStyle/>
          <a:p>
            <a:r>
              <a:rPr lang="fr-FR" u="sng">
                <a:solidFill>
                  <a:srgbClr val="03234B"/>
                </a:solidFill>
              </a:rPr>
              <a:t>Règle de 3: </a:t>
            </a:r>
            <a:r>
              <a:rPr lang="fr-FR">
                <a:solidFill>
                  <a:srgbClr val="03234B"/>
                </a:solidFill>
              </a:rPr>
              <a:t>(4096 * 3) / 3,3 = 3723,6</a:t>
            </a:r>
            <a:br>
              <a:rPr lang="fr-FR">
                <a:solidFill>
                  <a:srgbClr val="03234B"/>
                </a:solidFill>
              </a:rPr>
            </a:br>
            <a:br>
              <a:rPr lang="fr-FR">
                <a:solidFill>
                  <a:srgbClr val="03234B"/>
                </a:solidFill>
              </a:rPr>
            </a:br>
            <a:r>
              <a:rPr lang="fr-FR">
                <a:solidFill>
                  <a:srgbClr val="03234B"/>
                </a:solidFill>
              </a:rPr>
              <a:t>Donc lorsque la Valeur de </a:t>
            </a:r>
            <a:r>
              <a:rPr lang="fr-FR" err="1">
                <a:solidFill>
                  <a:srgbClr val="03234B"/>
                </a:solidFill>
              </a:rPr>
              <a:t>digitalValue</a:t>
            </a:r>
            <a:r>
              <a:rPr lang="fr-FR">
                <a:solidFill>
                  <a:srgbClr val="03234B"/>
                </a:solidFill>
              </a:rPr>
              <a:t> est &gt; à 3723 le buzzer doit sonner à la fréquence calculée </a:t>
            </a:r>
          </a:p>
        </p:txBody>
      </p:sp>
      <p:sp>
        <p:nvSpPr>
          <p:cNvPr id="18" name="ZoneTexte 15">
            <a:extLst>
              <a:ext uri="{FF2B5EF4-FFF2-40B4-BE49-F238E27FC236}">
                <a16:creationId xmlns:a16="http://schemas.microsoft.com/office/drawing/2014/main" id="{92589635-B9B2-FBBA-A80E-FC700E0118BA}"/>
              </a:ext>
            </a:extLst>
          </p:cNvPr>
          <p:cNvSpPr txBox="1"/>
          <p:nvPr/>
        </p:nvSpPr>
        <p:spPr>
          <a:xfrm>
            <a:off x="119063" y="976971"/>
            <a:ext cx="8776592" cy="447395"/>
          </a:xfrm>
          <a:prstGeom prst="rect">
            <a:avLst/>
          </a:prstGeom>
          <a:noFill/>
        </p:spPr>
        <p:txBody>
          <a:bodyPr wrap="square">
            <a:noAutofit/>
          </a:bodyPr>
          <a:lstStyle/>
          <a:p>
            <a:r>
              <a:rPr lang="fr-FR">
                <a:solidFill>
                  <a:srgbClr val="03234B"/>
                </a:solidFill>
              </a:rPr>
              <a:t>Objectif faire sonner le buzzer lorsque la valeur de de la tension analogique est &gt; 3V</a:t>
            </a:r>
          </a:p>
        </p:txBody>
      </p:sp>
      <p:sp>
        <p:nvSpPr>
          <p:cNvPr id="19" name="ZoneTexte 15">
            <a:extLst>
              <a:ext uri="{FF2B5EF4-FFF2-40B4-BE49-F238E27FC236}">
                <a16:creationId xmlns:a16="http://schemas.microsoft.com/office/drawing/2014/main" id="{BEC4DC4B-8F84-47B6-3754-4456C662D0EA}"/>
              </a:ext>
            </a:extLst>
          </p:cNvPr>
          <p:cNvSpPr txBox="1"/>
          <p:nvPr/>
        </p:nvSpPr>
        <p:spPr>
          <a:xfrm>
            <a:off x="119063" y="1412775"/>
            <a:ext cx="6408712" cy="447395"/>
          </a:xfrm>
          <a:prstGeom prst="rect">
            <a:avLst/>
          </a:prstGeom>
          <a:noFill/>
        </p:spPr>
        <p:txBody>
          <a:bodyPr wrap="square">
            <a:noAutofit/>
          </a:bodyPr>
          <a:lstStyle/>
          <a:p>
            <a:r>
              <a:rPr lang="fr-FR">
                <a:solidFill>
                  <a:srgbClr val="03234B"/>
                </a:solidFill>
              </a:rPr>
              <a:t>On choisit une note qui correspond à une fréquence donnée:</a:t>
            </a:r>
          </a:p>
        </p:txBody>
      </p:sp>
      <p:sp>
        <p:nvSpPr>
          <p:cNvPr id="20" name="ZoneTexte 15">
            <a:extLst>
              <a:ext uri="{FF2B5EF4-FFF2-40B4-BE49-F238E27FC236}">
                <a16:creationId xmlns:a16="http://schemas.microsoft.com/office/drawing/2014/main" id="{5C61CC70-DA9F-B526-BD89-AD5AB93896DE}"/>
              </a:ext>
            </a:extLst>
          </p:cNvPr>
          <p:cNvSpPr txBox="1"/>
          <p:nvPr/>
        </p:nvSpPr>
        <p:spPr>
          <a:xfrm>
            <a:off x="119063" y="1908001"/>
            <a:ext cx="6841033" cy="447395"/>
          </a:xfrm>
          <a:prstGeom prst="rect">
            <a:avLst/>
          </a:prstGeom>
          <a:noFill/>
        </p:spPr>
        <p:txBody>
          <a:bodyPr wrap="square">
            <a:noAutofit/>
          </a:bodyPr>
          <a:lstStyle/>
          <a:p>
            <a:r>
              <a:rPr lang="fr-FR">
                <a:solidFill>
                  <a:srgbClr val="03234B"/>
                </a:solidFill>
              </a:rPr>
              <a:t>On utilise l’équation du TP3 sur les timers pour en extraire la période:</a:t>
            </a:r>
          </a:p>
        </p:txBody>
      </p:sp>
    </p:spTree>
    <p:extLst>
      <p:ext uri="{BB962C8B-B14F-4D97-AF65-F5344CB8AC3E}">
        <p14:creationId xmlns:p14="http://schemas.microsoft.com/office/powerpoint/2010/main" val="596059263"/>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765B143-6B64-D0BF-1195-200051B3B764}"/>
              </a:ext>
            </a:extLst>
          </p:cNvPr>
          <p:cNvSpPr>
            <a:spLocks noGrp="1"/>
          </p:cNvSpPr>
          <p:nvPr>
            <p:ph type="body" sz="quarter" idx="12"/>
          </p:nvPr>
        </p:nvSpPr>
        <p:spPr/>
        <p:txBody>
          <a:bodyPr/>
          <a:lstStyle/>
          <a:p>
            <a:r>
              <a:rPr lang="fr-FR" sz="3200"/>
              <a:t>Utilisation</a:t>
            </a:r>
            <a:r>
              <a:rPr lang="en-US" sz="3200"/>
              <a:t> du watchdog de l’ADC</a:t>
            </a:r>
          </a:p>
        </p:txBody>
      </p:sp>
      <p:pic>
        <p:nvPicPr>
          <p:cNvPr id="3" name="Picture 2">
            <a:extLst>
              <a:ext uri="{FF2B5EF4-FFF2-40B4-BE49-F238E27FC236}">
                <a16:creationId xmlns:a16="http://schemas.microsoft.com/office/drawing/2014/main" id="{04E751B1-DC38-C53E-BD7F-2FF15471D634}"/>
              </a:ext>
            </a:extLst>
          </p:cNvPr>
          <p:cNvPicPr>
            <a:picLocks noChangeAspect="1"/>
          </p:cNvPicPr>
          <p:nvPr/>
        </p:nvPicPr>
        <p:blipFill>
          <a:blip r:embed="rId2"/>
          <a:stretch>
            <a:fillRect/>
          </a:stretch>
        </p:blipFill>
        <p:spPr>
          <a:xfrm>
            <a:off x="263352" y="846694"/>
            <a:ext cx="5202557" cy="5246601"/>
          </a:xfrm>
          <a:prstGeom prst="rect">
            <a:avLst/>
          </a:prstGeom>
        </p:spPr>
      </p:pic>
      <p:sp>
        <p:nvSpPr>
          <p:cNvPr id="6" name="Rectangle 5">
            <a:extLst>
              <a:ext uri="{FF2B5EF4-FFF2-40B4-BE49-F238E27FC236}">
                <a16:creationId xmlns:a16="http://schemas.microsoft.com/office/drawing/2014/main" id="{C71098E3-5BAD-2A04-317B-B9AE35FADEC7}"/>
              </a:ext>
            </a:extLst>
          </p:cNvPr>
          <p:cNvSpPr/>
          <p:nvPr/>
        </p:nvSpPr>
        <p:spPr>
          <a:xfrm>
            <a:off x="2639617" y="5157192"/>
            <a:ext cx="2160240" cy="854114"/>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pic>
        <p:nvPicPr>
          <p:cNvPr id="8" name="Picture 7">
            <a:extLst>
              <a:ext uri="{FF2B5EF4-FFF2-40B4-BE49-F238E27FC236}">
                <a16:creationId xmlns:a16="http://schemas.microsoft.com/office/drawing/2014/main" id="{C3DAF756-45A5-9A00-C001-AE617605E21D}"/>
              </a:ext>
            </a:extLst>
          </p:cNvPr>
          <p:cNvPicPr>
            <a:picLocks noChangeAspect="1"/>
          </p:cNvPicPr>
          <p:nvPr/>
        </p:nvPicPr>
        <p:blipFill>
          <a:blip r:embed="rId3"/>
          <a:stretch>
            <a:fillRect/>
          </a:stretch>
        </p:blipFill>
        <p:spPr>
          <a:xfrm>
            <a:off x="6456040" y="1268760"/>
            <a:ext cx="4182059" cy="1200318"/>
          </a:xfrm>
          <a:prstGeom prst="rect">
            <a:avLst/>
          </a:prstGeom>
        </p:spPr>
      </p:pic>
      <p:pic>
        <p:nvPicPr>
          <p:cNvPr id="10" name="Picture 9">
            <a:extLst>
              <a:ext uri="{FF2B5EF4-FFF2-40B4-BE49-F238E27FC236}">
                <a16:creationId xmlns:a16="http://schemas.microsoft.com/office/drawing/2014/main" id="{A7157A37-3FF4-7CA3-DFAD-FD5F04274909}"/>
              </a:ext>
            </a:extLst>
          </p:cNvPr>
          <p:cNvPicPr>
            <a:picLocks noChangeAspect="1"/>
          </p:cNvPicPr>
          <p:nvPr/>
        </p:nvPicPr>
        <p:blipFill>
          <a:blip r:embed="rId4"/>
          <a:stretch>
            <a:fillRect/>
          </a:stretch>
        </p:blipFill>
        <p:spPr>
          <a:xfrm>
            <a:off x="6456040" y="3388658"/>
            <a:ext cx="5363323" cy="2000529"/>
          </a:xfrm>
          <a:prstGeom prst="rect">
            <a:avLst/>
          </a:prstGeom>
        </p:spPr>
      </p:pic>
    </p:spTree>
    <p:extLst>
      <p:ext uri="{BB962C8B-B14F-4D97-AF65-F5344CB8AC3E}">
        <p14:creationId xmlns:p14="http://schemas.microsoft.com/office/powerpoint/2010/main" val="6920629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7e29489c09c3c63187c2677341ee6319b0e3d0"/>
</p:tagLst>
</file>

<file path=ppt/theme/theme1.xml><?xml version="1.0" encoding="utf-8"?>
<a:theme xmlns:a="http://schemas.openxmlformats.org/drawingml/2006/main" name="ST PowerPoint Template 16x9">
  <a:themeElements>
    <a:clrScheme name="STMicroelectronics 2021">
      <a:dk1>
        <a:srgbClr val="03234B"/>
      </a:dk1>
      <a:lt1>
        <a:srgbClr val="FFFFFF"/>
      </a:lt1>
      <a:dk2>
        <a:srgbClr val="464650"/>
      </a:dk2>
      <a:lt2>
        <a:srgbClr val="E8E8E9"/>
      </a:lt2>
      <a:accent1>
        <a:srgbClr val="03234B"/>
      </a:accent1>
      <a:accent2>
        <a:srgbClr val="E6007E"/>
      </a:accent2>
      <a:accent3>
        <a:srgbClr val="3CB4E6"/>
      </a:accent3>
      <a:accent4>
        <a:srgbClr val="FFD200"/>
      </a:accent4>
      <a:accent5>
        <a:srgbClr val="49B170"/>
      </a:accent5>
      <a:accent6>
        <a:srgbClr val="8C0078"/>
      </a:accent6>
      <a:hlink>
        <a:srgbClr val="3CB4E6"/>
      </a:hlink>
      <a:folHlink>
        <a:srgbClr val="3CB4E6"/>
      </a:folHlink>
    </a:clrScheme>
    <a:fontScheme name="ST BRAND 201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buClr>
            <a:schemeClr val="bg1"/>
          </a:buCl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2225">
          <a:headEnd type="none"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defPPr>
      </a:lstStyle>
    </a:txDef>
  </a:objectDefaults>
  <a:extraClrSchemeLst/>
  <a:extLst>
    <a:ext uri="{05A4C25C-085E-4340-85A3-A5531E510DB2}">
      <thm15:themeFamily xmlns:thm15="http://schemas.microsoft.com/office/thememl/2012/main" name="ST_Template_[16-9].potx" id="{CD5ACC94-6E44-41CD-AD84-5EC23CEA07C9}" vid="{AE223C04-3F7D-4337-AA9C-E9D20F57FFE9}"/>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ureau">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b5b0a18-0ac8-40ff-9dda-cbf02757ab37">
      <Terms xmlns="http://schemas.microsoft.com/office/infopath/2007/PartnerControls"/>
    </lcf76f155ced4ddcb4097134ff3c332f>
    <TaxCatchAll xmlns="0cb2f437-beb1-4687-8ff2-788330b5ca7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862CCF50953A34F8DA5C30A590C3005" ma:contentTypeVersion="11" ma:contentTypeDescription="Crée un document." ma:contentTypeScope="" ma:versionID="e7d8b9f836649573da8f0cf44141a357">
  <xsd:schema xmlns:xsd="http://www.w3.org/2001/XMLSchema" xmlns:xs="http://www.w3.org/2001/XMLSchema" xmlns:p="http://schemas.microsoft.com/office/2006/metadata/properties" xmlns:ns2="1b5b0a18-0ac8-40ff-9dda-cbf02757ab37" xmlns:ns3="0cb2f437-beb1-4687-8ff2-788330b5ca72" targetNamespace="http://schemas.microsoft.com/office/2006/metadata/properties" ma:root="true" ma:fieldsID="2a292ad2c614c2f769c1958b5880bc7d" ns2:_="" ns3:_="">
    <xsd:import namespace="1b5b0a18-0ac8-40ff-9dda-cbf02757ab37"/>
    <xsd:import namespace="0cb2f437-beb1-4687-8ff2-788330b5ca7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5b0a18-0ac8-40ff-9dda-cbf02757ab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bafe7f-9857-4f22-abd8-d347ad85f089"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cb2f437-beb1-4687-8ff2-788330b5ca7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6637468-d8fd-43cf-95be-15fffd0247d3}" ma:internalName="TaxCatchAll" ma:showField="CatchAllData" ma:web="0cb2f437-beb1-4687-8ff2-788330b5ca7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3C9DBC-2F9A-4C2A-9095-02901C12122B}">
  <ds:schemaRefs>
    <ds:schemaRef ds:uri="http://schemas.microsoft.com/sharepoint/v3/contenttype/forms"/>
  </ds:schemaRefs>
</ds:datastoreItem>
</file>

<file path=customXml/itemProps2.xml><?xml version="1.0" encoding="utf-8"?>
<ds:datastoreItem xmlns:ds="http://schemas.openxmlformats.org/officeDocument/2006/customXml" ds:itemID="{0EADB4B4-4CD2-4DDB-8FB5-163083A918CC}">
  <ds:schemaRefs>
    <ds:schemaRef ds:uri="089cdac0-8684-4bdc-8c80-fe5fe0837837"/>
    <ds:schemaRef ds:uri="0cb2f437-beb1-4687-8ff2-788330b5ca72"/>
    <ds:schemaRef ds:uri="1b5b0a18-0ac8-40ff-9dda-cbf02757ab37"/>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AB069CA-0256-4A78-9395-AEFE495F8C9D}">
  <ds:schemaRefs>
    <ds:schemaRef ds:uri="0cb2f437-beb1-4687-8ff2-788330b5ca72"/>
    <ds:schemaRef ds:uri="1b5b0a18-0ac8-40ff-9dda-cbf02757ab3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f8c7287-838c-46dd-b281-b1140229e67a}" enabled="1" method="Privileged" siteId="{75e027c9-20d5-47d5-b82f-77d7cd041e8f}"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Grand écran</PresentationFormat>
  <Slides>17</Slides>
  <Notes>16</Notes>
  <HiddenSlides>0</HiddenSlides>
  <ScaleCrop>false</ScaleCrop>
  <HeadingPairs>
    <vt:vector size="4" baseType="variant">
      <vt:variant>
        <vt:lpstr>Thème</vt:lpstr>
      </vt:variant>
      <vt:variant>
        <vt:i4>1</vt:i4>
      </vt:variant>
      <vt:variant>
        <vt:lpstr>Titres des diapositives</vt:lpstr>
      </vt:variant>
      <vt:variant>
        <vt:i4>17</vt:i4>
      </vt:variant>
    </vt:vector>
  </HeadingPairs>
  <TitlesOfParts>
    <vt:vector size="18" baseType="lpstr">
      <vt:lpstr>ST PowerPoint Template 16x9</vt:lpstr>
      <vt:lpstr>TP05 – ADC STM32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Jean Louis Scotto di Quaquero</dc:creator>
  <cp:keywords/>
  <dc:description/>
  <cp:revision>3</cp:revision>
  <dcterms:created xsi:type="dcterms:W3CDTF">2019-08-27T13:56:49Z</dcterms:created>
  <dcterms:modified xsi:type="dcterms:W3CDTF">2026-03-11T07:44:46Z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0x0101007862CCF50953A34F8DA5C30A590C3005</vt:lpwstr>
  </property>
  <property fmtid="{D5CDD505-2E9C-101B-9397-08002B2CF9AE}" pid="3" name="MediaServiceImageTags">
    <vt:lpwstr/>
  </property>
</Properties>
</file>