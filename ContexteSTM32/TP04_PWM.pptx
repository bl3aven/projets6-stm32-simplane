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266_2A151BBB.xml" ContentType="application/vnd.ms-powerpoint.comments+xml"/>
  <Override PartName="/ppt/notesSlides/notesSlide3.xml" ContentType="application/vnd.openxmlformats-officedocument.presentationml.notesSlide+xml"/>
  <Override PartName="/ppt/comments/modernComment_230_94904F0A.xml" ContentType="application/vnd.ms-powerpoint.comments+xml"/>
  <Override PartName="/ppt/notesSlides/notesSlide4.xml" ContentType="application/vnd.openxmlformats-officedocument.presentationml.notesSlide+xml"/>
  <Override PartName="/ppt/comments/modernComment_231_1C0F636C.xml" ContentType="application/vnd.ms-powerpoint.comments+xml"/>
  <Override PartName="/ppt/notesSlides/notesSlide5.xml" ContentType="application/vnd.openxmlformats-officedocument.presentationml.notesSlide+xml"/>
  <Override PartName="/ppt/comments/modernComment_232_9ED40683.xml" ContentType="application/vnd.ms-powerpoint.comments+xml"/>
  <Override PartName="/ppt/notesSlides/notesSlide6.xml" ContentType="application/vnd.openxmlformats-officedocument.presentationml.notesSlide+xml"/>
  <Override PartName="/ppt/comments/modernComment_233_EABC1E9B.xml" ContentType="application/vnd.ms-powerpoint.comments+xml"/>
  <Override PartName="/ppt/notesSlides/notesSlide7.xml" ContentType="application/vnd.openxmlformats-officedocument.presentationml.notesSlide+xml"/>
  <Override PartName="/ppt/comments/modernComment_234_31E06ECB.xml" ContentType="application/vnd.ms-powerpoint.comments+xml"/>
  <Override PartName="/ppt/notesSlides/notesSlide8.xml" ContentType="application/vnd.openxmlformats-officedocument.presentationml.notesSlide+xml"/>
  <Override PartName="/ppt/comments/modernComment_236_CB86751E.xml" ContentType="application/vnd.ms-powerpoint.comments+xml"/>
  <Override PartName="/ppt/notesSlides/notesSlide9.xml" ContentType="application/vnd.openxmlformats-officedocument.presentationml.notesSlide+xml"/>
  <Override PartName="/ppt/comments/modernComment_235_1ACB5DA3.xml" ContentType="application/vnd.ms-powerpoint.comments+xml"/>
  <Override PartName="/ppt/notesSlides/notesSlide10.xml" ContentType="application/vnd.openxmlformats-officedocument.presentationml.notesSlide+xml"/>
  <Override PartName="/ppt/comments/modernComment_237_7B4F0A3D.xml" ContentType="application/vnd.ms-powerpoint.comments+xml"/>
  <Override PartName="/ppt/notesSlides/notesSlide11.xml" ContentType="application/vnd.openxmlformats-officedocument.presentationml.notesSlide+xml"/>
  <Override PartName="/ppt/comments/modernComment_238_4D069D4.xml" ContentType="application/vnd.ms-powerpoint.comments+xml"/>
  <Override PartName="/ppt/notesSlides/notesSlide12.xml" ContentType="application/vnd.openxmlformats-officedocument.presentationml.notesSlide+xml"/>
  <Override PartName="/ppt/comments/modernComment_239_700E270B.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23A_E336B13C.xml" ContentType="application/vnd.ms-powerpoint.comments+xml"/>
  <Override PartName="/ppt/notesSlides/notesSlide15.xml" ContentType="application/vnd.openxmlformats-officedocument.presentationml.notesSlide+xml"/>
  <Override PartName="/ppt/comments/modernComment_23B_410C15DC.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23C_1533A919.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0" r:id="rId4"/>
  </p:sldMasterIdLst>
  <p:notesMasterIdLst>
    <p:notesMasterId r:id="rId26"/>
  </p:notesMasterIdLst>
  <p:handoutMasterIdLst>
    <p:handoutMasterId r:id="rId27"/>
  </p:handoutMasterIdLst>
  <p:sldIdLst>
    <p:sldId id="613" r:id="rId5"/>
    <p:sldId id="614" r:id="rId6"/>
    <p:sldId id="560" r:id="rId7"/>
    <p:sldId id="561" r:id="rId8"/>
    <p:sldId id="562" r:id="rId9"/>
    <p:sldId id="563" r:id="rId10"/>
    <p:sldId id="564" r:id="rId11"/>
    <p:sldId id="566" r:id="rId12"/>
    <p:sldId id="565" r:id="rId13"/>
    <p:sldId id="567" r:id="rId14"/>
    <p:sldId id="568" r:id="rId15"/>
    <p:sldId id="569" r:id="rId16"/>
    <p:sldId id="615" r:id="rId17"/>
    <p:sldId id="570" r:id="rId18"/>
    <p:sldId id="571" r:id="rId19"/>
    <p:sldId id="616" r:id="rId20"/>
    <p:sldId id="572" r:id="rId21"/>
    <p:sldId id="617" r:id="rId22"/>
    <p:sldId id="618" r:id="rId23"/>
    <p:sldId id="619" r:id="rId24"/>
    <p:sldId id="620" r:id="rId25"/>
  </p:sldIdLst>
  <p:sldSz cx="12192000" cy="6858000"/>
  <p:notesSz cx="6858000" cy="9144000"/>
  <p:custDataLst>
    <p:tags r:id="rId28"/>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3893CF6-DB1A-4DF7-A6D9-074A1E8936B9}">
          <p14:sldIdLst>
            <p14:sldId id="613"/>
            <p14:sldId id="614"/>
            <p14:sldId id="560"/>
            <p14:sldId id="561"/>
            <p14:sldId id="562"/>
            <p14:sldId id="563"/>
            <p14:sldId id="564"/>
            <p14:sldId id="566"/>
            <p14:sldId id="565"/>
            <p14:sldId id="567"/>
            <p14:sldId id="568"/>
            <p14:sldId id="569"/>
            <p14:sldId id="615"/>
            <p14:sldId id="570"/>
            <p14:sldId id="571"/>
            <p14:sldId id="616"/>
            <p14:sldId id="572"/>
            <p14:sldId id="617"/>
            <p14:sldId id="618"/>
            <p14:sldId id="619"/>
            <p14:sldId id="62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5CD6D8-3140-9AED-417C-67238DA3D55A}" name="Julien TERRIER" initials="JT" userId="S::julien.terrier@st.com::e38a7381-6e71-427d-838c-0275fc209b8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4E"/>
    <a:srgbClr val="151BFF"/>
    <a:srgbClr val="00529B"/>
    <a:srgbClr val="20D654"/>
    <a:srgbClr val="28F20C"/>
    <a:srgbClr val="20DF15"/>
    <a:srgbClr val="E30613"/>
    <a:srgbClr val="F08109"/>
    <a:srgbClr val="EF178C"/>
    <a:srgbClr val="2388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Style clair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Style moyen 3 - Accentuation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8034E78-7F5D-4C2E-B375-FC64B27BC917}" styleName="Style foncé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Style foncé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16" autoAdjust="0"/>
    <p:restoredTop sz="81285" autoAdjust="0"/>
  </p:normalViewPr>
  <p:slideViewPr>
    <p:cSldViewPr>
      <p:cViewPr varScale="1">
        <p:scale>
          <a:sx n="59" d="100"/>
          <a:sy n="59" d="100"/>
        </p:scale>
        <p:origin x="1037" y="274"/>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p:cViewPr varScale="1">
        <p:scale>
          <a:sx n="88" d="100"/>
          <a:sy n="88" d="100"/>
        </p:scale>
        <p:origin x="3822"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en TERRIER" userId="e38a7381-6e71-427d-838c-0275fc209b82" providerId="ADAL" clId="{D977C151-2B8E-49C8-84F0-A6794AF8119F}"/>
    <pc:docChg chg="undo custSel addSld delSld modSld delMainMaster modMainMaster modSection">
      <pc:chgData name="Julien TERRIER" userId="e38a7381-6e71-427d-838c-0275fc209b82" providerId="ADAL" clId="{D977C151-2B8E-49C8-84F0-A6794AF8119F}" dt="2024-10-04T09:28:10.093" v="2294" actId="1076"/>
      <pc:docMkLst>
        <pc:docMk/>
      </pc:docMkLst>
      <pc:sldChg chg="addSp delSp modSp del mod modTransition addCm modCm chgLayout modNotes">
        <pc:chgData name="Julien TERRIER" userId="e38a7381-6e71-427d-838c-0275fc209b82" providerId="ADAL" clId="{D977C151-2B8E-49C8-84F0-A6794AF8119F}" dt="2024-09-10T13:40:04.537" v="912" actId="47"/>
        <pc:sldMkLst>
          <pc:docMk/>
          <pc:sldMk cId="1232820293" sldId="461"/>
        </pc:sldMkLst>
        <pc:extLst>
          <p:ext xmlns:p="http://schemas.openxmlformats.org/presentationml/2006/main" uri="{D6D511B9-2390-475A-947B-AFAB55BFBCF1}">
            <pc226:cmChg xmlns:pc226="http://schemas.microsoft.com/office/powerpoint/2022/06/main/command" chg="add mod">
              <pc226:chgData name="Julien TERRIER" userId="e38a7381-6e71-427d-838c-0275fc209b82" providerId="ADAL" clId="{D977C151-2B8E-49C8-84F0-A6794AF8119F}" dt="2024-09-10T13:38:30.137" v="721" actId="1589"/>
              <pc2:cmMkLst xmlns:pc2="http://schemas.microsoft.com/office/powerpoint/2019/9/main/command">
                <pc:docMk/>
                <pc:sldMk cId="1232820293" sldId="461"/>
                <pc2:cmMk id="{1A10E1CC-2D12-4FD9-B67E-040161E11DE1}"/>
              </pc2:cmMkLst>
            </pc226:cmChg>
          </p:ext>
        </pc:extLst>
      </pc:sldChg>
      <pc:sldChg chg="addSp delSp modSp del mod modTransition addCm modCm chgLayout modNotes">
        <pc:chgData name="Julien TERRIER" userId="e38a7381-6e71-427d-838c-0275fc209b82" providerId="ADAL" clId="{D977C151-2B8E-49C8-84F0-A6794AF8119F}" dt="2024-09-10T13:43:34.751" v="1075" actId="2696"/>
        <pc:sldMkLst>
          <pc:docMk/>
          <pc:sldMk cId="4113719392" sldId="559"/>
        </pc:sldMkLst>
        <pc:extLst>
          <p:ext xmlns:p="http://schemas.openxmlformats.org/presentationml/2006/main" uri="{D6D511B9-2390-475A-947B-AFAB55BFBCF1}">
            <pc226:cmChg xmlns:pc226="http://schemas.microsoft.com/office/powerpoint/2022/06/main/command" chg="add mod">
              <pc226:chgData name="Julien TERRIER" userId="e38a7381-6e71-427d-838c-0275fc209b82" providerId="ADAL" clId="{D977C151-2B8E-49C8-84F0-A6794AF8119F}" dt="2024-09-10T13:38:30.153" v="723" actId="1589"/>
              <pc2:cmMkLst xmlns:pc2="http://schemas.microsoft.com/office/powerpoint/2019/9/main/command">
                <pc:docMk/>
                <pc:sldMk cId="4113719392" sldId="559"/>
                <pc2:cmMk id="{6059346D-8216-48E2-8445-42B84B4397CC}"/>
              </pc2:cmMkLst>
            </pc226:cmChg>
          </p:ext>
        </pc:extLst>
      </pc:sldChg>
      <pc:sldChg chg="addSp delSp modSp mod modTransition addCm modCm chgLayout modNotes">
        <pc:chgData name="Julien TERRIER" userId="e38a7381-6e71-427d-838c-0275fc209b82" providerId="ADAL" clId="{D977C151-2B8E-49C8-84F0-A6794AF8119F}" dt="2024-09-10T13:44:43.292" v="1100" actId="1076"/>
        <pc:sldMkLst>
          <pc:docMk/>
          <pc:sldMk cId="2492485386" sldId="560"/>
        </pc:sldMkLst>
        <pc:extLst>
          <p:ext xmlns:p="http://schemas.openxmlformats.org/presentationml/2006/main" uri="{D6D511B9-2390-475A-947B-AFAB55BFBCF1}">
            <pc226:cmChg xmlns:pc226="http://schemas.microsoft.com/office/powerpoint/2022/06/main/command" chg="add mod">
              <pc226:chgData name="Julien TERRIER" userId="e38a7381-6e71-427d-838c-0275fc209b82" providerId="ADAL" clId="{D977C151-2B8E-49C8-84F0-A6794AF8119F}" dt="2024-09-10T13:38:30.184" v="725" actId="1589"/>
              <pc2:cmMkLst xmlns:pc2="http://schemas.microsoft.com/office/powerpoint/2019/9/main/command">
                <pc:docMk/>
                <pc:sldMk cId="2492485386" sldId="560"/>
                <pc2:cmMk id="{B94D20E4-302B-4C0E-85BD-238E6F11A651}"/>
              </pc2:cmMkLst>
            </pc226:cmChg>
          </p:ext>
        </pc:extLst>
      </pc:sldChg>
      <pc:sldChg chg="addSp delSp modSp mod modTransition addCm modCm chgLayout modNotes">
        <pc:chgData name="Julien TERRIER" userId="e38a7381-6e71-427d-838c-0275fc209b82" providerId="ADAL" clId="{D977C151-2B8E-49C8-84F0-A6794AF8119F}" dt="2024-09-10T13:47:32.984" v="1329" actId="790"/>
        <pc:sldMkLst>
          <pc:docMk/>
          <pc:sldMk cId="470770540" sldId="561"/>
        </pc:sldMkLst>
        <pc:extLst>
          <p:ext xmlns:p="http://schemas.openxmlformats.org/presentationml/2006/main" uri="{D6D511B9-2390-475A-947B-AFAB55BFBCF1}">
            <pc226:cmChg xmlns:pc226="http://schemas.microsoft.com/office/powerpoint/2022/06/main/command" chg="add mod">
              <pc226:chgData name="Julien TERRIER" userId="e38a7381-6e71-427d-838c-0275fc209b82" providerId="ADAL" clId="{D977C151-2B8E-49C8-84F0-A6794AF8119F}" dt="2024-09-10T13:38:30.200" v="727" actId="1589"/>
              <pc2:cmMkLst xmlns:pc2="http://schemas.microsoft.com/office/powerpoint/2019/9/main/command">
                <pc:docMk/>
                <pc:sldMk cId="470770540" sldId="561"/>
                <pc2:cmMk id="{420F2D91-52BB-4264-9C5B-437EEA905FE4}"/>
              </pc2:cmMkLst>
            </pc226:cmChg>
          </p:ext>
        </pc:extLst>
      </pc:sldChg>
      <pc:sldChg chg="addSp delSp modSp mod modTransition addCm modCm chgLayout modNotes">
        <pc:chgData name="Julien TERRIER" userId="e38a7381-6e71-427d-838c-0275fc209b82" providerId="ADAL" clId="{D977C151-2B8E-49C8-84F0-A6794AF8119F}" dt="2024-10-04T09:02:46.853" v="2292" actId="478"/>
        <pc:sldMkLst>
          <pc:docMk/>
          <pc:sldMk cId="2664695427" sldId="562"/>
        </pc:sldMkLst>
        <pc:extLst>
          <p:ext xmlns:p="http://schemas.openxmlformats.org/presentationml/2006/main" uri="{D6D511B9-2390-475A-947B-AFAB55BFBCF1}">
            <pc226:cmChg xmlns:pc226="http://schemas.microsoft.com/office/powerpoint/2022/06/main/command" chg="add mod">
              <pc226:chgData name="Julien TERRIER" userId="e38a7381-6e71-427d-838c-0275fc209b82" providerId="ADAL" clId="{D977C151-2B8E-49C8-84F0-A6794AF8119F}" dt="2024-09-10T13:38:30.231" v="729" actId="1589"/>
              <pc2:cmMkLst xmlns:pc2="http://schemas.microsoft.com/office/powerpoint/2019/9/main/command">
                <pc:docMk/>
                <pc:sldMk cId="2664695427" sldId="562"/>
                <pc2:cmMk id="{A845196E-CD75-48DF-B413-E95CCB66D848}"/>
              </pc2:cmMkLst>
            </pc226:cmChg>
          </p:ext>
        </pc:extLst>
      </pc:sldChg>
      <pc:sldChg chg="addSp delSp modSp mod modTransition addCm modCm chgLayout modNotes">
        <pc:chgData name="Julien TERRIER" userId="e38a7381-6e71-427d-838c-0275fc209b82" providerId="ADAL" clId="{D977C151-2B8E-49C8-84F0-A6794AF8119F}" dt="2024-09-10T13:50:34.684" v="1375" actId="790"/>
        <pc:sldMkLst>
          <pc:docMk/>
          <pc:sldMk cId="3938197147" sldId="563"/>
        </pc:sldMkLst>
        <pc:extLst>
          <p:ext xmlns:p="http://schemas.openxmlformats.org/presentationml/2006/main" uri="{D6D511B9-2390-475A-947B-AFAB55BFBCF1}">
            <pc226:cmChg xmlns:pc226="http://schemas.microsoft.com/office/powerpoint/2022/06/main/command" chg="add mod">
              <pc226:chgData name="Julien TERRIER" userId="e38a7381-6e71-427d-838c-0275fc209b82" providerId="ADAL" clId="{D977C151-2B8E-49C8-84F0-A6794AF8119F}" dt="2024-09-10T13:38:30.263" v="731" actId="1589"/>
              <pc2:cmMkLst xmlns:pc2="http://schemas.microsoft.com/office/powerpoint/2019/9/main/command">
                <pc:docMk/>
                <pc:sldMk cId="3938197147" sldId="563"/>
                <pc2:cmMk id="{CD8614DC-80CF-4557-A28D-A656D1C9A409}"/>
              </pc2:cmMkLst>
            </pc226:cmChg>
          </p:ext>
        </pc:extLst>
      </pc:sldChg>
      <pc:sldChg chg="addSp delSp modSp mod modTransition addCm modCm chgLayout modNotes">
        <pc:chgData name="Julien TERRIER" userId="e38a7381-6e71-427d-838c-0275fc209b82" providerId="ADAL" clId="{D977C151-2B8E-49C8-84F0-A6794AF8119F}" dt="2024-09-10T13:51:02.783" v="1377" actId="14100"/>
        <pc:sldMkLst>
          <pc:docMk/>
          <pc:sldMk cId="836792011" sldId="564"/>
        </pc:sldMkLst>
        <pc:extLst>
          <p:ext xmlns:p="http://schemas.openxmlformats.org/presentationml/2006/main" uri="{D6D511B9-2390-475A-947B-AFAB55BFBCF1}">
            <pc226:cmChg xmlns:pc226="http://schemas.microsoft.com/office/powerpoint/2022/06/main/command" chg="add mod">
              <pc226:chgData name="Julien TERRIER" userId="e38a7381-6e71-427d-838c-0275fc209b82" providerId="ADAL" clId="{D977C151-2B8E-49C8-84F0-A6794AF8119F}" dt="2024-09-10T13:38:30.294" v="733" actId="1589"/>
              <pc2:cmMkLst xmlns:pc2="http://schemas.microsoft.com/office/powerpoint/2019/9/main/command">
                <pc:docMk/>
                <pc:sldMk cId="836792011" sldId="564"/>
                <pc2:cmMk id="{3EF0F995-98F4-4531-AFB1-7B2FB4BD13AD}"/>
              </pc2:cmMkLst>
            </pc226:cmChg>
          </p:ext>
        </pc:extLst>
      </pc:sldChg>
      <pc:sldChg chg="addSp delSp modSp mod modTransition addCm modCm chgLayout modNotes">
        <pc:chgData name="Julien TERRIER" userId="e38a7381-6e71-427d-838c-0275fc209b82" providerId="ADAL" clId="{D977C151-2B8E-49C8-84F0-A6794AF8119F}" dt="2024-09-10T13:52:49.963" v="1398" actId="403"/>
        <pc:sldMkLst>
          <pc:docMk/>
          <pc:sldMk cId="449535395" sldId="565"/>
        </pc:sldMkLst>
        <pc:extLst>
          <p:ext xmlns:p="http://schemas.openxmlformats.org/presentationml/2006/main" uri="{D6D511B9-2390-475A-947B-AFAB55BFBCF1}">
            <pc226:cmChg xmlns:pc226="http://schemas.microsoft.com/office/powerpoint/2022/06/main/command" chg="add mod">
              <pc226:chgData name="Julien TERRIER" userId="e38a7381-6e71-427d-838c-0275fc209b82" providerId="ADAL" clId="{D977C151-2B8E-49C8-84F0-A6794AF8119F}" dt="2024-09-10T13:38:30.326" v="737" actId="1589"/>
              <pc2:cmMkLst xmlns:pc2="http://schemas.microsoft.com/office/powerpoint/2019/9/main/command">
                <pc:docMk/>
                <pc:sldMk cId="449535395" sldId="565"/>
                <pc2:cmMk id="{DB2313DB-DC43-4603-B3BB-21A54C9E8323}"/>
              </pc2:cmMkLst>
            </pc226:cmChg>
          </p:ext>
        </pc:extLst>
      </pc:sldChg>
      <pc:sldChg chg="addSp delSp modSp mod modTransition addCm modCm chgLayout modNotes">
        <pc:chgData name="Julien TERRIER" userId="e38a7381-6e71-427d-838c-0275fc209b82" providerId="ADAL" clId="{D977C151-2B8E-49C8-84F0-A6794AF8119F}" dt="2024-09-10T13:51:43.325" v="1382" actId="403"/>
        <pc:sldMkLst>
          <pc:docMk/>
          <pc:sldMk cId="3414586654" sldId="566"/>
        </pc:sldMkLst>
        <pc:extLst>
          <p:ext xmlns:p="http://schemas.openxmlformats.org/presentationml/2006/main" uri="{D6D511B9-2390-475A-947B-AFAB55BFBCF1}">
            <pc226:cmChg xmlns:pc226="http://schemas.microsoft.com/office/powerpoint/2022/06/main/command" chg="add mod">
              <pc226:chgData name="Julien TERRIER" userId="e38a7381-6e71-427d-838c-0275fc209b82" providerId="ADAL" clId="{D977C151-2B8E-49C8-84F0-A6794AF8119F}" dt="2024-09-10T13:38:30.310" v="735" actId="1589"/>
              <pc2:cmMkLst xmlns:pc2="http://schemas.microsoft.com/office/powerpoint/2019/9/main/command">
                <pc:docMk/>
                <pc:sldMk cId="3414586654" sldId="566"/>
                <pc2:cmMk id="{1992DB1E-8E71-43CB-BF23-F04F7C6CA079}"/>
              </pc2:cmMkLst>
            </pc226:cmChg>
          </p:ext>
        </pc:extLst>
      </pc:sldChg>
      <pc:sldChg chg="addSp delSp modSp mod modTransition addCm modCm chgLayout modNotes">
        <pc:chgData name="Julien TERRIER" userId="e38a7381-6e71-427d-838c-0275fc209b82" providerId="ADAL" clId="{D977C151-2B8E-49C8-84F0-A6794AF8119F}" dt="2024-09-10T13:53:48.649" v="1408" actId="33524"/>
        <pc:sldMkLst>
          <pc:docMk/>
          <pc:sldMk cId="2068777533" sldId="567"/>
        </pc:sldMkLst>
        <pc:extLst>
          <p:ext xmlns:p="http://schemas.openxmlformats.org/presentationml/2006/main" uri="{D6D511B9-2390-475A-947B-AFAB55BFBCF1}">
            <pc226:cmChg xmlns:pc226="http://schemas.microsoft.com/office/powerpoint/2022/06/main/command" chg="add mod">
              <pc226:chgData name="Julien TERRIER" userId="e38a7381-6e71-427d-838c-0275fc209b82" providerId="ADAL" clId="{D977C151-2B8E-49C8-84F0-A6794AF8119F}" dt="2024-09-10T13:38:30.357" v="739" actId="1589"/>
              <pc2:cmMkLst xmlns:pc2="http://schemas.microsoft.com/office/powerpoint/2019/9/main/command">
                <pc:docMk/>
                <pc:sldMk cId="2068777533" sldId="567"/>
                <pc2:cmMk id="{61AAA2E6-0913-4ED5-9E35-99C4270A34EA}"/>
              </pc2:cmMkLst>
            </pc226:cmChg>
          </p:ext>
        </pc:extLst>
      </pc:sldChg>
      <pc:sldChg chg="addSp delSp modSp mod modTransition addCm modCm chgLayout modNotes">
        <pc:chgData name="Julien TERRIER" userId="e38a7381-6e71-427d-838c-0275fc209b82" providerId="ADAL" clId="{D977C151-2B8E-49C8-84F0-A6794AF8119F}" dt="2024-09-10T13:54:59.664" v="1421" actId="478"/>
        <pc:sldMkLst>
          <pc:docMk/>
          <pc:sldMk cId="80767444" sldId="568"/>
        </pc:sldMkLst>
        <pc:extLst>
          <p:ext xmlns:p="http://schemas.openxmlformats.org/presentationml/2006/main" uri="{D6D511B9-2390-475A-947B-AFAB55BFBCF1}">
            <pc226:cmChg xmlns:pc226="http://schemas.microsoft.com/office/powerpoint/2022/06/main/command" chg="add mod">
              <pc226:chgData name="Julien TERRIER" userId="e38a7381-6e71-427d-838c-0275fc209b82" providerId="ADAL" clId="{D977C151-2B8E-49C8-84F0-A6794AF8119F}" dt="2024-09-10T13:38:30.373" v="741" actId="1589"/>
              <pc2:cmMkLst xmlns:pc2="http://schemas.microsoft.com/office/powerpoint/2019/9/main/command">
                <pc:docMk/>
                <pc:sldMk cId="80767444" sldId="568"/>
                <pc2:cmMk id="{79CB3DF0-B74E-405D-8EEA-D161A60ED5C5}"/>
              </pc2:cmMkLst>
            </pc226:cmChg>
          </p:ext>
        </pc:extLst>
      </pc:sldChg>
      <pc:sldChg chg="addSp delSp modSp mod modTransition addCm modCm chgLayout modNotes">
        <pc:chgData name="Julien TERRIER" userId="e38a7381-6e71-427d-838c-0275fc209b82" providerId="ADAL" clId="{D977C151-2B8E-49C8-84F0-A6794AF8119F}" dt="2024-10-04T09:28:10.093" v="2294" actId="1076"/>
        <pc:sldMkLst>
          <pc:docMk/>
          <pc:sldMk cId="1879975691" sldId="569"/>
        </pc:sldMkLst>
        <pc:extLst>
          <p:ext xmlns:p="http://schemas.openxmlformats.org/presentationml/2006/main" uri="{D6D511B9-2390-475A-947B-AFAB55BFBCF1}">
            <pc226:cmChg xmlns:pc226="http://schemas.microsoft.com/office/powerpoint/2022/06/main/command" chg="add mod">
              <pc226:chgData name="Julien TERRIER" userId="e38a7381-6e71-427d-838c-0275fc209b82" providerId="ADAL" clId="{D977C151-2B8E-49C8-84F0-A6794AF8119F}" dt="2024-09-10T13:38:30.420" v="743" actId="1589"/>
              <pc2:cmMkLst xmlns:pc2="http://schemas.microsoft.com/office/powerpoint/2019/9/main/command">
                <pc:docMk/>
                <pc:sldMk cId="1879975691" sldId="569"/>
                <pc2:cmMk id="{8690CD34-B4F4-41B9-A3B6-1EEC30383739}"/>
              </pc2:cmMkLst>
            </pc226:cmChg>
          </p:ext>
        </pc:extLst>
      </pc:sldChg>
      <pc:sldChg chg="addSp delSp modSp mod modTransition addCm modCm chgLayout modNotes">
        <pc:chgData name="Julien TERRIER" userId="e38a7381-6e71-427d-838c-0275fc209b82" providerId="ADAL" clId="{D977C151-2B8E-49C8-84F0-A6794AF8119F}" dt="2024-09-10T14:09:35.070" v="1697" actId="313"/>
        <pc:sldMkLst>
          <pc:docMk/>
          <pc:sldMk cId="3812012348" sldId="570"/>
        </pc:sldMkLst>
        <pc:extLst>
          <p:ext xmlns:p="http://schemas.openxmlformats.org/presentationml/2006/main" uri="{D6D511B9-2390-475A-947B-AFAB55BFBCF1}">
            <pc226:cmChg xmlns:pc226="http://schemas.microsoft.com/office/powerpoint/2022/06/main/command" chg="add mod">
              <pc226:chgData name="Julien TERRIER" userId="e38a7381-6e71-427d-838c-0275fc209b82" providerId="ADAL" clId="{D977C151-2B8E-49C8-84F0-A6794AF8119F}" dt="2024-09-10T13:38:30.436" v="745" actId="1589"/>
              <pc2:cmMkLst xmlns:pc2="http://schemas.microsoft.com/office/powerpoint/2019/9/main/command">
                <pc:docMk/>
                <pc:sldMk cId="3812012348" sldId="570"/>
                <pc2:cmMk id="{134A9481-D3CC-4D9C-95EA-01AABF6B8E54}"/>
              </pc2:cmMkLst>
            </pc226:cmChg>
          </p:ext>
        </pc:extLst>
      </pc:sldChg>
      <pc:sldChg chg="addSp delSp modSp mod modTransition addCm modCm chgLayout modNotes">
        <pc:chgData name="Julien TERRIER" userId="e38a7381-6e71-427d-838c-0275fc209b82" providerId="ADAL" clId="{D977C151-2B8E-49C8-84F0-A6794AF8119F}" dt="2024-09-10T14:12:31.121" v="1759" actId="12789"/>
        <pc:sldMkLst>
          <pc:docMk/>
          <pc:sldMk cId="1091311068" sldId="571"/>
        </pc:sldMkLst>
        <pc:extLst>
          <p:ext xmlns:p="http://schemas.openxmlformats.org/presentationml/2006/main" uri="{D6D511B9-2390-475A-947B-AFAB55BFBCF1}">
            <pc226:cmChg xmlns:pc226="http://schemas.microsoft.com/office/powerpoint/2022/06/main/command" chg="add mod">
              <pc226:chgData name="Julien TERRIER" userId="e38a7381-6e71-427d-838c-0275fc209b82" providerId="ADAL" clId="{D977C151-2B8E-49C8-84F0-A6794AF8119F}" dt="2024-09-10T13:38:30.467" v="747" actId="1589"/>
              <pc2:cmMkLst xmlns:pc2="http://schemas.microsoft.com/office/powerpoint/2019/9/main/command">
                <pc:docMk/>
                <pc:sldMk cId="1091311068" sldId="571"/>
                <pc2:cmMk id="{293F8266-2B0A-4B5E-A190-A14E68183E21}"/>
              </pc2:cmMkLst>
            </pc226:cmChg>
          </p:ext>
        </pc:extLst>
      </pc:sldChg>
      <pc:sldChg chg="addSp delSp modSp mod modTransition addCm modCm chgLayout modNotes">
        <pc:chgData name="Julien TERRIER" userId="e38a7381-6e71-427d-838c-0275fc209b82" providerId="ADAL" clId="{D977C151-2B8E-49C8-84F0-A6794AF8119F}" dt="2024-09-10T14:12:58.091" v="1766" actId="20577"/>
        <pc:sldMkLst>
          <pc:docMk/>
          <pc:sldMk cId="355707161" sldId="572"/>
        </pc:sldMkLst>
        <pc:extLst>
          <p:ext xmlns:p="http://schemas.openxmlformats.org/presentationml/2006/main" uri="{D6D511B9-2390-475A-947B-AFAB55BFBCF1}">
            <pc226:cmChg xmlns:pc226="http://schemas.microsoft.com/office/powerpoint/2022/06/main/command" chg="add mod">
              <pc226:chgData name="Julien TERRIER" userId="e38a7381-6e71-427d-838c-0275fc209b82" providerId="ADAL" clId="{D977C151-2B8E-49C8-84F0-A6794AF8119F}" dt="2024-09-10T13:38:30.483" v="749" actId="1589"/>
              <pc2:cmMkLst xmlns:pc2="http://schemas.microsoft.com/office/powerpoint/2019/9/main/command">
                <pc:docMk/>
                <pc:sldMk cId="355707161" sldId="572"/>
                <pc2:cmMk id="{1AD1D2C9-48F7-4416-A960-F95BCFAE8982}"/>
              </pc2:cmMkLst>
            </pc226:cmChg>
          </p:ext>
        </pc:extLst>
      </pc:sldChg>
      <pc:sldChg chg="modSp del mod">
        <pc:chgData name="Julien TERRIER" userId="e38a7381-6e71-427d-838c-0275fc209b82" providerId="ADAL" clId="{D977C151-2B8E-49C8-84F0-A6794AF8119F}" dt="2024-09-10T13:41:04" v="913" actId="14826"/>
        <pc:sldMkLst>
          <pc:docMk/>
          <pc:sldMk cId="4256988999" sldId="613"/>
        </pc:sldMkLst>
      </pc:sldChg>
      <pc:sldChg chg="modSp mod">
        <pc:chgData name="Julien TERRIER" userId="e38a7381-6e71-427d-838c-0275fc209b82" providerId="ADAL" clId="{D977C151-2B8E-49C8-84F0-A6794AF8119F}" dt="2024-09-10T13:43:13.139" v="1074" actId="790"/>
        <pc:sldMkLst>
          <pc:docMk/>
          <pc:sldMk cId="706026427" sldId="614"/>
        </pc:sldMkLst>
      </pc:sldChg>
      <pc:sldChg chg="delSp modSp add mod">
        <pc:chgData name="Julien TERRIER" userId="e38a7381-6e71-427d-838c-0275fc209b82" providerId="ADAL" clId="{D977C151-2B8E-49C8-84F0-A6794AF8119F}" dt="2024-09-10T14:08:12.901" v="1690" actId="20577"/>
        <pc:sldMkLst>
          <pc:docMk/>
          <pc:sldMk cId="2492547695" sldId="615"/>
        </pc:sldMkLst>
      </pc:sldChg>
      <pc:sldChg chg="delSp modSp add mod">
        <pc:chgData name="Julien TERRIER" userId="e38a7381-6e71-427d-838c-0275fc209b82" providerId="ADAL" clId="{D977C151-2B8E-49C8-84F0-A6794AF8119F}" dt="2024-09-10T14:10:51.909" v="1724" actId="12789"/>
        <pc:sldMkLst>
          <pc:docMk/>
          <pc:sldMk cId="20012533" sldId="616"/>
        </pc:sldMkLst>
      </pc:sldChg>
      <pc:sldChg chg="addSp delSp modSp new mod">
        <pc:chgData name="Julien TERRIER" userId="e38a7381-6e71-427d-838c-0275fc209b82" providerId="ADAL" clId="{D977C151-2B8E-49C8-84F0-A6794AF8119F}" dt="2024-09-16T07:06:24.326" v="1791" actId="14100"/>
        <pc:sldMkLst>
          <pc:docMk/>
          <pc:sldMk cId="4046937046" sldId="617"/>
        </pc:sldMkLst>
      </pc:sldChg>
      <pc:sldChg chg="addSp delSp modSp new mod">
        <pc:chgData name="Julien TERRIER" userId="e38a7381-6e71-427d-838c-0275fc209b82" providerId="ADAL" clId="{D977C151-2B8E-49C8-84F0-A6794AF8119F}" dt="2024-09-16T07:17:08.845" v="1831" actId="1076"/>
        <pc:sldMkLst>
          <pc:docMk/>
          <pc:sldMk cId="3504277513" sldId="618"/>
        </pc:sldMkLst>
      </pc:sldChg>
      <pc:sldChg chg="addSp delSp modSp new mod">
        <pc:chgData name="Julien TERRIER" userId="e38a7381-6e71-427d-838c-0275fc209b82" providerId="ADAL" clId="{D977C151-2B8E-49C8-84F0-A6794AF8119F}" dt="2024-09-16T07:40:25.543" v="2291" actId="12788"/>
        <pc:sldMkLst>
          <pc:docMk/>
          <pc:sldMk cId="590174732" sldId="619"/>
        </pc:sldMkLst>
      </pc:sldChg>
      <pc:sldChg chg="addSp delSp modSp new mod">
        <pc:chgData name="Julien TERRIER" userId="e38a7381-6e71-427d-838c-0275fc209b82" providerId="ADAL" clId="{D977C151-2B8E-49C8-84F0-A6794AF8119F}" dt="2024-09-16T07:40:06.630" v="2288" actId="20577"/>
        <pc:sldMkLst>
          <pc:docMk/>
          <pc:sldMk cId="1555594213" sldId="620"/>
        </pc:sldMkLst>
      </pc:sldChg>
      <pc:sldMasterChg chg="delSp del mod delSldLayout modSldLayout">
        <pc:chgData name="Julien TERRIER" userId="e38a7381-6e71-427d-838c-0275fc209b82" providerId="ADAL" clId="{D977C151-2B8E-49C8-84F0-A6794AF8119F}" dt="2024-09-10T13:38:29.165" v="242" actId="2696"/>
        <pc:sldMasterMkLst>
          <pc:docMk/>
          <pc:sldMasterMk cId="2778691957" sldId="2147483648"/>
        </pc:sldMasterMkLst>
        <pc:sldLayoutChg chg="del">
          <pc:chgData name="Julien TERRIER" userId="e38a7381-6e71-427d-838c-0275fc209b82" providerId="ADAL" clId="{D977C151-2B8E-49C8-84F0-A6794AF8119F}" dt="2024-09-10T13:38:29.149" v="208" actId="2696"/>
          <pc:sldLayoutMkLst>
            <pc:docMk/>
            <pc:sldMasterMk cId="2778691957" sldId="2147483648"/>
            <pc:sldLayoutMk cId="3643732284" sldId="2147483676"/>
          </pc:sldLayoutMkLst>
        </pc:sldLayoutChg>
        <pc:sldLayoutChg chg="del">
          <pc:chgData name="Julien TERRIER" userId="e38a7381-6e71-427d-838c-0275fc209b82" providerId="ADAL" clId="{D977C151-2B8E-49C8-84F0-A6794AF8119F}" dt="2024-09-10T13:38:29.149" v="209" actId="2696"/>
          <pc:sldLayoutMkLst>
            <pc:docMk/>
            <pc:sldMasterMk cId="2778691957" sldId="2147483648"/>
            <pc:sldLayoutMk cId="2427066217" sldId="2147483677"/>
          </pc:sldLayoutMkLst>
        </pc:sldLayoutChg>
        <pc:sldLayoutChg chg="del">
          <pc:chgData name="Julien TERRIER" userId="e38a7381-6e71-427d-838c-0275fc209b82" providerId="ADAL" clId="{D977C151-2B8E-49C8-84F0-A6794AF8119F}" dt="2024-09-10T13:38:29.149" v="210" actId="2696"/>
          <pc:sldLayoutMkLst>
            <pc:docMk/>
            <pc:sldMasterMk cId="2778691957" sldId="2147483648"/>
            <pc:sldLayoutMk cId="1878223979" sldId="2147483678"/>
          </pc:sldLayoutMkLst>
        </pc:sldLayoutChg>
        <pc:sldLayoutChg chg="del">
          <pc:chgData name="Julien TERRIER" userId="e38a7381-6e71-427d-838c-0275fc209b82" providerId="ADAL" clId="{D977C151-2B8E-49C8-84F0-A6794AF8119F}" dt="2024-09-10T13:38:29.149" v="211" actId="2696"/>
          <pc:sldLayoutMkLst>
            <pc:docMk/>
            <pc:sldMasterMk cId="2778691957" sldId="2147483648"/>
            <pc:sldLayoutMk cId="1735053423" sldId="2147483679"/>
          </pc:sldLayoutMkLst>
        </pc:sldLayoutChg>
        <pc:sldLayoutChg chg="del">
          <pc:chgData name="Julien TERRIER" userId="e38a7381-6e71-427d-838c-0275fc209b82" providerId="ADAL" clId="{D977C151-2B8E-49C8-84F0-A6794AF8119F}" dt="2024-09-10T13:38:29.149" v="213" actId="2696"/>
          <pc:sldLayoutMkLst>
            <pc:docMk/>
            <pc:sldMasterMk cId="2778691957" sldId="2147483648"/>
            <pc:sldLayoutMk cId="653087172" sldId="2147483680"/>
          </pc:sldLayoutMkLst>
        </pc:sldLayoutChg>
        <pc:sldLayoutChg chg="del">
          <pc:chgData name="Julien TERRIER" userId="e38a7381-6e71-427d-838c-0275fc209b82" providerId="ADAL" clId="{D977C151-2B8E-49C8-84F0-A6794AF8119F}" dt="2024-09-10T13:38:29.149" v="214" actId="2696"/>
          <pc:sldLayoutMkLst>
            <pc:docMk/>
            <pc:sldMasterMk cId="2778691957" sldId="2147483648"/>
            <pc:sldLayoutMk cId="1180874834" sldId="2147483681"/>
          </pc:sldLayoutMkLst>
        </pc:sldLayoutChg>
        <pc:sldLayoutChg chg="del">
          <pc:chgData name="Julien TERRIER" userId="e38a7381-6e71-427d-838c-0275fc209b82" providerId="ADAL" clId="{D977C151-2B8E-49C8-84F0-A6794AF8119F}" dt="2024-09-10T13:38:29.149" v="215" actId="2696"/>
          <pc:sldLayoutMkLst>
            <pc:docMk/>
            <pc:sldMasterMk cId="2778691957" sldId="2147483648"/>
            <pc:sldLayoutMk cId="1912465755" sldId="2147483682"/>
          </pc:sldLayoutMkLst>
        </pc:sldLayoutChg>
        <pc:sldLayoutChg chg="del">
          <pc:chgData name="Julien TERRIER" userId="e38a7381-6e71-427d-838c-0275fc209b82" providerId="ADAL" clId="{D977C151-2B8E-49C8-84F0-A6794AF8119F}" dt="2024-09-10T13:38:29.149" v="216" actId="2696"/>
          <pc:sldLayoutMkLst>
            <pc:docMk/>
            <pc:sldMasterMk cId="2778691957" sldId="2147483648"/>
            <pc:sldLayoutMk cId="2771685102" sldId="2147483683"/>
          </pc:sldLayoutMkLst>
        </pc:sldLayoutChg>
        <pc:sldLayoutChg chg="delSp del mod">
          <pc:chgData name="Julien TERRIER" userId="e38a7381-6e71-427d-838c-0275fc209b82" providerId="ADAL" clId="{D977C151-2B8E-49C8-84F0-A6794AF8119F}" dt="2024-09-10T13:38:29.149" v="217" actId="2696"/>
          <pc:sldLayoutMkLst>
            <pc:docMk/>
            <pc:sldMasterMk cId="2778691957" sldId="2147483648"/>
            <pc:sldLayoutMk cId="3283374417" sldId="2147483684"/>
          </pc:sldLayoutMkLst>
        </pc:sldLayoutChg>
        <pc:sldLayoutChg chg="delSp del mod">
          <pc:chgData name="Julien TERRIER" userId="e38a7381-6e71-427d-838c-0275fc209b82" providerId="ADAL" clId="{D977C151-2B8E-49C8-84F0-A6794AF8119F}" dt="2024-09-10T13:38:29.149" v="218" actId="2696"/>
          <pc:sldLayoutMkLst>
            <pc:docMk/>
            <pc:sldMasterMk cId="2778691957" sldId="2147483648"/>
            <pc:sldLayoutMk cId="187212048" sldId="2147483685"/>
          </pc:sldLayoutMkLst>
        </pc:sldLayoutChg>
        <pc:sldLayoutChg chg="del">
          <pc:chgData name="Julien TERRIER" userId="e38a7381-6e71-427d-838c-0275fc209b82" providerId="ADAL" clId="{D977C151-2B8E-49C8-84F0-A6794AF8119F}" dt="2024-09-10T13:38:29.149" v="219" actId="2696"/>
          <pc:sldLayoutMkLst>
            <pc:docMk/>
            <pc:sldMasterMk cId="2778691957" sldId="2147483648"/>
            <pc:sldLayoutMk cId="1844634331" sldId="2147483686"/>
          </pc:sldLayoutMkLst>
        </pc:sldLayoutChg>
        <pc:sldLayoutChg chg="del">
          <pc:chgData name="Julien TERRIER" userId="e38a7381-6e71-427d-838c-0275fc209b82" providerId="ADAL" clId="{D977C151-2B8E-49C8-84F0-A6794AF8119F}" dt="2024-09-10T13:38:29.149" v="220" actId="2696"/>
          <pc:sldLayoutMkLst>
            <pc:docMk/>
            <pc:sldMasterMk cId="2778691957" sldId="2147483648"/>
            <pc:sldLayoutMk cId="872168697" sldId="2147483687"/>
          </pc:sldLayoutMkLst>
        </pc:sldLayoutChg>
        <pc:sldLayoutChg chg="delSp del mod delAnim modAnim">
          <pc:chgData name="Julien TERRIER" userId="e38a7381-6e71-427d-838c-0275fc209b82" providerId="ADAL" clId="{D977C151-2B8E-49C8-84F0-A6794AF8119F}" dt="2024-09-10T13:38:29.149" v="221" actId="2696"/>
          <pc:sldLayoutMkLst>
            <pc:docMk/>
            <pc:sldMasterMk cId="2778691957" sldId="2147483648"/>
            <pc:sldLayoutMk cId="2092381167" sldId="2147483688"/>
          </pc:sldLayoutMkLst>
        </pc:sldLayoutChg>
        <pc:sldLayoutChg chg="delSp del mod delAnim modAnim">
          <pc:chgData name="Julien TERRIER" userId="e38a7381-6e71-427d-838c-0275fc209b82" providerId="ADAL" clId="{D977C151-2B8E-49C8-84F0-A6794AF8119F}" dt="2024-09-10T13:38:29.149" v="222" actId="2696"/>
          <pc:sldLayoutMkLst>
            <pc:docMk/>
            <pc:sldMasterMk cId="2778691957" sldId="2147483648"/>
            <pc:sldLayoutMk cId="667150664" sldId="2147483689"/>
          </pc:sldLayoutMkLst>
        </pc:sldLayoutChg>
        <pc:sldLayoutChg chg="delSp del mod delAnim modAnim">
          <pc:chgData name="Julien TERRIER" userId="e38a7381-6e71-427d-838c-0275fc209b82" providerId="ADAL" clId="{D977C151-2B8E-49C8-84F0-A6794AF8119F}" dt="2024-09-10T13:38:29.149" v="223" actId="2696"/>
          <pc:sldLayoutMkLst>
            <pc:docMk/>
            <pc:sldMasterMk cId="2778691957" sldId="2147483648"/>
            <pc:sldLayoutMk cId="490193605" sldId="2147483690"/>
          </pc:sldLayoutMkLst>
        </pc:sldLayoutChg>
        <pc:sldLayoutChg chg="delSp del mod delAnim modAnim">
          <pc:chgData name="Julien TERRIER" userId="e38a7381-6e71-427d-838c-0275fc209b82" providerId="ADAL" clId="{D977C151-2B8E-49C8-84F0-A6794AF8119F}" dt="2024-09-10T13:38:29.149" v="224" actId="2696"/>
          <pc:sldLayoutMkLst>
            <pc:docMk/>
            <pc:sldMasterMk cId="2778691957" sldId="2147483648"/>
            <pc:sldLayoutMk cId="413560804" sldId="2147483691"/>
          </pc:sldLayoutMkLst>
        </pc:sldLayoutChg>
        <pc:sldLayoutChg chg="delSp del mod delAnim modAnim">
          <pc:chgData name="Julien TERRIER" userId="e38a7381-6e71-427d-838c-0275fc209b82" providerId="ADAL" clId="{D977C151-2B8E-49C8-84F0-A6794AF8119F}" dt="2024-09-10T13:38:29.149" v="225" actId="2696"/>
          <pc:sldLayoutMkLst>
            <pc:docMk/>
            <pc:sldMasterMk cId="2778691957" sldId="2147483648"/>
            <pc:sldLayoutMk cId="4274009489" sldId="2147483692"/>
          </pc:sldLayoutMkLst>
        </pc:sldLayoutChg>
        <pc:sldLayoutChg chg="delSp del mod">
          <pc:chgData name="Julien TERRIER" userId="e38a7381-6e71-427d-838c-0275fc209b82" providerId="ADAL" clId="{D977C151-2B8E-49C8-84F0-A6794AF8119F}" dt="2024-09-10T13:38:29.165" v="230" actId="2696"/>
          <pc:sldLayoutMkLst>
            <pc:docMk/>
            <pc:sldMasterMk cId="2778691957" sldId="2147483648"/>
            <pc:sldLayoutMk cId="3902465317" sldId="2147483693"/>
          </pc:sldLayoutMkLst>
        </pc:sldLayoutChg>
        <pc:sldLayoutChg chg="del">
          <pc:chgData name="Julien TERRIER" userId="e38a7381-6e71-427d-838c-0275fc209b82" providerId="ADAL" clId="{D977C151-2B8E-49C8-84F0-A6794AF8119F}" dt="2024-09-10T13:38:29.165" v="231" actId="2696"/>
          <pc:sldLayoutMkLst>
            <pc:docMk/>
            <pc:sldMasterMk cId="2778691957" sldId="2147483648"/>
            <pc:sldLayoutMk cId="811754428" sldId="2147483694"/>
          </pc:sldLayoutMkLst>
        </pc:sldLayoutChg>
        <pc:sldLayoutChg chg="del">
          <pc:chgData name="Julien TERRIER" userId="e38a7381-6e71-427d-838c-0275fc209b82" providerId="ADAL" clId="{D977C151-2B8E-49C8-84F0-A6794AF8119F}" dt="2024-09-10T13:38:29.165" v="232" actId="2696"/>
          <pc:sldLayoutMkLst>
            <pc:docMk/>
            <pc:sldMasterMk cId="2778691957" sldId="2147483648"/>
            <pc:sldLayoutMk cId="270477234" sldId="2147483695"/>
          </pc:sldLayoutMkLst>
        </pc:sldLayoutChg>
        <pc:sldLayoutChg chg="del">
          <pc:chgData name="Julien TERRIER" userId="e38a7381-6e71-427d-838c-0275fc209b82" providerId="ADAL" clId="{D977C151-2B8E-49C8-84F0-A6794AF8119F}" dt="2024-09-10T13:38:29.165" v="233" actId="2696"/>
          <pc:sldLayoutMkLst>
            <pc:docMk/>
            <pc:sldMasterMk cId="2778691957" sldId="2147483648"/>
            <pc:sldLayoutMk cId="3900473632" sldId="2147483696"/>
          </pc:sldLayoutMkLst>
        </pc:sldLayoutChg>
        <pc:sldLayoutChg chg="del">
          <pc:chgData name="Julien TERRIER" userId="e38a7381-6e71-427d-838c-0275fc209b82" providerId="ADAL" clId="{D977C151-2B8E-49C8-84F0-A6794AF8119F}" dt="2024-09-10T13:38:29.165" v="234" actId="2696"/>
          <pc:sldLayoutMkLst>
            <pc:docMk/>
            <pc:sldMasterMk cId="2778691957" sldId="2147483648"/>
            <pc:sldLayoutMk cId="2930737018" sldId="2147483697"/>
          </pc:sldLayoutMkLst>
        </pc:sldLayoutChg>
        <pc:sldLayoutChg chg="del">
          <pc:chgData name="Julien TERRIER" userId="e38a7381-6e71-427d-838c-0275fc209b82" providerId="ADAL" clId="{D977C151-2B8E-49C8-84F0-A6794AF8119F}" dt="2024-09-10T13:38:29.165" v="235" actId="2696"/>
          <pc:sldLayoutMkLst>
            <pc:docMk/>
            <pc:sldMasterMk cId="2778691957" sldId="2147483648"/>
            <pc:sldLayoutMk cId="3411874771" sldId="2147483698"/>
          </pc:sldLayoutMkLst>
        </pc:sldLayoutChg>
        <pc:sldLayoutChg chg="del">
          <pc:chgData name="Julien TERRIER" userId="e38a7381-6e71-427d-838c-0275fc209b82" providerId="ADAL" clId="{D977C151-2B8E-49C8-84F0-A6794AF8119F}" dt="2024-09-10T13:38:29.165" v="236" actId="2696"/>
          <pc:sldLayoutMkLst>
            <pc:docMk/>
            <pc:sldMasterMk cId="2778691957" sldId="2147483648"/>
            <pc:sldLayoutMk cId="1386701373" sldId="2147483699"/>
          </pc:sldLayoutMkLst>
        </pc:sldLayoutChg>
        <pc:sldLayoutChg chg="del">
          <pc:chgData name="Julien TERRIER" userId="e38a7381-6e71-427d-838c-0275fc209b82" providerId="ADAL" clId="{D977C151-2B8E-49C8-84F0-A6794AF8119F}" dt="2024-09-10T13:38:29.165" v="237" actId="2696"/>
          <pc:sldLayoutMkLst>
            <pc:docMk/>
            <pc:sldMasterMk cId="2778691957" sldId="2147483648"/>
            <pc:sldLayoutMk cId="4232043028" sldId="2147483700"/>
          </pc:sldLayoutMkLst>
        </pc:sldLayoutChg>
        <pc:sldLayoutChg chg="del">
          <pc:chgData name="Julien TERRIER" userId="e38a7381-6e71-427d-838c-0275fc209b82" providerId="ADAL" clId="{D977C151-2B8E-49C8-84F0-A6794AF8119F}" dt="2024-09-10T13:38:29.165" v="238" actId="2696"/>
          <pc:sldLayoutMkLst>
            <pc:docMk/>
            <pc:sldMasterMk cId="2778691957" sldId="2147483648"/>
            <pc:sldLayoutMk cId="1630075522" sldId="2147483701"/>
          </pc:sldLayoutMkLst>
        </pc:sldLayoutChg>
        <pc:sldLayoutChg chg="del">
          <pc:chgData name="Julien TERRIER" userId="e38a7381-6e71-427d-838c-0275fc209b82" providerId="ADAL" clId="{D977C151-2B8E-49C8-84F0-A6794AF8119F}" dt="2024-09-10T13:38:29.165" v="239" actId="2696"/>
          <pc:sldLayoutMkLst>
            <pc:docMk/>
            <pc:sldMasterMk cId="2778691957" sldId="2147483648"/>
            <pc:sldLayoutMk cId="1054094909" sldId="2147483702"/>
          </pc:sldLayoutMkLst>
        </pc:sldLayoutChg>
        <pc:sldLayoutChg chg="del">
          <pc:chgData name="Julien TERRIER" userId="e38a7381-6e71-427d-838c-0275fc209b82" providerId="ADAL" clId="{D977C151-2B8E-49C8-84F0-A6794AF8119F}" dt="2024-09-10T13:38:29.165" v="240" actId="2696"/>
          <pc:sldLayoutMkLst>
            <pc:docMk/>
            <pc:sldMasterMk cId="2778691957" sldId="2147483648"/>
            <pc:sldLayoutMk cId="628639443" sldId="2147483703"/>
          </pc:sldLayoutMkLst>
        </pc:sldLayoutChg>
        <pc:sldLayoutChg chg="del">
          <pc:chgData name="Julien TERRIER" userId="e38a7381-6e71-427d-838c-0275fc209b82" providerId="ADAL" clId="{D977C151-2B8E-49C8-84F0-A6794AF8119F}" dt="2024-09-10T13:38:29.165" v="241" actId="2696"/>
          <pc:sldLayoutMkLst>
            <pc:docMk/>
            <pc:sldMasterMk cId="2778691957" sldId="2147483648"/>
            <pc:sldLayoutMk cId="737706643" sldId="2147483704"/>
          </pc:sldLayoutMkLst>
        </pc:sldLayoutChg>
        <pc:sldLayoutChg chg="delSp del mod">
          <pc:chgData name="Julien TERRIER" userId="e38a7381-6e71-427d-838c-0275fc209b82" providerId="ADAL" clId="{D977C151-2B8E-49C8-84F0-A6794AF8119F}" dt="2024-09-10T13:38:29.149" v="212" actId="2696"/>
          <pc:sldLayoutMkLst>
            <pc:docMk/>
            <pc:sldMasterMk cId="2778691957" sldId="2147483648"/>
            <pc:sldLayoutMk cId="3548441567" sldId="2147483705"/>
          </pc:sldLayoutMkLst>
        </pc:sldLayoutChg>
        <pc:sldLayoutChg chg="delSp del mod">
          <pc:chgData name="Julien TERRIER" userId="e38a7381-6e71-427d-838c-0275fc209b82" providerId="ADAL" clId="{D977C151-2B8E-49C8-84F0-A6794AF8119F}" dt="2024-09-10T13:38:29.165" v="226" actId="2696"/>
          <pc:sldLayoutMkLst>
            <pc:docMk/>
            <pc:sldMasterMk cId="2778691957" sldId="2147483648"/>
            <pc:sldLayoutMk cId="3892497985" sldId="2147483706"/>
          </pc:sldLayoutMkLst>
        </pc:sldLayoutChg>
        <pc:sldLayoutChg chg="delSp del mod">
          <pc:chgData name="Julien TERRIER" userId="e38a7381-6e71-427d-838c-0275fc209b82" providerId="ADAL" clId="{D977C151-2B8E-49C8-84F0-A6794AF8119F}" dt="2024-09-10T13:38:29.165" v="227" actId="2696"/>
          <pc:sldLayoutMkLst>
            <pc:docMk/>
            <pc:sldMasterMk cId="2778691957" sldId="2147483648"/>
            <pc:sldLayoutMk cId="556636127" sldId="2147483707"/>
          </pc:sldLayoutMkLst>
        </pc:sldLayoutChg>
        <pc:sldLayoutChg chg="del">
          <pc:chgData name="Julien TERRIER" userId="e38a7381-6e71-427d-838c-0275fc209b82" providerId="ADAL" clId="{D977C151-2B8E-49C8-84F0-A6794AF8119F}" dt="2024-09-10T13:38:29.165" v="228" actId="2696"/>
          <pc:sldLayoutMkLst>
            <pc:docMk/>
            <pc:sldMasterMk cId="2778691957" sldId="2147483648"/>
            <pc:sldLayoutMk cId="1475330262" sldId="2147483708"/>
          </pc:sldLayoutMkLst>
        </pc:sldLayoutChg>
        <pc:sldLayoutChg chg="del">
          <pc:chgData name="Julien TERRIER" userId="e38a7381-6e71-427d-838c-0275fc209b82" providerId="ADAL" clId="{D977C151-2B8E-49C8-84F0-A6794AF8119F}" dt="2024-09-10T13:38:29.165" v="229" actId="2696"/>
          <pc:sldLayoutMkLst>
            <pc:docMk/>
            <pc:sldMasterMk cId="2778691957" sldId="2147483648"/>
            <pc:sldLayoutMk cId="3144933046" sldId="2147483709"/>
          </pc:sldLayoutMkLst>
        </pc:sldLayoutChg>
      </pc:sldMasterChg>
      <pc:sldMasterChg chg="delSldLayout">
        <pc:chgData name="Julien TERRIER" userId="e38a7381-6e71-427d-838c-0275fc209b82" providerId="ADAL" clId="{D977C151-2B8E-49C8-84F0-A6794AF8119F}" dt="2024-09-10T13:40:04.537" v="912" actId="47"/>
        <pc:sldMasterMkLst>
          <pc:docMk/>
          <pc:sldMasterMk cId="2467137294" sldId="2147483710"/>
        </pc:sldMasterMkLst>
        <pc:sldLayoutChg chg="del">
          <pc:chgData name="Julien TERRIER" userId="e38a7381-6e71-427d-838c-0275fc209b82" providerId="ADAL" clId="{D977C151-2B8E-49C8-84F0-A6794AF8119F}" dt="2024-09-10T13:40:04.537" v="912" actId="47"/>
          <pc:sldLayoutMkLst>
            <pc:docMk/>
            <pc:sldMasterMk cId="2467137294" sldId="2147483710"/>
            <pc:sldLayoutMk cId="599440502" sldId="2147483719"/>
          </pc:sldLayoutMkLst>
        </pc:sldLayoutChg>
      </pc:sldMasterChg>
    </pc:docChg>
  </pc:docChgLst>
  <pc:docChgLst>
    <pc:chgData name="julien terrier" userId="f10afbbb77aed1e2" providerId="LiveId" clId="{88970C15-0119-40D8-BF95-B36FC2D9701C}"/>
    <pc:docChg chg="modSld">
      <pc:chgData name="julien terrier" userId="f10afbbb77aed1e2" providerId="LiveId" clId="{88970C15-0119-40D8-BF95-B36FC2D9701C}" dt="2025-04-02T14:46:24.808" v="1" actId="20577"/>
      <pc:docMkLst>
        <pc:docMk/>
      </pc:docMkLst>
      <pc:sldChg chg="modSp mod">
        <pc:chgData name="julien terrier" userId="f10afbbb77aed1e2" providerId="LiveId" clId="{88970C15-0119-40D8-BF95-B36FC2D9701C}" dt="2025-04-02T14:46:24.808" v="1" actId="20577"/>
        <pc:sldMkLst>
          <pc:docMk/>
          <pc:sldMk cId="2068777533" sldId="567"/>
        </pc:sldMkLst>
        <pc:spChg chg="mod">
          <ac:chgData name="julien terrier" userId="f10afbbb77aed1e2" providerId="LiveId" clId="{88970C15-0119-40D8-BF95-B36FC2D9701C}" dt="2025-04-02T14:46:24.808" v="1" actId="20577"/>
          <ac:spMkLst>
            <pc:docMk/>
            <pc:sldMk cId="2068777533" sldId="567"/>
            <ac:spMk id="28" creationId="{8E470032-0AD7-4D4C-A823-AEB3B1E41688}"/>
          </ac:spMkLst>
        </pc:spChg>
      </pc:sldChg>
    </pc:docChg>
  </pc:docChgLst>
  <pc:docChgLst>
    <pc:chgData name="julien terrier" userId="f10afbbb77aed1e2" providerId="LiveId" clId="{17108F97-269B-4DAB-ABBA-02B2B5DD0FD0}"/>
    <pc:docChg chg="modSld">
      <pc:chgData name="julien terrier" userId="f10afbbb77aed1e2" providerId="LiveId" clId="{17108F97-269B-4DAB-ABBA-02B2B5DD0FD0}" dt="2024-03-19T12:53:36.702" v="11" actId="1076"/>
      <pc:docMkLst>
        <pc:docMk/>
      </pc:docMkLst>
      <pc:sldChg chg="modSp mod">
        <pc:chgData name="julien terrier" userId="f10afbbb77aed1e2" providerId="LiveId" clId="{17108F97-269B-4DAB-ABBA-02B2B5DD0FD0}" dt="2024-03-19T12:53:36.702" v="11" actId="1076"/>
        <pc:sldMkLst>
          <pc:docMk/>
          <pc:sldMk cId="3938197147" sldId="563"/>
        </pc:sldMkLst>
      </pc:sldChg>
    </pc:docChg>
  </pc:docChgLst>
  <pc:docChgLst>
    <pc:chgData name="Julien TERRIER" userId="e38a7381-6e71-427d-838c-0275fc209b82" providerId="ADAL" clId="{CB58E53A-4815-44DF-9B26-AA588F20F2A3}"/>
    <pc:docChg chg="modSld">
      <pc:chgData name="Julien TERRIER" userId="e38a7381-6e71-427d-838c-0275fc209b82" providerId="ADAL" clId="{CB58E53A-4815-44DF-9B26-AA588F20F2A3}" dt="2024-11-08T10:14:37.325" v="17" actId="20577"/>
      <pc:docMkLst>
        <pc:docMk/>
      </pc:docMkLst>
      <pc:sldChg chg="modSp mod">
        <pc:chgData name="Julien TERRIER" userId="e38a7381-6e71-427d-838c-0275fc209b82" providerId="ADAL" clId="{CB58E53A-4815-44DF-9B26-AA588F20F2A3}" dt="2024-11-08T10:14:37.325" v="17" actId="20577"/>
        <pc:sldMkLst>
          <pc:docMk/>
          <pc:sldMk cId="1879975691" sldId="569"/>
        </pc:sldMkLst>
      </pc:sldChg>
    </pc:docChg>
  </pc:docChgLst>
</pc:chgInfo>
</file>

<file path=ppt/comments/modernComment_23A_E336B13C.xml><?xml version="1.0" encoding="utf-8"?>
<p188:cmLst xmlns:a="http://schemas.openxmlformats.org/drawingml/2006/main" xmlns:r="http://schemas.openxmlformats.org/officeDocument/2006/relationships" xmlns:p188="http://schemas.microsoft.com/office/powerpoint/2018/8/main">
  <p188:cm id="{134A9481-D3CC-4D9C-95EA-01AABF6B8E54}" authorId="{4A5CD6D8-3140-9AED-417C-67238DA3D55A}" created="2024-09-10T13:38:30.420">
    <pc:sldMkLst xmlns:pc="http://schemas.microsoft.com/office/powerpoint/2013/main/command">
      <pc:docMk/>
      <pc:sldMk cId="3812012348" sldId="570"/>
    </pc:sldMkLst>
    <p188:pos x="127000" y="127000"/>
    <p188:txBody>
      <a:bodyPr/>
      <a:lstStyle/>
      <a:p>
        <a:r>
          <a:rPr lang="en-US"/>
          <a:t>Wrong Slide Layout detected:</a:t>
        </a:r>
      </a:p>
      <a:p>
        <a:r>
          <a:rPr lang="en-US"/>
          <a:t>Please select a proper ST Layout template</a:t>
        </a:r>
      </a:p>
    </p188:txBody>
  </p188:cm>
</p188:cmLst>
</file>

<file path=ppt/comments/modernComment_23B_410C15DC.xml><?xml version="1.0" encoding="utf-8"?>
<p188:cmLst xmlns:a="http://schemas.openxmlformats.org/drawingml/2006/main" xmlns:r="http://schemas.openxmlformats.org/officeDocument/2006/relationships" xmlns:p188="http://schemas.microsoft.com/office/powerpoint/2018/8/main">
  <p188:cm id="{293F8266-2B0A-4B5E-A190-A14E68183E21}" authorId="{4A5CD6D8-3140-9AED-417C-67238DA3D55A}" created="2024-09-10T13:38:30.436">
    <pc:sldMkLst xmlns:pc="http://schemas.microsoft.com/office/powerpoint/2013/main/command">
      <pc:docMk/>
      <pc:sldMk cId="1091311068" sldId="571"/>
    </pc:sldMkLst>
    <p188:pos x="127000" y="127000"/>
    <p188:txBody>
      <a:bodyPr/>
      <a:lstStyle/>
      <a:p>
        <a:r>
          <a:rPr lang="en-US"/>
          <a:t>Wrong Slide Layout detected:</a:t>
        </a:r>
      </a:p>
      <a:p>
        <a:r>
          <a:rPr lang="en-US"/>
          <a:t>Please select a proper ST Layout template</a:t>
        </a:r>
      </a:p>
    </p188:txBody>
  </p188:cm>
</p188:cmLst>
</file>

<file path=ppt/comments/modernComment_23C_1533A919.xml><?xml version="1.0" encoding="utf-8"?>
<p188:cmLst xmlns:a="http://schemas.openxmlformats.org/drawingml/2006/main" xmlns:r="http://schemas.openxmlformats.org/officeDocument/2006/relationships" xmlns:p188="http://schemas.microsoft.com/office/powerpoint/2018/8/main">
  <p188:cm id="{1AD1D2C9-48F7-4416-A960-F95BCFAE8982}" authorId="{4A5CD6D8-3140-9AED-417C-67238DA3D55A}" created="2024-09-10T13:38:30.467">
    <pc:sldMkLst xmlns:pc="http://schemas.microsoft.com/office/powerpoint/2013/main/command">
      <pc:docMk/>
      <pc:sldMk cId="355707161" sldId="572"/>
    </pc:sldMkLst>
    <p188:pos x="127000" y="127000"/>
    <p188:txBody>
      <a:bodyPr/>
      <a:lstStyle/>
      <a:p>
        <a:r>
          <a:rPr lang="en-US"/>
          <a:t>Wrong Slide Layout detected:</a:t>
        </a:r>
      </a:p>
      <a:p>
        <a:r>
          <a:rPr lang="en-US"/>
          <a:t>Please select a proper ST Layout template</a:t>
        </a:r>
      </a:p>
    </p188:txBody>
  </p188:cm>
</p188:cmLst>
</file>

<file path=ppt/comments/modernComment_230_94904F0A.xml><?xml version="1.0" encoding="utf-8"?>
<p188:cmLst xmlns:a="http://schemas.openxmlformats.org/drawingml/2006/main" xmlns:r="http://schemas.openxmlformats.org/officeDocument/2006/relationships" xmlns:p188="http://schemas.microsoft.com/office/powerpoint/2018/8/main">
  <p188:cm id="{B94D20E4-302B-4C0E-85BD-238E6F11A651}" authorId="{4A5CD6D8-3140-9AED-417C-67238DA3D55A}" created="2024-09-10T13:38:30.153">
    <pc:sldMkLst xmlns:pc="http://schemas.microsoft.com/office/powerpoint/2013/main/command">
      <pc:docMk/>
      <pc:sldMk cId="2492485386" sldId="560"/>
    </pc:sldMkLst>
    <p188:pos x="127000" y="127000"/>
    <p188:txBody>
      <a:bodyPr/>
      <a:lstStyle/>
      <a:p>
        <a:r>
          <a:rPr lang="en-US"/>
          <a:t>Wrong Slide Layout detected:</a:t>
        </a:r>
      </a:p>
      <a:p>
        <a:r>
          <a:rPr lang="en-US"/>
          <a:t>Please select a proper ST Layout template</a:t>
        </a:r>
      </a:p>
    </p188:txBody>
  </p188:cm>
</p188:cmLst>
</file>

<file path=ppt/comments/modernComment_231_1C0F636C.xml><?xml version="1.0" encoding="utf-8"?>
<p188:cmLst xmlns:a="http://schemas.openxmlformats.org/drawingml/2006/main" xmlns:r="http://schemas.openxmlformats.org/officeDocument/2006/relationships" xmlns:p188="http://schemas.microsoft.com/office/powerpoint/2018/8/main">
  <p188:cm id="{420F2D91-52BB-4264-9C5B-437EEA905FE4}" authorId="{4A5CD6D8-3140-9AED-417C-67238DA3D55A}" created="2024-09-10T13:38:30.184">
    <pc:sldMkLst xmlns:pc="http://schemas.microsoft.com/office/powerpoint/2013/main/command">
      <pc:docMk/>
      <pc:sldMk cId="470770540" sldId="561"/>
    </pc:sldMkLst>
    <p188:pos x="127000" y="127000"/>
    <p188:txBody>
      <a:bodyPr/>
      <a:lstStyle/>
      <a:p>
        <a:r>
          <a:rPr lang="en-US"/>
          <a:t>Wrong Slide Layout detected:</a:t>
        </a:r>
      </a:p>
      <a:p>
        <a:r>
          <a:rPr lang="en-US"/>
          <a:t>Please select a proper ST Layout template</a:t>
        </a:r>
      </a:p>
    </p188:txBody>
  </p188:cm>
</p188:cmLst>
</file>

<file path=ppt/comments/modernComment_232_9ED40683.xml><?xml version="1.0" encoding="utf-8"?>
<p188:cmLst xmlns:a="http://schemas.openxmlformats.org/drawingml/2006/main" xmlns:r="http://schemas.openxmlformats.org/officeDocument/2006/relationships" xmlns:p188="http://schemas.microsoft.com/office/powerpoint/2018/8/main">
  <p188:cm id="{A845196E-CD75-48DF-B413-E95CCB66D848}" authorId="{4A5CD6D8-3140-9AED-417C-67238DA3D55A}" created="2024-09-10T13:38:30.200">
    <pc:sldMkLst xmlns:pc="http://schemas.microsoft.com/office/powerpoint/2013/main/command">
      <pc:docMk/>
      <pc:sldMk cId="2664695427" sldId="562"/>
    </pc:sldMkLst>
    <p188:pos x="127000" y="127000"/>
    <p188:txBody>
      <a:bodyPr/>
      <a:lstStyle/>
      <a:p>
        <a:r>
          <a:rPr lang="en-US"/>
          <a:t>Wrong Slide Layout detected:</a:t>
        </a:r>
      </a:p>
      <a:p>
        <a:r>
          <a:rPr lang="en-US"/>
          <a:t>Please select a proper ST Layout template</a:t>
        </a:r>
      </a:p>
    </p188:txBody>
  </p188:cm>
</p188:cmLst>
</file>

<file path=ppt/comments/modernComment_233_EABC1E9B.xml><?xml version="1.0" encoding="utf-8"?>
<p188:cmLst xmlns:a="http://schemas.openxmlformats.org/drawingml/2006/main" xmlns:r="http://schemas.openxmlformats.org/officeDocument/2006/relationships" xmlns:p188="http://schemas.microsoft.com/office/powerpoint/2018/8/main">
  <p188:cm id="{CD8614DC-80CF-4557-A28D-A656D1C9A409}" authorId="{4A5CD6D8-3140-9AED-417C-67238DA3D55A}" created="2024-09-10T13:38:30.231">
    <pc:sldMkLst xmlns:pc="http://schemas.microsoft.com/office/powerpoint/2013/main/command">
      <pc:docMk/>
      <pc:sldMk cId="3938197147" sldId="563"/>
    </pc:sldMkLst>
    <p188:pos x="127000" y="127000"/>
    <p188:txBody>
      <a:bodyPr/>
      <a:lstStyle/>
      <a:p>
        <a:r>
          <a:rPr lang="en-US"/>
          <a:t>Wrong Slide Layout detected:</a:t>
        </a:r>
      </a:p>
      <a:p>
        <a:r>
          <a:rPr lang="en-US"/>
          <a:t>Please select a proper ST Layout template</a:t>
        </a:r>
      </a:p>
    </p188:txBody>
  </p188:cm>
</p188:cmLst>
</file>

<file path=ppt/comments/modernComment_234_31E06ECB.xml><?xml version="1.0" encoding="utf-8"?>
<p188:cmLst xmlns:a="http://schemas.openxmlformats.org/drawingml/2006/main" xmlns:r="http://schemas.openxmlformats.org/officeDocument/2006/relationships" xmlns:p188="http://schemas.microsoft.com/office/powerpoint/2018/8/main">
  <p188:cm id="{3EF0F995-98F4-4531-AFB1-7B2FB4BD13AD}" authorId="{4A5CD6D8-3140-9AED-417C-67238DA3D55A}" created="2024-09-10T13:38:30.263">
    <pc:sldMkLst xmlns:pc="http://schemas.microsoft.com/office/powerpoint/2013/main/command">
      <pc:docMk/>
      <pc:sldMk cId="836792011" sldId="564"/>
    </pc:sldMkLst>
    <p188:pos x="127000" y="127000"/>
    <p188:txBody>
      <a:bodyPr/>
      <a:lstStyle/>
      <a:p>
        <a:r>
          <a:rPr lang="en-US"/>
          <a:t>Wrong Slide Layout detected:</a:t>
        </a:r>
      </a:p>
      <a:p>
        <a:r>
          <a:rPr lang="en-US"/>
          <a:t>Please select a proper ST Layout template</a:t>
        </a:r>
      </a:p>
    </p188:txBody>
  </p188:cm>
</p188:cmLst>
</file>

<file path=ppt/comments/modernComment_235_1ACB5DA3.xml><?xml version="1.0" encoding="utf-8"?>
<p188:cmLst xmlns:a="http://schemas.openxmlformats.org/drawingml/2006/main" xmlns:r="http://schemas.openxmlformats.org/officeDocument/2006/relationships" xmlns:p188="http://schemas.microsoft.com/office/powerpoint/2018/8/main">
  <p188:cm id="{DB2313DB-DC43-4603-B3BB-21A54C9E8323}" authorId="{4A5CD6D8-3140-9AED-417C-67238DA3D55A}" created="2024-09-10T13:38:30.310">
    <pc:sldMkLst xmlns:pc="http://schemas.microsoft.com/office/powerpoint/2013/main/command">
      <pc:docMk/>
      <pc:sldMk cId="449535395" sldId="565"/>
    </pc:sldMkLst>
    <p188:pos x="127000" y="127000"/>
    <p188:txBody>
      <a:bodyPr/>
      <a:lstStyle/>
      <a:p>
        <a:r>
          <a:rPr lang="en-US"/>
          <a:t>Wrong Slide Layout detected:</a:t>
        </a:r>
      </a:p>
      <a:p>
        <a:r>
          <a:rPr lang="en-US"/>
          <a:t>Please select a proper ST Layout template</a:t>
        </a:r>
      </a:p>
    </p188:txBody>
  </p188:cm>
</p188:cmLst>
</file>

<file path=ppt/comments/modernComment_236_CB86751E.xml><?xml version="1.0" encoding="utf-8"?>
<p188:cmLst xmlns:a="http://schemas.openxmlformats.org/drawingml/2006/main" xmlns:r="http://schemas.openxmlformats.org/officeDocument/2006/relationships" xmlns:p188="http://schemas.microsoft.com/office/powerpoint/2018/8/main">
  <p188:cm id="{1992DB1E-8E71-43CB-BF23-F04F7C6CA079}" authorId="{4A5CD6D8-3140-9AED-417C-67238DA3D55A}" created="2024-09-10T13:38:30.294">
    <pc:sldMkLst xmlns:pc="http://schemas.microsoft.com/office/powerpoint/2013/main/command">
      <pc:docMk/>
      <pc:sldMk cId="3414586654" sldId="566"/>
    </pc:sldMkLst>
    <p188:pos x="127000" y="127000"/>
    <p188:txBody>
      <a:bodyPr/>
      <a:lstStyle/>
      <a:p>
        <a:r>
          <a:rPr lang="en-US"/>
          <a:t>Wrong Slide Layout detected:</a:t>
        </a:r>
      </a:p>
      <a:p>
        <a:r>
          <a:rPr lang="en-US"/>
          <a:t>Please select a proper ST Layout template</a:t>
        </a:r>
      </a:p>
    </p188:txBody>
  </p188:cm>
</p188:cmLst>
</file>

<file path=ppt/comments/modernComment_237_7B4F0A3D.xml><?xml version="1.0" encoding="utf-8"?>
<p188:cmLst xmlns:a="http://schemas.openxmlformats.org/drawingml/2006/main" xmlns:r="http://schemas.openxmlformats.org/officeDocument/2006/relationships" xmlns:p188="http://schemas.microsoft.com/office/powerpoint/2018/8/main">
  <p188:cm id="{61AAA2E6-0913-4ED5-9E35-99C4270A34EA}" authorId="{4A5CD6D8-3140-9AED-417C-67238DA3D55A}" created="2024-09-10T13:38:30.326">
    <pc:sldMkLst xmlns:pc="http://schemas.microsoft.com/office/powerpoint/2013/main/command">
      <pc:docMk/>
      <pc:sldMk cId="2068777533" sldId="567"/>
    </pc:sldMkLst>
    <p188:pos x="127000" y="127000"/>
    <p188:txBody>
      <a:bodyPr/>
      <a:lstStyle/>
      <a:p>
        <a:r>
          <a:rPr lang="en-US"/>
          <a:t>Wrong Slide Layout detected:</a:t>
        </a:r>
      </a:p>
      <a:p>
        <a:r>
          <a:rPr lang="en-US"/>
          <a:t>Please select a proper ST Layout template</a:t>
        </a:r>
      </a:p>
    </p188:txBody>
  </p188:cm>
</p188:cmLst>
</file>

<file path=ppt/comments/modernComment_238_4D069D4.xml><?xml version="1.0" encoding="utf-8"?>
<p188:cmLst xmlns:a="http://schemas.openxmlformats.org/drawingml/2006/main" xmlns:r="http://schemas.openxmlformats.org/officeDocument/2006/relationships" xmlns:p188="http://schemas.microsoft.com/office/powerpoint/2018/8/main">
  <p188:cm id="{79CB3DF0-B74E-405D-8EEA-D161A60ED5C5}" authorId="{4A5CD6D8-3140-9AED-417C-67238DA3D55A}" created="2024-09-10T13:38:30.357">
    <pc:sldMkLst xmlns:pc="http://schemas.microsoft.com/office/powerpoint/2013/main/command">
      <pc:docMk/>
      <pc:sldMk cId="80767444" sldId="568"/>
    </pc:sldMkLst>
    <p188:pos x="127000" y="127000"/>
    <p188:txBody>
      <a:bodyPr/>
      <a:lstStyle/>
      <a:p>
        <a:r>
          <a:rPr lang="en-US"/>
          <a:t>Wrong Slide Layout detected:</a:t>
        </a:r>
      </a:p>
      <a:p>
        <a:r>
          <a:rPr lang="en-US"/>
          <a:t>Please select a proper ST Layout template</a:t>
        </a:r>
      </a:p>
    </p188:txBody>
  </p188:cm>
</p188:cmLst>
</file>

<file path=ppt/comments/modernComment_239_700E270B.xml><?xml version="1.0" encoding="utf-8"?>
<p188:cmLst xmlns:a="http://schemas.openxmlformats.org/drawingml/2006/main" xmlns:r="http://schemas.openxmlformats.org/officeDocument/2006/relationships" xmlns:p188="http://schemas.microsoft.com/office/powerpoint/2018/8/main">
  <p188:cm id="{8690CD34-B4F4-41B9-A3B6-1EEC30383739}" authorId="{4A5CD6D8-3140-9AED-417C-67238DA3D55A}" created="2024-09-10T13:38:30.373">
    <pc:sldMkLst xmlns:pc="http://schemas.microsoft.com/office/powerpoint/2013/main/command">
      <pc:docMk/>
      <pc:sldMk cId="1879975691" sldId="569"/>
    </pc:sldMkLst>
    <p188:pos x="127000" y="127000"/>
    <p188:txBody>
      <a:bodyPr/>
      <a:lstStyle/>
      <a:p>
        <a:r>
          <a:rPr lang="en-US"/>
          <a:t>Wrong Slide Layout detected:</a:t>
        </a:r>
      </a:p>
      <a:p>
        <a:r>
          <a:rPr lang="en-US"/>
          <a:t>Please select a proper ST Layout template</a:t>
        </a:r>
      </a:p>
    </p188:txBody>
  </p188:cm>
</p188:cmLst>
</file>

<file path=ppt/comments/modernComment_266_2A151BBB.xml><?xml version="1.0" encoding="utf-8"?>
<p188:cmLst xmlns:a="http://schemas.openxmlformats.org/drawingml/2006/main" xmlns:r="http://schemas.openxmlformats.org/officeDocument/2006/relationships" xmlns:p188="http://schemas.microsoft.com/office/powerpoint/2018/8/main">
  <p188:cm id="{12663988-D97D-4928-A791-F389B5E488FE}" authorId="{4A5CD6D8-3140-9AED-417C-67238DA3D55A}" created="2024-08-06T11:47:38.878">
    <pc:sldMkLst xmlns:pc="http://schemas.microsoft.com/office/powerpoint/2013/main/command">
      <pc:docMk/>
      <pc:sldMk cId="4113719392" sldId="559"/>
    </pc:sldMkLst>
    <p188:pos x="127000" y="127000"/>
    <p188:txBody>
      <a:bodyPr/>
      <a:lstStyle/>
      <a:p>
        <a:r>
          <a:rPr lang="en-US"/>
          <a:t>Wrong Slide Layout detected:</a:t>
        </a:r>
      </a:p>
      <a:p>
        <a:r>
          <a:rPr lang="en-US"/>
          <a:t>Please select a proper ST Layout template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A1AD421-B8DB-7943-B67F-E8827DD5399A}" type="datetimeFigureOut">
              <a:rPr lang="fr-FR" smtClean="0"/>
              <a:pPr/>
              <a:t>02/04/2025</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38B13BF-0760-2E42-BCFD-82A0C242B3EE}" type="slidenum">
              <a:rPr lang="fr-FR" smtClean="0"/>
              <a:pPr/>
              <a:t>‹N°›</a:t>
            </a:fld>
            <a:endParaRPr lang="fr-FR"/>
          </a:p>
        </p:txBody>
      </p:sp>
    </p:spTree>
    <p:extLst>
      <p:ext uri="{BB962C8B-B14F-4D97-AF65-F5344CB8AC3E}">
        <p14:creationId xmlns:p14="http://schemas.microsoft.com/office/powerpoint/2010/main" val="9848520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921C64-2856-3B4F-8D4B-D915B3131B9A}" type="datetimeFigureOut">
              <a:rPr lang="fr-FR" smtClean="0"/>
              <a:pPr/>
              <a:t>02/04/2025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9BA11-BB5B-F64D-809E-65F18E1A87CE}" type="slidenum">
              <a:rPr lang="fr-FR" smtClean="0"/>
              <a:pPr/>
              <a:t>‹N°›</a:t>
            </a:fld>
            <a:endParaRPr lang="fr-FR"/>
          </a:p>
        </p:txBody>
      </p:sp>
    </p:spTree>
    <p:extLst>
      <p:ext uri="{BB962C8B-B14F-4D97-AF65-F5344CB8AC3E}">
        <p14:creationId xmlns:p14="http://schemas.microsoft.com/office/powerpoint/2010/main" val="1225316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sz="1600" dirty="0">
              <a:latin typeface="Arial" panose="020B0604020202020204" pitchFamily="34" charset="0"/>
            </a:endParaRP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59BA11-BB5B-F64D-809E-65F18E1A87CE}" type="slidenum">
              <a:rPr kumimoji="0" lang="en-US" sz="16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27980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2</a:t>
            </a:fld>
            <a:endParaRPr lang="en-US" sz="1600" dirty="0">
              <a:latin typeface="Arial" panose="020B0604020202020204" pitchFamily="34" charset="0"/>
            </a:endParaRPr>
          </a:p>
        </p:txBody>
      </p:sp>
    </p:spTree>
    <p:extLst>
      <p:ext uri="{BB962C8B-B14F-4D97-AF65-F5344CB8AC3E}">
        <p14:creationId xmlns:p14="http://schemas.microsoft.com/office/powerpoint/2010/main" val="1226758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3</a:t>
            </a:fld>
            <a:endParaRPr lang="en-US" sz="1600" dirty="0">
              <a:latin typeface="Arial" panose="020B0604020202020204" pitchFamily="34" charset="0"/>
            </a:endParaRPr>
          </a:p>
        </p:txBody>
      </p:sp>
    </p:spTree>
    <p:extLst>
      <p:ext uri="{BB962C8B-B14F-4D97-AF65-F5344CB8AC3E}">
        <p14:creationId xmlns:p14="http://schemas.microsoft.com/office/powerpoint/2010/main" val="13511753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4</a:t>
            </a:fld>
            <a:endParaRPr lang="en-US" sz="1600" dirty="0">
              <a:latin typeface="Arial" panose="020B0604020202020204" pitchFamily="34" charset="0"/>
            </a:endParaRPr>
          </a:p>
        </p:txBody>
      </p:sp>
    </p:spTree>
    <p:extLst>
      <p:ext uri="{BB962C8B-B14F-4D97-AF65-F5344CB8AC3E}">
        <p14:creationId xmlns:p14="http://schemas.microsoft.com/office/powerpoint/2010/main" val="1833114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5</a:t>
            </a:fld>
            <a:endParaRPr lang="en-US" sz="1600" dirty="0">
              <a:latin typeface="Arial" panose="020B0604020202020204" pitchFamily="34" charset="0"/>
            </a:endParaRPr>
          </a:p>
        </p:txBody>
      </p:sp>
    </p:spTree>
    <p:extLst>
      <p:ext uri="{BB962C8B-B14F-4D97-AF65-F5344CB8AC3E}">
        <p14:creationId xmlns:p14="http://schemas.microsoft.com/office/powerpoint/2010/main" val="20668045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sz="1600" dirty="0" err="1">
                <a:latin typeface="Arial" panose="020B0604020202020204" pitchFamily="34" charset="0"/>
              </a:rPr>
              <a:t>OCxREF</a:t>
            </a:r>
            <a:r>
              <a:rPr lang="en-US" sz="1600" dirty="0">
                <a:latin typeface="Arial" panose="020B0604020202020204" pitchFamily="34" charset="0"/>
              </a:rPr>
              <a:t> </a:t>
            </a:r>
            <a:r>
              <a:rPr lang="en-US" sz="1600" dirty="0">
                <a:latin typeface="Arial" panose="020B0604020202020204" pitchFamily="34" charset="0"/>
                <a:sym typeface="Wingdings" panose="05000000000000000000" pitchFamily="2" charset="2"/>
              </a:rPr>
              <a:t> </a:t>
            </a:r>
            <a:r>
              <a:rPr lang="en-US" sz="1600" b="1" i="0" dirty="0">
                <a:solidFill>
                  <a:srgbClr val="5F6368"/>
                </a:solidFill>
                <a:effectLst/>
                <a:latin typeface="Arial" panose="020B0604020202020204" pitchFamily="34" charset="0"/>
              </a:rPr>
              <a:t>The </a:t>
            </a:r>
            <a:r>
              <a:rPr lang="en-US" sz="1600" b="1" i="0" dirty="0" err="1">
                <a:solidFill>
                  <a:srgbClr val="5F6368"/>
                </a:solidFill>
                <a:effectLst/>
                <a:latin typeface="Arial" panose="020B0604020202020204" pitchFamily="34" charset="0"/>
              </a:rPr>
              <a:t>OCxRef</a:t>
            </a:r>
            <a:r>
              <a:rPr lang="en-US" sz="1600" b="1" i="0" dirty="0">
                <a:solidFill>
                  <a:srgbClr val="5F6368"/>
                </a:solidFill>
                <a:effectLst/>
                <a:latin typeface="Arial" panose="020B0604020202020204" pitchFamily="34" charset="0"/>
              </a:rPr>
              <a:t> signal is forced low when the counter (CNT) matches the capture/compare register (CCRx</a:t>
            </a:r>
            <a:r>
              <a:rPr lang="en-US" sz="1600" b="0" i="0" dirty="0">
                <a:solidFill>
                  <a:srgbClr val="4D5156"/>
                </a:solidFill>
                <a:effectLst/>
                <a:latin typeface="Arial" panose="020B0604020202020204" pitchFamily="34" charset="0"/>
              </a:rPr>
              <a:t>);</a:t>
            </a:r>
            <a:endParaRPr lang="en-US" sz="1600" dirty="0">
              <a:latin typeface="Arial" panose="020B0604020202020204" pitchFamily="34" charset="0"/>
              <a:sym typeface="Wingdings" panose="05000000000000000000" pitchFamily="2" charset="2"/>
            </a:endParaRPr>
          </a:p>
          <a:p>
            <a:r>
              <a:rPr lang="en-US" sz="1600" dirty="0" err="1">
                <a:latin typeface="Arial" panose="020B0604020202020204" pitchFamily="34" charset="0"/>
                <a:sym typeface="Wingdings" panose="05000000000000000000" pitchFamily="2" charset="2"/>
              </a:rPr>
              <a:t>CCxIF</a:t>
            </a:r>
            <a:r>
              <a:rPr lang="en-US" sz="1600" dirty="0">
                <a:latin typeface="Arial" panose="020B0604020202020204" pitchFamily="34" charset="0"/>
                <a:sym typeface="Wingdings" panose="05000000000000000000" pitchFamily="2" charset="2"/>
              </a:rPr>
              <a:t>  Interrupt Flag</a:t>
            </a:r>
          </a:p>
          <a:p>
            <a:r>
              <a:rPr lang="en-US" sz="1600" dirty="0">
                <a:latin typeface="Arial" panose="020B0604020202020204" pitchFamily="34" charset="0"/>
                <a:sym typeface="Wingdings" panose="05000000000000000000" pitchFamily="2" charset="2"/>
              </a:rPr>
              <a:t>CMS  </a:t>
            </a:r>
            <a:r>
              <a:rPr lang="en-US" sz="1600" b="0" i="0" u="none" strike="noStrike" baseline="0" dirty="0">
                <a:solidFill>
                  <a:srgbClr val="000000"/>
                </a:solidFill>
                <a:latin typeface="Arial" panose="020B0604020202020204" pitchFamily="34" charset="0"/>
              </a:rPr>
              <a:t>Center-aligned mode selection </a:t>
            </a:r>
          </a:p>
          <a:p>
            <a:endParaRPr lang="en-US" sz="1600" b="0" i="0" u="none" strike="noStrike" baseline="0" dirty="0">
              <a:solidFill>
                <a:srgbClr val="000000"/>
              </a:solidFill>
              <a:latin typeface="Arial" panose="020B0604020202020204" pitchFamily="34" charset="0"/>
            </a:endParaRPr>
          </a:p>
          <a:p>
            <a:r>
              <a:rPr lang="en-US" sz="1600" b="0" i="0" u="none" strike="noStrike" baseline="0" dirty="0">
                <a:solidFill>
                  <a:srgbClr val="000000"/>
                </a:solidFill>
                <a:latin typeface="Arial" panose="020B0604020202020204" pitchFamily="34" charset="0"/>
              </a:rPr>
              <a:t>00: Edge-aligned mode. The counter counts up or down depending on the direction bit (DIR). 01: Center-aligned mode 1. The counter counts up and down alternatively. Output compare interrupt flags of channels configured in output (</a:t>
            </a:r>
            <a:r>
              <a:rPr lang="en-US" sz="1600" b="0" i="0" u="none" strike="noStrike" baseline="0" dirty="0" err="1">
                <a:solidFill>
                  <a:srgbClr val="000000"/>
                </a:solidFill>
                <a:latin typeface="Arial" panose="020B0604020202020204" pitchFamily="34" charset="0"/>
              </a:rPr>
              <a:t>CCxS</a:t>
            </a:r>
            <a:r>
              <a:rPr lang="en-US" sz="1600" b="0" i="0" u="none" strike="noStrike" baseline="0" dirty="0">
                <a:solidFill>
                  <a:srgbClr val="000000"/>
                </a:solidFill>
                <a:latin typeface="Arial" panose="020B0604020202020204" pitchFamily="34" charset="0"/>
              </a:rPr>
              <a:t>=00 in </a:t>
            </a:r>
            <a:r>
              <a:rPr lang="en-US" sz="1600" b="0" i="0" u="none" strike="noStrike" baseline="0" dirty="0" err="1">
                <a:solidFill>
                  <a:srgbClr val="000000"/>
                </a:solidFill>
                <a:latin typeface="Arial" panose="020B0604020202020204" pitchFamily="34" charset="0"/>
              </a:rPr>
              <a:t>TIMx_CCMRx</a:t>
            </a:r>
            <a:r>
              <a:rPr lang="en-US" sz="1600" b="0" i="0" u="none" strike="noStrike" baseline="0" dirty="0">
                <a:solidFill>
                  <a:srgbClr val="000000"/>
                </a:solidFill>
                <a:latin typeface="Arial" panose="020B0604020202020204" pitchFamily="34" charset="0"/>
              </a:rPr>
              <a:t> register) are set only when the counter is counting down. 10: Center-aligned mode 2. The counter counts up and down alternatively. Output compare interrupt flags of channels configured in output (</a:t>
            </a:r>
            <a:r>
              <a:rPr lang="en-US" sz="1600" b="0" i="0" u="none" strike="noStrike" baseline="0" dirty="0" err="1">
                <a:solidFill>
                  <a:srgbClr val="000000"/>
                </a:solidFill>
                <a:latin typeface="Arial" panose="020B0604020202020204" pitchFamily="34" charset="0"/>
              </a:rPr>
              <a:t>CCxS</a:t>
            </a:r>
            <a:r>
              <a:rPr lang="en-US" sz="1600" b="0" i="0" u="none" strike="noStrike" baseline="0" dirty="0">
                <a:solidFill>
                  <a:srgbClr val="000000"/>
                </a:solidFill>
                <a:latin typeface="Arial" panose="020B0604020202020204" pitchFamily="34" charset="0"/>
              </a:rPr>
              <a:t>=00 in </a:t>
            </a:r>
            <a:r>
              <a:rPr lang="en-US" sz="1600" b="0" i="0" u="none" strike="noStrike" baseline="0" dirty="0" err="1">
                <a:solidFill>
                  <a:srgbClr val="000000"/>
                </a:solidFill>
                <a:latin typeface="Arial" panose="020B0604020202020204" pitchFamily="34" charset="0"/>
              </a:rPr>
              <a:t>TIMx_CCMRx</a:t>
            </a:r>
            <a:r>
              <a:rPr lang="en-US" sz="1600" b="0" i="0" u="none" strike="noStrike" baseline="0" dirty="0">
                <a:solidFill>
                  <a:srgbClr val="000000"/>
                </a:solidFill>
                <a:latin typeface="Arial" panose="020B0604020202020204" pitchFamily="34" charset="0"/>
              </a:rPr>
              <a:t> register) are set only when the counter is counting up. 11: Center-aligned mode 3. The counter counts up and down alternatively. Output compare interrupt flags of channels configured in output (</a:t>
            </a:r>
            <a:r>
              <a:rPr lang="en-US" sz="1600" b="0" i="0" u="none" strike="noStrike" baseline="0" dirty="0" err="1">
                <a:solidFill>
                  <a:srgbClr val="000000"/>
                </a:solidFill>
                <a:latin typeface="Arial" panose="020B0604020202020204" pitchFamily="34" charset="0"/>
              </a:rPr>
              <a:t>CCxS</a:t>
            </a:r>
            <a:r>
              <a:rPr lang="en-US" sz="1600" b="0" i="0" u="none" strike="noStrike" baseline="0" dirty="0">
                <a:solidFill>
                  <a:srgbClr val="000000"/>
                </a:solidFill>
                <a:latin typeface="Arial" panose="020B0604020202020204" pitchFamily="34" charset="0"/>
              </a:rPr>
              <a:t>=00 in </a:t>
            </a:r>
            <a:r>
              <a:rPr lang="en-US" sz="1600" b="0" i="0" u="none" strike="noStrike" baseline="0" dirty="0" err="1">
                <a:solidFill>
                  <a:srgbClr val="000000"/>
                </a:solidFill>
                <a:latin typeface="Arial" panose="020B0604020202020204" pitchFamily="34" charset="0"/>
              </a:rPr>
              <a:t>TIMx_CCMRx</a:t>
            </a:r>
            <a:r>
              <a:rPr lang="en-US" sz="1600" b="0" i="0" u="none" strike="noStrike" baseline="0" dirty="0">
                <a:solidFill>
                  <a:srgbClr val="000000"/>
                </a:solidFill>
                <a:latin typeface="Arial" panose="020B0604020202020204" pitchFamily="34" charset="0"/>
              </a:rPr>
              <a:t> register) are set both when the counter is counting up or down. </a:t>
            </a:r>
            <a:r>
              <a:rPr lang="en-US" sz="1600" b="0" i="1" u="none" strike="noStrike" baseline="0" dirty="0">
                <a:solidFill>
                  <a:srgbClr val="000000"/>
                </a:solidFill>
                <a:latin typeface="Arial" panose="020B0604020202020204" pitchFamily="34" charset="0"/>
              </a:rPr>
              <a:t>Note: It is not allowed to switch from edge-aligned mode to center-aligned mode as long as the counter is enabled (CEN=1) </a:t>
            </a:r>
            <a:endParaRPr lang="en-US" sz="1600" dirty="0">
              <a:latin typeface="Arial" panose="020B0604020202020204" pitchFamily="34" charset="0"/>
            </a:endParaRPr>
          </a:p>
        </p:txBody>
      </p:sp>
      <p:sp>
        <p:nvSpPr>
          <p:cNvPr id="4" name="Espace réservé du numéro de diapositive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6</a:t>
            </a:fld>
            <a:endParaRPr lang="en-US" sz="1600" dirty="0">
              <a:latin typeface="Arial" panose="020B0604020202020204" pitchFamily="34" charset="0"/>
            </a:endParaRPr>
          </a:p>
        </p:txBody>
      </p:sp>
    </p:spTree>
    <p:extLst>
      <p:ext uri="{BB962C8B-B14F-4D97-AF65-F5344CB8AC3E}">
        <p14:creationId xmlns:p14="http://schemas.microsoft.com/office/powerpoint/2010/main" val="509082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7</a:t>
            </a:fld>
            <a:endParaRPr lang="en-US" sz="1600" dirty="0">
              <a:latin typeface="Arial" panose="020B0604020202020204" pitchFamily="34" charset="0"/>
            </a:endParaRPr>
          </a:p>
        </p:txBody>
      </p:sp>
    </p:spTree>
    <p:extLst>
      <p:ext uri="{BB962C8B-B14F-4D97-AF65-F5344CB8AC3E}">
        <p14:creationId xmlns:p14="http://schemas.microsoft.com/office/powerpoint/2010/main" val="3972216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8</a:t>
            </a:fld>
            <a:endParaRPr lang="en-US" sz="1600" dirty="0">
              <a:latin typeface="Arial" panose="020B0604020202020204" pitchFamily="34" charset="0"/>
            </a:endParaRPr>
          </a:p>
        </p:txBody>
      </p:sp>
    </p:spTree>
    <p:extLst>
      <p:ext uri="{BB962C8B-B14F-4D97-AF65-F5344CB8AC3E}">
        <p14:creationId xmlns:p14="http://schemas.microsoft.com/office/powerpoint/2010/main" val="1497511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9</a:t>
            </a:fld>
            <a:endParaRPr lang="en-US" sz="1600" dirty="0">
              <a:latin typeface="Arial" panose="020B0604020202020204" pitchFamily="34" charset="0"/>
            </a:endParaRPr>
          </a:p>
        </p:txBody>
      </p:sp>
    </p:spTree>
    <p:extLst>
      <p:ext uri="{BB962C8B-B14F-4D97-AF65-F5344CB8AC3E}">
        <p14:creationId xmlns:p14="http://schemas.microsoft.com/office/powerpoint/2010/main" val="2196840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sz="1600" dirty="0">
                <a:latin typeface="Arial" panose="020B0604020202020204" pitchFamily="34" charset="0"/>
              </a:rPr>
              <a:t>Mode PWM 1 : en </a:t>
            </a:r>
            <a:r>
              <a:rPr lang="en-US" sz="1600" dirty="0" err="1">
                <a:latin typeface="Arial" panose="020B0604020202020204" pitchFamily="34" charset="0"/>
              </a:rPr>
              <a:t>incrémentation</a:t>
            </a:r>
            <a:r>
              <a:rPr lang="en-US" sz="1600" dirty="0">
                <a:latin typeface="Arial" panose="020B0604020202020204" pitchFamily="34" charset="0"/>
              </a:rPr>
              <a:t>, le canal </a:t>
            </a:r>
            <a:r>
              <a:rPr lang="en-US" sz="1600" dirty="0" err="1">
                <a:latin typeface="Arial" panose="020B0604020202020204" pitchFamily="34" charset="0"/>
              </a:rPr>
              <a:t>est</a:t>
            </a:r>
            <a:r>
              <a:rPr lang="en-US" sz="1600" dirty="0">
                <a:latin typeface="Arial" panose="020B0604020202020204" pitchFamily="34" charset="0"/>
              </a:rPr>
              <a:t> </a:t>
            </a:r>
            <a:r>
              <a:rPr lang="en-US" sz="1600" dirty="0" err="1">
                <a:latin typeface="Arial" panose="020B0604020202020204" pitchFamily="34" charset="0"/>
              </a:rPr>
              <a:t>actif</a:t>
            </a:r>
            <a:r>
              <a:rPr lang="en-US" sz="1600" dirty="0">
                <a:latin typeface="Arial" panose="020B0604020202020204" pitchFamily="34" charset="0"/>
              </a:rPr>
              <a:t> tant que Period &lt; Pulse, </a:t>
            </a:r>
            <a:r>
              <a:rPr lang="en-US" sz="1600" dirty="0" err="1">
                <a:latin typeface="Arial" panose="020B0604020202020204" pitchFamily="34" charset="0"/>
              </a:rPr>
              <a:t>sinon</a:t>
            </a:r>
            <a:r>
              <a:rPr lang="en-US" sz="1600" dirty="0">
                <a:latin typeface="Arial" panose="020B0604020202020204" pitchFamily="34" charset="0"/>
              </a:rPr>
              <a:t> il </a:t>
            </a:r>
            <a:r>
              <a:rPr lang="en-US" sz="1600" dirty="0" err="1">
                <a:latin typeface="Arial" panose="020B0604020202020204" pitchFamily="34" charset="0"/>
              </a:rPr>
              <a:t>est</a:t>
            </a:r>
            <a:r>
              <a:rPr lang="en-US" sz="1600" dirty="0">
                <a:latin typeface="Arial" panose="020B0604020202020204" pitchFamily="34" charset="0"/>
              </a:rPr>
              <a:t> </a:t>
            </a:r>
            <a:r>
              <a:rPr lang="en-US" sz="1600" dirty="0" err="1">
                <a:latin typeface="Arial" panose="020B0604020202020204" pitchFamily="34" charset="0"/>
              </a:rPr>
              <a:t>inactif</a:t>
            </a:r>
            <a:r>
              <a:rPr lang="en-US" sz="1600" dirty="0">
                <a:latin typeface="Arial" panose="020B0604020202020204" pitchFamily="34" charset="0"/>
              </a:rPr>
              <a:t>.</a:t>
            </a:r>
          </a:p>
          <a:p>
            <a:r>
              <a:rPr lang="en-US" sz="1600" dirty="0">
                <a:latin typeface="Arial" panose="020B0604020202020204" pitchFamily="34" charset="0"/>
              </a:rPr>
              <a:t>En </a:t>
            </a:r>
            <a:r>
              <a:rPr lang="en-US" sz="1600" dirty="0" err="1">
                <a:latin typeface="Arial" panose="020B0604020202020204" pitchFamily="34" charset="0"/>
              </a:rPr>
              <a:t>décompte</a:t>
            </a:r>
            <a:r>
              <a:rPr lang="en-US" sz="1600" dirty="0">
                <a:latin typeface="Arial" panose="020B0604020202020204" pitchFamily="34" charset="0"/>
              </a:rPr>
              <a:t>, le canal </a:t>
            </a:r>
            <a:r>
              <a:rPr lang="en-US" sz="1600" dirty="0" err="1">
                <a:latin typeface="Arial" panose="020B0604020202020204" pitchFamily="34" charset="0"/>
              </a:rPr>
              <a:t>est</a:t>
            </a:r>
            <a:r>
              <a:rPr lang="en-US" sz="1600" dirty="0">
                <a:latin typeface="Arial" panose="020B0604020202020204" pitchFamily="34" charset="0"/>
              </a:rPr>
              <a:t> </a:t>
            </a:r>
            <a:r>
              <a:rPr lang="en-US" sz="1600" dirty="0" err="1">
                <a:latin typeface="Arial" panose="020B0604020202020204" pitchFamily="34" charset="0"/>
              </a:rPr>
              <a:t>inactif</a:t>
            </a:r>
            <a:r>
              <a:rPr lang="en-US" sz="1600" dirty="0">
                <a:latin typeface="Arial" panose="020B0604020202020204" pitchFamily="34" charset="0"/>
              </a:rPr>
              <a:t> tant que Period &gt; Pulse, </a:t>
            </a:r>
            <a:r>
              <a:rPr lang="en-US" sz="1600" dirty="0" err="1">
                <a:latin typeface="Arial" panose="020B0604020202020204" pitchFamily="34" charset="0"/>
              </a:rPr>
              <a:t>sinon</a:t>
            </a:r>
            <a:r>
              <a:rPr lang="en-US" sz="1600" dirty="0">
                <a:latin typeface="Arial" panose="020B0604020202020204" pitchFamily="34" charset="0"/>
              </a:rPr>
              <a:t> il </a:t>
            </a:r>
            <a:r>
              <a:rPr lang="en-US" sz="1600" dirty="0" err="1">
                <a:latin typeface="Arial" panose="020B0604020202020204" pitchFamily="34" charset="0"/>
              </a:rPr>
              <a:t>est</a:t>
            </a:r>
            <a:r>
              <a:rPr lang="en-US" sz="1600" dirty="0">
                <a:latin typeface="Arial" panose="020B0604020202020204" pitchFamily="34" charset="0"/>
              </a:rPr>
              <a:t> </a:t>
            </a:r>
            <a:r>
              <a:rPr lang="en-US" sz="1600" dirty="0" err="1">
                <a:latin typeface="Arial" panose="020B0604020202020204" pitchFamily="34" charset="0"/>
              </a:rPr>
              <a:t>actif</a:t>
            </a:r>
            <a:r>
              <a:rPr lang="en-US" sz="1600" dirty="0">
                <a:latin typeface="Arial" panose="020B0604020202020204" pitchFamily="34" charset="0"/>
              </a:rPr>
              <a:t>.</a:t>
            </a:r>
          </a:p>
          <a:p>
            <a:r>
              <a:rPr lang="en-US" sz="1600" dirty="0">
                <a:latin typeface="Arial" panose="020B0604020202020204" pitchFamily="34" charset="0"/>
              </a:rPr>
              <a:t>- Mode PWM 2 : en </a:t>
            </a:r>
            <a:r>
              <a:rPr lang="en-US" sz="1600" dirty="0" err="1">
                <a:latin typeface="Arial" panose="020B0604020202020204" pitchFamily="34" charset="0"/>
              </a:rPr>
              <a:t>décrémentation</a:t>
            </a:r>
            <a:r>
              <a:rPr lang="en-US" sz="1600" dirty="0">
                <a:latin typeface="Arial" panose="020B0604020202020204" pitchFamily="34" charset="0"/>
              </a:rPr>
              <a:t>, le canal 1 </a:t>
            </a:r>
            <a:r>
              <a:rPr lang="en-US" sz="1600" dirty="0" err="1">
                <a:latin typeface="Arial" panose="020B0604020202020204" pitchFamily="34" charset="0"/>
              </a:rPr>
              <a:t>est</a:t>
            </a:r>
            <a:r>
              <a:rPr lang="en-US" sz="1600" dirty="0">
                <a:latin typeface="Arial" panose="020B0604020202020204" pitchFamily="34" charset="0"/>
              </a:rPr>
              <a:t> </a:t>
            </a:r>
            <a:r>
              <a:rPr lang="en-US" sz="1600" dirty="0" err="1">
                <a:latin typeface="Arial" panose="020B0604020202020204" pitchFamily="34" charset="0"/>
              </a:rPr>
              <a:t>inactif</a:t>
            </a:r>
            <a:r>
              <a:rPr lang="en-US" sz="1600" dirty="0">
                <a:latin typeface="Arial" panose="020B0604020202020204" pitchFamily="34" charset="0"/>
              </a:rPr>
              <a:t> tant que Period &lt; Pulse, </a:t>
            </a:r>
            <a:r>
              <a:rPr lang="en-US" sz="1600" dirty="0" err="1">
                <a:latin typeface="Arial" panose="020B0604020202020204" pitchFamily="34" charset="0"/>
              </a:rPr>
              <a:t>sinon</a:t>
            </a:r>
            <a:r>
              <a:rPr lang="en-US" sz="1600" dirty="0">
                <a:latin typeface="Arial" panose="020B0604020202020204" pitchFamily="34" charset="0"/>
              </a:rPr>
              <a:t> il </a:t>
            </a:r>
            <a:r>
              <a:rPr lang="en-US" sz="1600" dirty="0" err="1">
                <a:latin typeface="Arial" panose="020B0604020202020204" pitchFamily="34" charset="0"/>
              </a:rPr>
              <a:t>est</a:t>
            </a:r>
            <a:r>
              <a:rPr lang="en-US" sz="1600" dirty="0">
                <a:latin typeface="Arial" panose="020B0604020202020204" pitchFamily="34" charset="0"/>
              </a:rPr>
              <a:t> </a:t>
            </a:r>
            <a:r>
              <a:rPr lang="en-US" sz="1600" dirty="0" err="1">
                <a:latin typeface="Arial" panose="020B0604020202020204" pitchFamily="34" charset="0"/>
              </a:rPr>
              <a:t>actif</a:t>
            </a:r>
            <a:r>
              <a:rPr lang="en-US" sz="1600" dirty="0">
                <a:latin typeface="Arial" panose="020B0604020202020204" pitchFamily="34" charset="0"/>
              </a:rPr>
              <a:t>.</a:t>
            </a:r>
          </a:p>
          <a:p>
            <a:r>
              <a:rPr lang="en-US" sz="1600" dirty="0">
                <a:latin typeface="Arial" panose="020B0604020202020204" pitchFamily="34" charset="0"/>
              </a:rPr>
              <a:t>En </a:t>
            </a:r>
            <a:r>
              <a:rPr lang="en-US" sz="1600" dirty="0" err="1">
                <a:latin typeface="Arial" panose="020B0604020202020204" pitchFamily="34" charset="0"/>
              </a:rPr>
              <a:t>décomptage</a:t>
            </a:r>
            <a:r>
              <a:rPr lang="en-US" sz="1600" dirty="0">
                <a:latin typeface="Arial" panose="020B0604020202020204" pitchFamily="34" charset="0"/>
              </a:rPr>
              <a:t>, le canal 1 </a:t>
            </a:r>
            <a:r>
              <a:rPr lang="en-US" sz="1600" dirty="0" err="1">
                <a:latin typeface="Arial" panose="020B0604020202020204" pitchFamily="34" charset="0"/>
              </a:rPr>
              <a:t>est</a:t>
            </a:r>
            <a:r>
              <a:rPr lang="en-US" sz="1600" dirty="0">
                <a:latin typeface="Arial" panose="020B0604020202020204" pitchFamily="34" charset="0"/>
              </a:rPr>
              <a:t> </a:t>
            </a:r>
            <a:r>
              <a:rPr lang="en-US" sz="1600" dirty="0" err="1">
                <a:latin typeface="Arial" panose="020B0604020202020204" pitchFamily="34" charset="0"/>
              </a:rPr>
              <a:t>actif</a:t>
            </a:r>
            <a:r>
              <a:rPr lang="en-US" sz="1600" dirty="0">
                <a:latin typeface="Arial" panose="020B0604020202020204" pitchFamily="34" charset="0"/>
              </a:rPr>
              <a:t> tant que Period &gt; Pulse, </a:t>
            </a:r>
            <a:r>
              <a:rPr lang="en-US" sz="1600" dirty="0" err="1">
                <a:latin typeface="Arial" panose="020B0604020202020204" pitchFamily="34" charset="0"/>
              </a:rPr>
              <a:t>sinon</a:t>
            </a:r>
            <a:r>
              <a:rPr lang="en-US" sz="1600" dirty="0">
                <a:latin typeface="Arial" panose="020B0604020202020204" pitchFamily="34" charset="0"/>
              </a:rPr>
              <a:t> il </a:t>
            </a:r>
            <a:r>
              <a:rPr lang="en-US" sz="1600" dirty="0" err="1">
                <a:latin typeface="Arial" panose="020B0604020202020204" pitchFamily="34" charset="0"/>
              </a:rPr>
              <a:t>est</a:t>
            </a:r>
            <a:r>
              <a:rPr lang="en-US" sz="1600" dirty="0">
                <a:latin typeface="Arial" panose="020B0604020202020204" pitchFamily="34" charset="0"/>
              </a:rPr>
              <a:t> </a:t>
            </a:r>
            <a:r>
              <a:rPr lang="en-US" sz="1600" dirty="0" err="1">
                <a:latin typeface="Arial" panose="020B0604020202020204" pitchFamily="34" charset="0"/>
              </a:rPr>
              <a:t>inactif</a:t>
            </a:r>
            <a:r>
              <a:rPr lang="en-US" sz="1600" dirty="0">
                <a:latin typeface="Arial" panose="020B0604020202020204" pitchFamily="34" charset="0"/>
              </a:rPr>
              <a:t>.</a:t>
            </a:r>
          </a:p>
        </p:txBody>
      </p:sp>
      <p:sp>
        <p:nvSpPr>
          <p:cNvPr id="4" name="Espace réservé du numéro de diapositive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10</a:t>
            </a:fld>
            <a:endParaRPr lang="en-US" sz="1600" dirty="0">
              <a:latin typeface="Arial" panose="020B0604020202020204" pitchFamily="34" charset="0"/>
            </a:endParaRPr>
          </a:p>
        </p:txBody>
      </p:sp>
    </p:spTree>
    <p:extLst>
      <p:ext uri="{BB962C8B-B14F-4D97-AF65-F5344CB8AC3E}">
        <p14:creationId xmlns:p14="http://schemas.microsoft.com/office/powerpoint/2010/main" val="35653520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11</a:t>
            </a:fld>
            <a:endParaRPr lang="en-US" sz="1600" dirty="0">
              <a:latin typeface="Arial" panose="020B0604020202020204" pitchFamily="34" charset="0"/>
            </a:endParaRPr>
          </a:p>
        </p:txBody>
      </p:sp>
    </p:spTree>
    <p:extLst>
      <p:ext uri="{BB962C8B-B14F-4D97-AF65-F5344CB8AC3E}">
        <p14:creationId xmlns:p14="http://schemas.microsoft.com/office/powerpoint/2010/main" val="12928209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12</a:t>
            </a:fld>
            <a:endParaRPr lang="en-US" sz="1600" dirty="0">
              <a:latin typeface="Arial" panose="020B0604020202020204" pitchFamily="34" charset="0"/>
            </a:endParaRPr>
          </a:p>
        </p:txBody>
      </p:sp>
    </p:spTree>
    <p:extLst>
      <p:ext uri="{BB962C8B-B14F-4D97-AF65-F5344CB8AC3E}">
        <p14:creationId xmlns:p14="http://schemas.microsoft.com/office/powerpoint/2010/main" val="17908901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13</a:t>
            </a:fld>
            <a:endParaRPr lang="en-US" sz="1600" dirty="0">
              <a:latin typeface="Arial" panose="020B0604020202020204" pitchFamily="34" charset="0"/>
            </a:endParaRPr>
          </a:p>
        </p:txBody>
      </p:sp>
    </p:spTree>
    <p:extLst>
      <p:ext uri="{BB962C8B-B14F-4D97-AF65-F5344CB8AC3E}">
        <p14:creationId xmlns:p14="http://schemas.microsoft.com/office/powerpoint/2010/main" val="3044803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14</a:t>
            </a:fld>
            <a:endParaRPr lang="en-US" sz="1600" dirty="0">
              <a:latin typeface="Arial" panose="020B0604020202020204" pitchFamily="34" charset="0"/>
            </a:endParaRPr>
          </a:p>
        </p:txBody>
      </p:sp>
    </p:spTree>
    <p:extLst>
      <p:ext uri="{BB962C8B-B14F-4D97-AF65-F5344CB8AC3E}">
        <p14:creationId xmlns:p14="http://schemas.microsoft.com/office/powerpoint/2010/main" val="19878380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15</a:t>
            </a:fld>
            <a:endParaRPr lang="en-US" sz="1600" dirty="0">
              <a:latin typeface="Arial" panose="020B0604020202020204" pitchFamily="34" charset="0"/>
            </a:endParaRPr>
          </a:p>
        </p:txBody>
      </p:sp>
    </p:spTree>
    <p:extLst>
      <p:ext uri="{BB962C8B-B14F-4D97-AF65-F5344CB8AC3E}">
        <p14:creationId xmlns:p14="http://schemas.microsoft.com/office/powerpoint/2010/main" val="38833679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16</a:t>
            </a:fld>
            <a:endParaRPr lang="en-US" sz="1600" dirty="0">
              <a:latin typeface="Arial" panose="020B0604020202020204" pitchFamily="34" charset="0"/>
            </a:endParaRPr>
          </a:p>
        </p:txBody>
      </p:sp>
    </p:spTree>
    <p:extLst>
      <p:ext uri="{BB962C8B-B14F-4D97-AF65-F5344CB8AC3E}">
        <p14:creationId xmlns:p14="http://schemas.microsoft.com/office/powerpoint/2010/main" val="28685639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17</a:t>
            </a:fld>
            <a:endParaRPr lang="en-US" sz="1600" dirty="0">
              <a:latin typeface="Arial" panose="020B0604020202020204" pitchFamily="34" charset="0"/>
            </a:endParaRPr>
          </a:p>
        </p:txBody>
      </p:sp>
    </p:spTree>
    <p:extLst>
      <p:ext uri="{BB962C8B-B14F-4D97-AF65-F5344CB8AC3E}">
        <p14:creationId xmlns:p14="http://schemas.microsoft.com/office/powerpoint/2010/main" val="14051550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st.com/trademarks" TargetMode="External"/><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Main title">
    <p:bg>
      <p:bgPr>
        <a:solidFill>
          <a:srgbClr val="0023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BBC7E-853C-4EAC-941C-F7D4C872CEDA}"/>
              </a:ext>
            </a:extLst>
          </p:cNvPr>
          <p:cNvSpPr>
            <a:spLocks noGrp="1"/>
          </p:cNvSpPr>
          <p:nvPr>
            <p:ph type="ctrTitle" hasCustomPrompt="1"/>
          </p:nvPr>
        </p:nvSpPr>
        <p:spPr>
          <a:xfrm>
            <a:off x="6095999" y="2312988"/>
            <a:ext cx="5795963" cy="2702071"/>
          </a:xfrm>
        </p:spPr>
        <p:txBody>
          <a:bodyPr anchor="ctr"/>
          <a:lstStyle>
            <a:lvl1pPr algn="l">
              <a:defRPr sz="3600" b="1">
                <a:solidFill>
                  <a:schemeClr val="bg1"/>
                </a:solidFill>
              </a:defRPr>
            </a:lvl1pPr>
          </a:lstStyle>
          <a:p>
            <a:r>
              <a:rPr lang="en-US" dirty="0"/>
              <a:t>Presentation title</a:t>
            </a:r>
            <a:endParaRPr lang="fr-FR" dirty="0"/>
          </a:p>
        </p:txBody>
      </p:sp>
      <p:sp>
        <p:nvSpPr>
          <p:cNvPr id="3" name="Subtitle 2">
            <a:extLst>
              <a:ext uri="{FF2B5EF4-FFF2-40B4-BE49-F238E27FC236}">
                <a16:creationId xmlns:a16="http://schemas.microsoft.com/office/drawing/2014/main" id="{F38F8A67-080E-4CD5-8528-5627C41B2D72}"/>
              </a:ext>
            </a:extLst>
          </p:cNvPr>
          <p:cNvSpPr>
            <a:spLocks noGrp="1"/>
          </p:cNvSpPr>
          <p:nvPr>
            <p:ph type="subTitle" idx="1" hasCustomPrompt="1"/>
          </p:nvPr>
        </p:nvSpPr>
        <p:spPr>
          <a:xfrm>
            <a:off x="6095999" y="5015060"/>
            <a:ext cx="5795963" cy="1077764"/>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a:t>
            </a:r>
            <a:endParaRPr lang="fr-FR" dirty="0"/>
          </a:p>
        </p:txBody>
      </p:sp>
      <p:sp>
        <p:nvSpPr>
          <p:cNvPr id="9" name="Rectangle 8">
            <a:extLst>
              <a:ext uri="{FF2B5EF4-FFF2-40B4-BE49-F238E27FC236}">
                <a16:creationId xmlns:a16="http://schemas.microsoft.com/office/drawing/2014/main" id="{B564B28F-A25E-4825-B94D-B2AD0EA2A9F6}"/>
              </a:ext>
            </a:extLst>
          </p:cNvPr>
          <p:cNvSpPr/>
          <p:nvPr/>
        </p:nvSpPr>
        <p:spPr>
          <a:xfrm>
            <a:off x="-228" y="0"/>
            <a:ext cx="43905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020E53B0-4A6F-4EA6-BAD9-3F108425261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25552" y="0"/>
            <a:ext cx="2366448" cy="1824288"/>
          </a:xfrm>
          <a:prstGeom prst="rect">
            <a:avLst/>
          </a:prstGeom>
        </p:spPr>
      </p:pic>
      <p:sp>
        <p:nvSpPr>
          <p:cNvPr id="26" name="Picture Placeholder 14">
            <a:extLst>
              <a:ext uri="{FF2B5EF4-FFF2-40B4-BE49-F238E27FC236}">
                <a16:creationId xmlns:a16="http://schemas.microsoft.com/office/drawing/2014/main" id="{21F7501C-E215-48DE-9901-1589EACC1FF6}"/>
              </a:ext>
            </a:extLst>
          </p:cNvPr>
          <p:cNvSpPr>
            <a:spLocks noGrp="1"/>
          </p:cNvSpPr>
          <p:nvPr>
            <p:ph type="pic" sz="quarter" idx="12" hasCustomPrompt="1"/>
          </p:nvPr>
        </p:nvSpPr>
        <p:spPr>
          <a:xfrm>
            <a:off x="438828" y="0"/>
            <a:ext cx="6280432" cy="6858000"/>
          </a:xfrm>
          <a:custGeom>
            <a:avLst/>
            <a:gdLst>
              <a:gd name="connsiteX0" fmla="*/ 0 w 6280432"/>
              <a:gd name="connsiteY0" fmla="*/ 0 h 6858000"/>
              <a:gd name="connsiteX1" fmla="*/ 6280432 w 6280432"/>
              <a:gd name="connsiteY1" fmla="*/ 0 h 6858000"/>
              <a:gd name="connsiteX2" fmla="*/ 6280432 w 6280432"/>
              <a:gd name="connsiteY2" fmla="*/ 2281561 h 6858000"/>
              <a:gd name="connsiteX3" fmla="*/ 5466285 w 6280432"/>
              <a:gd name="connsiteY3" fmla="*/ 2281561 h 6858000"/>
              <a:gd name="connsiteX4" fmla="*/ 5466285 w 6280432"/>
              <a:gd name="connsiteY4" fmla="*/ 6858000 h 6858000"/>
              <a:gd name="connsiteX5" fmla="*/ 0 w 628043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80432" h="6858000">
                <a:moveTo>
                  <a:pt x="0" y="0"/>
                </a:moveTo>
                <a:lnTo>
                  <a:pt x="6280432" y="0"/>
                </a:lnTo>
                <a:lnTo>
                  <a:pt x="6280432" y="2281561"/>
                </a:lnTo>
                <a:lnTo>
                  <a:pt x="5466285" y="2281561"/>
                </a:lnTo>
                <a:lnTo>
                  <a:pt x="5466285" y="6858000"/>
                </a:lnTo>
                <a:lnTo>
                  <a:pt x="0" y="6858000"/>
                </a:lnTo>
                <a:close/>
              </a:path>
            </a:pathLst>
          </a:custGeom>
          <a:solidFill>
            <a:schemeClr val="bg2"/>
          </a:solidFill>
        </p:spPr>
        <p:txBody>
          <a:bodyPr wrap="square" anchor="ctr">
            <a:noAutofit/>
          </a:bodyPr>
          <a:lstStyle>
            <a:lvl1pPr marL="0" indent="0" algn="ctr">
              <a:buFontTx/>
              <a:buNone/>
              <a:defRPr baseline="0">
                <a:solidFill>
                  <a:schemeClr val="tx1"/>
                </a:solidFill>
              </a:defRPr>
            </a:lvl1pPr>
          </a:lstStyle>
          <a:p>
            <a:r>
              <a:rPr lang="en-US" dirty="0"/>
              <a:t>Drag and drop </a:t>
            </a:r>
            <a:br>
              <a:rPr lang="en-US" dirty="0"/>
            </a:br>
            <a:r>
              <a:rPr lang="en-US" dirty="0"/>
              <a:t>a picture here</a:t>
            </a:r>
          </a:p>
        </p:txBody>
      </p:sp>
    </p:spTree>
    <p:extLst>
      <p:ext uri="{BB962C8B-B14F-4D97-AF65-F5344CB8AC3E}">
        <p14:creationId xmlns:p14="http://schemas.microsoft.com/office/powerpoint/2010/main" val="563263709"/>
      </p:ext>
    </p:extLst>
  </p:cSld>
  <p:clrMapOvr>
    <a:masterClrMapping/>
  </p:clrMapOvr>
  <p:hf hdr="0" ftr="0"/>
  <p:extLst>
    <p:ext uri="{DCECCB84-F9BA-43D5-87BE-67443E8EF086}">
      <p15:sldGuideLst xmlns:p15="http://schemas.microsoft.com/office/powerpoint/2012/main">
        <p15:guide id="1" pos="6516">
          <p15:clr>
            <a:srgbClr val="FBAE40"/>
          </p15:clr>
        </p15:guide>
        <p15:guide id="2" pos="7387">
          <p15:clr>
            <a:srgbClr val="FBAE40"/>
          </p15:clr>
        </p15:guide>
        <p15:guide id="3" orient="horz" pos="3067">
          <p15:clr>
            <a:srgbClr val="FBAE40"/>
          </p15:clr>
        </p15:guide>
        <p15:guide id="4" orient="horz" pos="393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Main title without picture">
    <p:bg>
      <p:bgPr>
        <a:solidFill>
          <a:srgbClr val="0023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BBC7E-853C-4EAC-941C-F7D4C872CEDA}"/>
              </a:ext>
            </a:extLst>
          </p:cNvPr>
          <p:cNvSpPr>
            <a:spLocks noGrp="1"/>
          </p:cNvSpPr>
          <p:nvPr>
            <p:ph type="ctrTitle" hasCustomPrompt="1"/>
          </p:nvPr>
        </p:nvSpPr>
        <p:spPr>
          <a:xfrm>
            <a:off x="1155701" y="2085976"/>
            <a:ext cx="7807324" cy="2929084"/>
          </a:xfrm>
        </p:spPr>
        <p:txBody>
          <a:bodyPr anchor="ctr"/>
          <a:lstStyle>
            <a:lvl1pPr algn="l">
              <a:defRPr sz="3600" b="1">
                <a:solidFill>
                  <a:schemeClr val="bg1"/>
                </a:solidFill>
              </a:defRPr>
            </a:lvl1pPr>
          </a:lstStyle>
          <a:p>
            <a:r>
              <a:rPr lang="en-US" dirty="0"/>
              <a:t>Presentation title</a:t>
            </a:r>
            <a:endParaRPr lang="fr-FR" dirty="0"/>
          </a:p>
        </p:txBody>
      </p:sp>
      <p:sp>
        <p:nvSpPr>
          <p:cNvPr id="3" name="Subtitle 2">
            <a:extLst>
              <a:ext uri="{FF2B5EF4-FFF2-40B4-BE49-F238E27FC236}">
                <a16:creationId xmlns:a16="http://schemas.microsoft.com/office/drawing/2014/main" id="{F38F8A67-080E-4CD5-8528-5627C41B2D72}"/>
              </a:ext>
            </a:extLst>
          </p:cNvPr>
          <p:cNvSpPr>
            <a:spLocks noGrp="1"/>
          </p:cNvSpPr>
          <p:nvPr>
            <p:ph type="subTitle" idx="1" hasCustomPrompt="1"/>
          </p:nvPr>
        </p:nvSpPr>
        <p:spPr>
          <a:xfrm>
            <a:off x="1155701" y="5015060"/>
            <a:ext cx="7807324" cy="1077764"/>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a:t>
            </a:r>
            <a:endParaRPr lang="fr-FR" dirty="0"/>
          </a:p>
        </p:txBody>
      </p:sp>
      <p:pic>
        <p:nvPicPr>
          <p:cNvPr id="15" name="Graphic 14">
            <a:extLst>
              <a:ext uri="{FF2B5EF4-FFF2-40B4-BE49-F238E27FC236}">
                <a16:creationId xmlns:a16="http://schemas.microsoft.com/office/drawing/2014/main" id="{92FC3CE6-78BD-44D0-9BE3-1EF21AC5DD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25552" y="0"/>
            <a:ext cx="2366448" cy="1824288"/>
          </a:xfrm>
          <a:prstGeom prst="rect">
            <a:avLst/>
          </a:prstGeom>
        </p:spPr>
      </p:pic>
      <p:sp>
        <p:nvSpPr>
          <p:cNvPr id="13" name="Freeform: Shape 12">
            <a:extLst>
              <a:ext uri="{FF2B5EF4-FFF2-40B4-BE49-F238E27FC236}">
                <a16:creationId xmlns:a16="http://schemas.microsoft.com/office/drawing/2014/main" id="{DDF7C4B5-15B1-42E4-9F81-B5E59B0C5030}"/>
              </a:ext>
            </a:extLst>
          </p:cNvPr>
          <p:cNvSpPr/>
          <p:nvPr/>
        </p:nvSpPr>
        <p:spPr>
          <a:xfrm>
            <a:off x="-228" y="0"/>
            <a:ext cx="1155928" cy="6858000"/>
          </a:xfrm>
          <a:custGeom>
            <a:avLst/>
            <a:gdLst>
              <a:gd name="connsiteX0" fmla="*/ 0 w 1155928"/>
              <a:gd name="connsiteY0" fmla="*/ 0 h 6858000"/>
              <a:gd name="connsiteX1" fmla="*/ 439056 w 1155928"/>
              <a:gd name="connsiteY1" fmla="*/ 0 h 6858000"/>
              <a:gd name="connsiteX2" fmla="*/ 1155928 w 1155928"/>
              <a:gd name="connsiteY2" fmla="*/ 0 h 6858000"/>
              <a:gd name="connsiteX3" fmla="*/ 1155928 w 1155928"/>
              <a:gd name="connsiteY3" fmla="*/ 1714500 h 6858000"/>
              <a:gd name="connsiteX4" fmla="*/ 439056 w 1155928"/>
              <a:gd name="connsiteY4" fmla="*/ 1714500 h 6858000"/>
              <a:gd name="connsiteX5" fmla="*/ 439056 w 1155928"/>
              <a:gd name="connsiteY5" fmla="*/ 6858000 h 6858000"/>
              <a:gd name="connsiteX6" fmla="*/ 0 w 115592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5928" h="6858000">
                <a:moveTo>
                  <a:pt x="0" y="0"/>
                </a:moveTo>
                <a:lnTo>
                  <a:pt x="439056" y="0"/>
                </a:lnTo>
                <a:lnTo>
                  <a:pt x="1155928" y="0"/>
                </a:lnTo>
                <a:lnTo>
                  <a:pt x="1155928" y="1714500"/>
                </a:lnTo>
                <a:lnTo>
                  <a:pt x="439056" y="1714500"/>
                </a:lnTo>
                <a:lnTo>
                  <a:pt x="439056" y="6858000"/>
                </a:lnTo>
                <a:lnTo>
                  <a:pt x="0" y="68580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902677444"/>
      </p:ext>
    </p:extLst>
  </p:cSld>
  <p:clrMapOvr>
    <a:masterClrMapping/>
  </p:clrMapOvr>
  <p:hf hdr="0" ftr="0"/>
  <p:extLst>
    <p:ext uri="{DCECCB84-F9BA-43D5-87BE-67443E8EF086}">
      <p15:sldGuideLst xmlns:p15="http://schemas.microsoft.com/office/powerpoint/2012/main">
        <p15:guide id="1" orient="horz" pos="1709">
          <p15:clr>
            <a:srgbClr val="FBAE40"/>
          </p15:clr>
        </p15:guide>
        <p15:guide id="2" orient="horz" pos="2615">
          <p15:clr>
            <a:srgbClr val="FBAE40"/>
          </p15:clr>
        </p15:guide>
        <p15:guide id="3" pos="5196">
          <p15:clr>
            <a:srgbClr val="FBAE40"/>
          </p15:clr>
        </p15:guide>
        <p15:guide id="4" pos="610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s">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spcBef>
                <a:spcPts val="1200"/>
              </a:spcBef>
              <a:defRPr/>
            </a:lvl1p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hasCustomPrompt="1"/>
          </p:nvPr>
        </p:nvSpPr>
        <p:spPr/>
        <p:txBody>
          <a:bodyPr/>
          <a:lstStyle>
            <a:lvl1pPr>
              <a:defRPr/>
            </a:lvl1pPr>
          </a:lstStyle>
          <a:p>
            <a:r>
              <a:rPr lang="en-US" dirty="0"/>
              <a:t>Slide title</a:t>
            </a:r>
          </a:p>
        </p:txBody>
      </p:sp>
      <p:sp>
        <p:nvSpPr>
          <p:cNvPr id="4" name="Date Placeholder 3">
            <a:extLst>
              <a:ext uri="{FF2B5EF4-FFF2-40B4-BE49-F238E27FC236}">
                <a16:creationId xmlns:a16="http://schemas.microsoft.com/office/drawing/2014/main" id="{706EF7C4-3513-40DF-91A6-018C8E9ACF4C}"/>
              </a:ext>
            </a:extLst>
          </p:cNvPr>
          <p:cNvSpPr>
            <a:spLocks noGrp="1"/>
          </p:cNvSpPr>
          <p:nvPr>
            <p:ph type="dt" sz="half" idx="10"/>
          </p:nvPr>
        </p:nvSpPr>
        <p:spPr/>
        <p:txBody>
          <a:bodyPr/>
          <a:lstStyle/>
          <a:p>
            <a:fld id="{A236C716-DEEC-44F8-9CD7-1B8233E8BB2C}" type="datetime1">
              <a:rPr lang="en-US" smtClean="0"/>
              <a:t>4/2/2025</a:t>
            </a:fld>
            <a:endParaRPr lang="fr-FR" dirty="0"/>
          </a:p>
        </p:txBody>
      </p:sp>
      <p:sp>
        <p:nvSpPr>
          <p:cNvPr id="5" name="Footer Placeholder 4">
            <a:extLst>
              <a:ext uri="{FF2B5EF4-FFF2-40B4-BE49-F238E27FC236}">
                <a16:creationId xmlns:a16="http://schemas.microsoft.com/office/drawing/2014/main" id="{4D2B796A-0B1E-46FA-AC86-9A7803DF8C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98E223-380C-4295-85FF-7B9C2423BBBE}"/>
              </a:ext>
            </a:extLst>
          </p:cNvPr>
          <p:cNvSpPr>
            <a:spLocks noGrp="1"/>
          </p:cNvSpPr>
          <p:nvPr>
            <p:ph type="sldNum" sz="quarter" idx="12"/>
          </p:nvPr>
        </p:nvSpPr>
        <p:spPr/>
        <p:txBody>
          <a:bodyPr/>
          <a:lstStyle/>
          <a:p>
            <a:fld id="{0579006F-4184-524E-A90C-3FC2A416496D}" type="slidenum">
              <a:rPr lang="fr-FR" smtClean="0"/>
              <a:pPr/>
              <a:t>‹N°›</a:t>
            </a:fld>
            <a:endParaRPr lang="fr-FR" dirty="0"/>
          </a:p>
        </p:txBody>
      </p:sp>
    </p:spTree>
    <p:extLst>
      <p:ext uri="{BB962C8B-B14F-4D97-AF65-F5344CB8AC3E}">
        <p14:creationId xmlns:p14="http://schemas.microsoft.com/office/powerpoint/2010/main" val="1934789304"/>
      </p:ext>
    </p:extLst>
  </p:cSld>
  <p:clrMapOvr>
    <a:masterClrMapping/>
  </p:clrMapOvr>
  <p:hf hdr="0" ftr="0"/>
  <p:extLst>
    <p:ext uri="{DCECCB84-F9BA-43D5-87BE-67443E8EF086}">
      <p15:sldGuideLst xmlns:p15="http://schemas.microsoft.com/office/powerpoint/2012/main">
        <p15:guide id="1" pos="5654">
          <p15:clr>
            <a:srgbClr val="FBAE40"/>
          </p15:clr>
        </p15:guide>
        <p15:guide id="2" pos="726">
          <p15:clr>
            <a:srgbClr val="FBAE40"/>
          </p15:clr>
        </p15:guide>
        <p15:guide id="3" orient="horz" pos="137">
          <p15:clr>
            <a:srgbClr val="FBAE40"/>
          </p15:clr>
        </p15:guide>
        <p15:guide id="4" orient="horz" pos="67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19399" y="419894"/>
            <a:ext cx="9372601" cy="1484312"/>
          </a:xfrm>
          <a:solidFill>
            <a:schemeClr val="accent4"/>
          </a:solidFill>
        </p:spPr>
        <p:txBody>
          <a:bodyPr vert="horz" lIns="91440" tIns="45720" rIns="288000" bIns="45720" rtlCol="0" anchor="ctr">
            <a:noAutofit/>
          </a:bodyPr>
          <a:lstStyle>
            <a:lvl1pPr marL="263525" indent="0" algn="l">
              <a:defRPr lang="en-US" sz="3600" b="1" dirty="0">
                <a:solidFill>
                  <a:schemeClr val="tx1"/>
                </a:solidFill>
              </a:defRPr>
            </a:lvl1pPr>
          </a:lstStyle>
          <a:p>
            <a:pPr lvl="0"/>
            <a:r>
              <a:rPr lang="en-US" dirty="0"/>
              <a:t>Section title</a:t>
            </a:r>
          </a:p>
        </p:txBody>
      </p:sp>
      <p:pic>
        <p:nvPicPr>
          <p:cNvPr id="6" name="Graphic 5">
            <a:extLst>
              <a:ext uri="{FF2B5EF4-FFF2-40B4-BE49-F238E27FC236}">
                <a16:creationId xmlns:a16="http://schemas.microsoft.com/office/drawing/2014/main" id="{2010E20D-C2F4-4C57-9379-900BECBE5404}"/>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1556" y="6094699"/>
            <a:ext cx="990025" cy="763207"/>
          </a:xfrm>
          <a:prstGeom prst="rect">
            <a:avLst/>
          </a:prstGeom>
        </p:spPr>
      </p:pic>
      <p:sp>
        <p:nvSpPr>
          <p:cNvPr id="7" name="Picture Placeholder 6">
            <a:extLst>
              <a:ext uri="{FF2B5EF4-FFF2-40B4-BE49-F238E27FC236}">
                <a16:creationId xmlns:a16="http://schemas.microsoft.com/office/drawing/2014/main" id="{83CCF378-34BF-4EE7-87EE-0F21AAF7F209}"/>
              </a:ext>
            </a:extLst>
          </p:cNvPr>
          <p:cNvSpPr>
            <a:spLocks noGrp="1"/>
          </p:cNvSpPr>
          <p:nvPr>
            <p:ph type="pic" sz="quarter" idx="10" hasCustomPrompt="1"/>
          </p:nvPr>
        </p:nvSpPr>
        <p:spPr>
          <a:xfrm>
            <a:off x="0" y="1304925"/>
            <a:ext cx="12192000" cy="5553075"/>
          </a:xfrm>
          <a:custGeom>
            <a:avLst/>
            <a:gdLst>
              <a:gd name="connsiteX0" fmla="*/ 0 w 12192000"/>
              <a:gd name="connsiteY0" fmla="*/ 5552981 h 5553075"/>
              <a:gd name="connsiteX1" fmla="*/ 12192000 w 12192000"/>
              <a:gd name="connsiteY1" fmla="*/ 5552981 h 5553075"/>
              <a:gd name="connsiteX2" fmla="*/ 12192000 w 12192000"/>
              <a:gd name="connsiteY2" fmla="*/ 5553075 h 5553075"/>
              <a:gd name="connsiteX3" fmla="*/ 0 w 12192000"/>
              <a:gd name="connsiteY3" fmla="*/ 5553075 h 5553075"/>
              <a:gd name="connsiteX4" fmla="*/ 0 w 12192000"/>
              <a:gd name="connsiteY4" fmla="*/ 0 h 5553075"/>
              <a:gd name="connsiteX5" fmla="*/ 2819401 w 12192000"/>
              <a:gd name="connsiteY5" fmla="*/ 0 h 5553075"/>
              <a:gd name="connsiteX6" fmla="*/ 2819401 w 12192000"/>
              <a:gd name="connsiteY6" fmla="*/ 599281 h 5553075"/>
              <a:gd name="connsiteX7" fmla="*/ 12192000 w 12192000"/>
              <a:gd name="connsiteY7" fmla="*/ 599281 h 5553075"/>
              <a:gd name="connsiteX8" fmla="*/ 12192000 w 12192000"/>
              <a:gd name="connsiteY8" fmla="*/ 4787900 h 5553075"/>
              <a:gd name="connsiteX9" fmla="*/ 1683657 w 12192000"/>
              <a:gd name="connsiteY9" fmla="*/ 4787900 h 5553075"/>
              <a:gd name="connsiteX10" fmla="*/ 1683657 w 12192000"/>
              <a:gd name="connsiteY10" fmla="*/ 4631418 h 5553075"/>
              <a:gd name="connsiteX11" fmla="*/ 0 w 12192000"/>
              <a:gd name="connsiteY11" fmla="*/ 4631418 h 555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5553075">
                <a:moveTo>
                  <a:pt x="0" y="5552981"/>
                </a:moveTo>
                <a:lnTo>
                  <a:pt x="12192000" y="5552981"/>
                </a:lnTo>
                <a:lnTo>
                  <a:pt x="12192000" y="5553075"/>
                </a:lnTo>
                <a:lnTo>
                  <a:pt x="0" y="5553075"/>
                </a:lnTo>
                <a:close/>
                <a:moveTo>
                  <a:pt x="0" y="0"/>
                </a:moveTo>
                <a:lnTo>
                  <a:pt x="2819401" y="0"/>
                </a:lnTo>
                <a:lnTo>
                  <a:pt x="2819401" y="599281"/>
                </a:lnTo>
                <a:lnTo>
                  <a:pt x="12192000" y="599281"/>
                </a:lnTo>
                <a:lnTo>
                  <a:pt x="12192000" y="4787900"/>
                </a:lnTo>
                <a:lnTo>
                  <a:pt x="1683657" y="4787900"/>
                </a:lnTo>
                <a:lnTo>
                  <a:pt x="1683657" y="4631418"/>
                </a:lnTo>
                <a:lnTo>
                  <a:pt x="0" y="4631418"/>
                </a:lnTo>
                <a:close/>
              </a:path>
            </a:pathLst>
          </a:custGeom>
          <a:noFill/>
        </p:spPr>
        <p:txBody>
          <a:bodyPr vert="horz" wrap="none" lIns="91440" tIns="45720" rIns="90000" bIns="45720" rtlCol="0" anchor="ctr">
            <a:noAutofit/>
          </a:bodyPr>
          <a:lstStyle>
            <a:lvl1pPr algn="ctr">
              <a:buClr>
                <a:schemeClr val="tx1"/>
              </a:buClr>
              <a:defRPr lang="en-US" baseline="0">
                <a:solidFill>
                  <a:schemeClr val="bg2"/>
                </a:solidFill>
              </a:defRPr>
            </a:lvl1pPr>
          </a:lstStyle>
          <a:p>
            <a:pPr marL="261938" lvl="0" indent="-261938" algn="ctr"/>
            <a:r>
              <a:rPr lang="en-US" dirty="0"/>
              <a:t>Drag and drop a picture here (optional)</a:t>
            </a:r>
          </a:p>
        </p:txBody>
      </p:sp>
    </p:spTree>
    <p:extLst>
      <p:ext uri="{BB962C8B-B14F-4D97-AF65-F5344CB8AC3E}">
        <p14:creationId xmlns:p14="http://schemas.microsoft.com/office/powerpoint/2010/main" val="1041870322"/>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00037" y="1484313"/>
            <a:ext cx="5719763" cy="4608512"/>
          </a:xfrm>
        </p:spPr>
        <p:txBody>
          <a:bodyPr/>
          <a:lstStyle>
            <a:lvl1pPr marL="261938" indent="-261938">
              <a:buFont typeface="Arial" panose="020B0604020202020204" pitchFamily="34" charset="0"/>
              <a:buChar char="•"/>
              <a:defRPr/>
            </a:lvl1pPr>
            <a:lvl2pPr marL="536575" indent="-266700">
              <a:buFont typeface="Arial" panose="020B0604020202020204" pitchFamily="34" charset="0"/>
              <a:buChar char="•"/>
              <a:defRPr/>
            </a:lvl2pPr>
            <a:lvl3pPr marL="812800" indent="-273050">
              <a:buFont typeface="Arial" panose="020B0604020202020204" pitchFamily="34" charset="0"/>
              <a:buChar char="•"/>
              <a:defRPr/>
            </a:lvl3pPr>
            <a:lvl4pPr marL="987425" indent="-268288">
              <a:buFont typeface="Arial" panose="020B0604020202020204" pitchFamily="34" charset="0"/>
              <a:buChar char="•"/>
              <a:defRPr/>
            </a:lvl4p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096000" y="1484313"/>
            <a:ext cx="5720400" cy="4608512"/>
          </a:xfrm>
        </p:spPr>
        <p:txBody>
          <a:bodyPr/>
          <a:lstStyle>
            <a:lvl1pPr>
              <a:defRPr/>
            </a:lvl1p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hasCustomPrompt="1"/>
          </p:nvPr>
        </p:nvSpPr>
        <p:spPr/>
        <p:txBody>
          <a:bodyPr/>
          <a:lstStyle>
            <a:lvl1pPr>
              <a:defRPr/>
            </a:lvl1pPr>
          </a:lstStyle>
          <a:p>
            <a:r>
              <a:rPr lang="en-US" dirty="0"/>
              <a:t>Slide title</a:t>
            </a:r>
          </a:p>
        </p:txBody>
      </p:sp>
      <p:sp>
        <p:nvSpPr>
          <p:cNvPr id="2" name="Date Placeholder 1">
            <a:extLst>
              <a:ext uri="{FF2B5EF4-FFF2-40B4-BE49-F238E27FC236}">
                <a16:creationId xmlns:a16="http://schemas.microsoft.com/office/drawing/2014/main" id="{53788507-3E03-4FB3-A132-78A9397820B6}"/>
              </a:ext>
            </a:extLst>
          </p:cNvPr>
          <p:cNvSpPr>
            <a:spLocks noGrp="1"/>
          </p:cNvSpPr>
          <p:nvPr>
            <p:ph type="dt" sz="half" idx="10"/>
          </p:nvPr>
        </p:nvSpPr>
        <p:spPr/>
        <p:txBody>
          <a:bodyPr/>
          <a:lstStyle/>
          <a:p>
            <a:fld id="{A236C716-DEEC-44F8-9CD7-1B8233E8BB2C}" type="datetime1">
              <a:rPr lang="en-US" smtClean="0"/>
              <a:t>4/2/2025</a:t>
            </a:fld>
            <a:endParaRPr lang="fr-FR" dirty="0"/>
          </a:p>
        </p:txBody>
      </p:sp>
      <p:sp>
        <p:nvSpPr>
          <p:cNvPr id="7" name="Footer Placeholder 6">
            <a:extLst>
              <a:ext uri="{FF2B5EF4-FFF2-40B4-BE49-F238E27FC236}">
                <a16:creationId xmlns:a16="http://schemas.microsoft.com/office/drawing/2014/main" id="{49E28F68-9BF2-4E8D-9900-2B961920C10C}"/>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E2468ACE-19CE-4D11-BE8C-BF854FA85EA3}"/>
              </a:ext>
            </a:extLst>
          </p:cNvPr>
          <p:cNvSpPr>
            <a:spLocks noGrp="1"/>
          </p:cNvSpPr>
          <p:nvPr>
            <p:ph type="sldNum" sz="quarter" idx="12"/>
          </p:nvPr>
        </p:nvSpPr>
        <p:spPr/>
        <p:txBody>
          <a:bodyPr/>
          <a:lstStyle/>
          <a:p>
            <a:fld id="{0579006F-4184-524E-A90C-3FC2A416496D}" type="slidenum">
              <a:rPr lang="fr-FR" smtClean="0"/>
              <a:pPr/>
              <a:t>‹N°›</a:t>
            </a:fld>
            <a:endParaRPr lang="fr-FR" dirty="0"/>
          </a:p>
        </p:txBody>
      </p:sp>
    </p:spTree>
    <p:extLst>
      <p:ext uri="{BB962C8B-B14F-4D97-AF65-F5344CB8AC3E}">
        <p14:creationId xmlns:p14="http://schemas.microsoft.com/office/powerpoint/2010/main" val="3698010980"/>
      </p:ext>
    </p:extLst>
  </p:cSld>
  <p:clrMapOvr>
    <a:masterClrMapping/>
  </p:clrMapOvr>
  <p:hf hdr="0" ftr="0"/>
  <p:extLst>
    <p:ext uri="{DCECCB84-F9BA-43D5-87BE-67443E8EF086}">
      <p15:sldGuideLst xmlns:p15="http://schemas.microsoft.com/office/powerpoint/2012/main">
        <p15:guide id="1" orient="horz" pos="674">
          <p15:clr>
            <a:srgbClr val="FBAE40"/>
          </p15:clr>
        </p15:guide>
        <p15:guide id="2" orient="horz" pos="137">
          <p15:clr>
            <a:srgbClr val="FBAE40"/>
          </p15:clr>
        </p15:guide>
        <p15:guide id="3" pos="726">
          <p15:clr>
            <a:srgbClr val="FBAE40"/>
          </p15:clr>
        </p15:guide>
        <p15:guide id="4" pos="565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3"/>
          <p:cNvSpPr>
            <a:spLocks noGrp="1"/>
          </p:cNvSpPr>
          <p:nvPr>
            <p:ph type="title" hasCustomPrompt="1"/>
          </p:nvPr>
        </p:nvSpPr>
        <p:spPr/>
        <p:txBody>
          <a:bodyPr/>
          <a:lstStyle>
            <a:lvl1pPr>
              <a:defRPr/>
            </a:lvl1pPr>
          </a:lstStyle>
          <a:p>
            <a:r>
              <a:rPr lang="en-US" dirty="0"/>
              <a:t>Slide title</a:t>
            </a:r>
          </a:p>
        </p:txBody>
      </p:sp>
      <p:sp>
        <p:nvSpPr>
          <p:cNvPr id="2" name="Date Placeholder 1">
            <a:extLst>
              <a:ext uri="{FF2B5EF4-FFF2-40B4-BE49-F238E27FC236}">
                <a16:creationId xmlns:a16="http://schemas.microsoft.com/office/drawing/2014/main" id="{69297BAC-5561-499E-BBCB-6D6E1FD7DF7B}"/>
              </a:ext>
            </a:extLst>
          </p:cNvPr>
          <p:cNvSpPr>
            <a:spLocks noGrp="1"/>
          </p:cNvSpPr>
          <p:nvPr>
            <p:ph type="dt" sz="half" idx="10"/>
          </p:nvPr>
        </p:nvSpPr>
        <p:spPr/>
        <p:txBody>
          <a:bodyPr/>
          <a:lstStyle/>
          <a:p>
            <a:fld id="{A236C716-DEEC-44F8-9CD7-1B8233E8BB2C}" type="datetime1">
              <a:rPr lang="en-US" smtClean="0"/>
              <a:t>4/2/2025</a:t>
            </a:fld>
            <a:endParaRPr lang="fr-FR" dirty="0"/>
          </a:p>
        </p:txBody>
      </p:sp>
      <p:sp>
        <p:nvSpPr>
          <p:cNvPr id="5" name="Footer Placeholder 4">
            <a:extLst>
              <a:ext uri="{FF2B5EF4-FFF2-40B4-BE49-F238E27FC236}">
                <a16:creationId xmlns:a16="http://schemas.microsoft.com/office/drawing/2014/main" id="{01525733-58EA-4C07-864D-B4CB76D0D5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875373-7992-498D-9AB1-3D8254424717}"/>
              </a:ext>
            </a:extLst>
          </p:cNvPr>
          <p:cNvSpPr>
            <a:spLocks noGrp="1"/>
          </p:cNvSpPr>
          <p:nvPr>
            <p:ph type="sldNum" sz="quarter" idx="12"/>
          </p:nvPr>
        </p:nvSpPr>
        <p:spPr/>
        <p:txBody>
          <a:bodyPr/>
          <a:lstStyle/>
          <a:p>
            <a:fld id="{0579006F-4184-524E-A90C-3FC2A416496D}" type="slidenum">
              <a:rPr lang="fr-FR" smtClean="0"/>
              <a:pPr/>
              <a:t>‹N°›</a:t>
            </a:fld>
            <a:endParaRPr lang="fr-FR" dirty="0"/>
          </a:p>
        </p:txBody>
      </p:sp>
    </p:spTree>
    <p:extLst>
      <p:ext uri="{BB962C8B-B14F-4D97-AF65-F5344CB8AC3E}">
        <p14:creationId xmlns:p14="http://schemas.microsoft.com/office/powerpoint/2010/main" val="2927877256"/>
      </p:ext>
    </p:extLst>
  </p:cSld>
  <p:clrMapOvr>
    <a:masterClrMapping/>
  </p:clrMapOvr>
  <p:hf hdr="0" ftr="0"/>
  <p:extLst>
    <p:ext uri="{DCECCB84-F9BA-43D5-87BE-67443E8EF086}">
      <p15:sldGuideLst xmlns:p15="http://schemas.microsoft.com/office/powerpoint/2012/main">
        <p15:guide id="1" pos="5654">
          <p15:clr>
            <a:srgbClr val="FBAE40"/>
          </p15:clr>
        </p15:guide>
        <p15:guide id="2" orient="horz" pos="2160">
          <p15:clr>
            <a:srgbClr val="FBAE40"/>
          </p15:clr>
        </p15:guide>
        <p15:guide id="3" orient="horz" pos="674">
          <p15:clr>
            <a:srgbClr val="FBAE40"/>
          </p15:clr>
        </p15:guide>
        <p15:guide id="4" orient="horz" pos="137">
          <p15:clr>
            <a:srgbClr val="FBAE40"/>
          </p15:clr>
        </p15:guide>
        <p15:guide id="5" pos="72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125953C-BDCE-466C-B5D1-10A5597F7220}"/>
              </a:ext>
            </a:extLst>
          </p:cNvPr>
          <p:cNvSpPr>
            <a:spLocks noGrp="1"/>
          </p:cNvSpPr>
          <p:nvPr>
            <p:ph type="dt" sz="half" idx="10"/>
          </p:nvPr>
        </p:nvSpPr>
        <p:spPr/>
        <p:txBody>
          <a:bodyPr/>
          <a:lstStyle/>
          <a:p>
            <a:fld id="{A236C716-DEEC-44F8-9CD7-1B8233E8BB2C}" type="datetime1">
              <a:rPr lang="en-US" smtClean="0"/>
              <a:t>4/2/2025</a:t>
            </a:fld>
            <a:endParaRPr lang="fr-FR" dirty="0"/>
          </a:p>
        </p:txBody>
      </p:sp>
      <p:sp>
        <p:nvSpPr>
          <p:cNvPr id="4" name="Footer Placeholder 3">
            <a:extLst>
              <a:ext uri="{FF2B5EF4-FFF2-40B4-BE49-F238E27FC236}">
                <a16:creationId xmlns:a16="http://schemas.microsoft.com/office/drawing/2014/main" id="{35093A61-3D0C-4D22-A38C-FED809C56B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CFF57E-942B-4161-B1AA-AAC9C60FE343}"/>
              </a:ext>
            </a:extLst>
          </p:cNvPr>
          <p:cNvSpPr>
            <a:spLocks noGrp="1"/>
          </p:cNvSpPr>
          <p:nvPr>
            <p:ph type="sldNum" sz="quarter" idx="12"/>
          </p:nvPr>
        </p:nvSpPr>
        <p:spPr/>
        <p:txBody>
          <a:bodyPr/>
          <a:lstStyle/>
          <a:p>
            <a:fld id="{0579006F-4184-524E-A90C-3FC2A416496D}" type="slidenum">
              <a:rPr lang="fr-FR" smtClean="0"/>
              <a:pPr/>
              <a:t>‹N°›</a:t>
            </a:fld>
            <a:endParaRPr lang="fr-FR" dirty="0"/>
          </a:p>
        </p:txBody>
      </p:sp>
    </p:spTree>
    <p:extLst>
      <p:ext uri="{BB962C8B-B14F-4D97-AF65-F5344CB8AC3E}">
        <p14:creationId xmlns:p14="http://schemas.microsoft.com/office/powerpoint/2010/main" val="1753982998"/>
      </p:ext>
    </p:extLst>
  </p:cSld>
  <p:clrMapOvr>
    <a:masterClrMapping/>
  </p:clrMapOvr>
  <p:hf hdr="0" ftr="0"/>
  <p:extLst>
    <p:ext uri="{DCECCB84-F9BA-43D5-87BE-67443E8EF086}">
      <p15:sldGuideLst xmlns:p15="http://schemas.microsoft.com/office/powerpoint/2012/main">
        <p15:guide id="1" orient="horz" pos="2160">
          <p15:clr>
            <a:srgbClr val="FBAE40"/>
          </p15:clr>
        </p15:guide>
        <p15:guide id="2" orient="horz" pos="674">
          <p15:clr>
            <a:srgbClr val="FBAE40"/>
          </p15:clr>
        </p15:guide>
        <p15:guide id="3" orient="horz" pos="137">
          <p15:clr>
            <a:srgbClr val="FBAE40"/>
          </p15:clr>
        </p15:guide>
        <p15:guide id="4" pos="72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52E30E9-1079-4CF5-8813-8B65FB05D6D8}"/>
              </a:ext>
            </a:extLst>
          </p:cNvPr>
          <p:cNvGrpSpPr/>
          <p:nvPr/>
        </p:nvGrpSpPr>
        <p:grpSpPr>
          <a:xfrm>
            <a:off x="-1" y="0"/>
            <a:ext cx="12192001" cy="6858000"/>
            <a:chOff x="-1" y="0"/>
            <a:chExt cx="12192001" cy="6858000"/>
          </a:xfrm>
        </p:grpSpPr>
        <p:sp>
          <p:nvSpPr>
            <p:cNvPr id="12" name="Rectangle 11">
              <a:extLst>
                <a:ext uri="{FF2B5EF4-FFF2-40B4-BE49-F238E27FC236}">
                  <a16:creationId xmlns:a16="http://schemas.microsoft.com/office/drawing/2014/main" id="{2A1E53E3-FC79-490F-927D-EDA5C06E6818}"/>
                </a:ext>
              </a:extLst>
            </p:cNvPr>
            <p:cNvSpPr/>
            <p:nvPr/>
          </p:nvSpPr>
          <p:spPr>
            <a:xfrm>
              <a:off x="0" y="0"/>
              <a:ext cx="12192000" cy="6854862"/>
            </a:xfrm>
            <a:prstGeom prst="rect">
              <a:avLst/>
            </a:prstGeom>
            <a:solidFill>
              <a:srgbClr val="0023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 name="Group 1">
              <a:extLst>
                <a:ext uri="{FF2B5EF4-FFF2-40B4-BE49-F238E27FC236}">
                  <a16:creationId xmlns:a16="http://schemas.microsoft.com/office/drawing/2014/main" id="{8BD6E22D-9F81-4B7A-A71E-BBB4177578ED}"/>
                </a:ext>
              </a:extLst>
            </p:cNvPr>
            <p:cNvGrpSpPr/>
            <p:nvPr userDrawn="1"/>
          </p:nvGrpSpPr>
          <p:grpSpPr>
            <a:xfrm>
              <a:off x="-1" y="4152900"/>
              <a:ext cx="12191999" cy="2705100"/>
              <a:chOff x="1" y="4152900"/>
              <a:chExt cx="12191999" cy="2705100"/>
            </a:xfrm>
          </p:grpSpPr>
          <p:sp>
            <p:nvSpPr>
              <p:cNvPr id="9" name="Freeform 21">
                <a:extLst>
                  <a:ext uri="{FF2B5EF4-FFF2-40B4-BE49-F238E27FC236}">
                    <a16:creationId xmlns:a16="http://schemas.microsoft.com/office/drawing/2014/main" id="{B428783B-02FD-4849-BFB2-D1C2BC8E88B5}"/>
                  </a:ext>
                </a:extLst>
              </p:cNvPr>
              <p:cNvSpPr/>
              <p:nvPr/>
            </p:nvSpPr>
            <p:spPr>
              <a:xfrm>
                <a:off x="1" y="4152900"/>
                <a:ext cx="12191999" cy="2705100"/>
              </a:xfrm>
              <a:custGeom>
                <a:avLst/>
                <a:gdLst>
                  <a:gd name="connsiteX0" fmla="*/ 0 w 12191999"/>
                  <a:gd name="connsiteY0" fmla="*/ 0 h 2705100"/>
                  <a:gd name="connsiteX1" fmla="*/ 1104899 w 12191999"/>
                  <a:gd name="connsiteY1" fmla="*/ 0 h 2705100"/>
                  <a:gd name="connsiteX2" fmla="*/ 1104899 w 12191999"/>
                  <a:gd name="connsiteY2" fmla="*/ 1422400 h 2705100"/>
                  <a:gd name="connsiteX3" fmla="*/ 12191999 w 12191999"/>
                  <a:gd name="connsiteY3" fmla="*/ 1422400 h 2705100"/>
                  <a:gd name="connsiteX4" fmla="*/ 12191999 w 12191999"/>
                  <a:gd name="connsiteY4" fmla="*/ 2705100 h 2705100"/>
                  <a:gd name="connsiteX5" fmla="*/ 1 w 12191999"/>
                  <a:gd name="connsiteY5" fmla="*/ 2705100 h 2705100"/>
                  <a:gd name="connsiteX6" fmla="*/ 1 w 12191999"/>
                  <a:gd name="connsiteY6" fmla="*/ 1543050 h 2705100"/>
                  <a:gd name="connsiteX7" fmla="*/ 0 w 12191999"/>
                  <a:gd name="connsiteY7" fmla="*/ 1543050 h 2705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2705100">
                    <a:moveTo>
                      <a:pt x="0" y="0"/>
                    </a:moveTo>
                    <a:lnTo>
                      <a:pt x="1104899" y="0"/>
                    </a:lnTo>
                    <a:lnTo>
                      <a:pt x="1104899" y="1422400"/>
                    </a:lnTo>
                    <a:lnTo>
                      <a:pt x="12191999" y="1422400"/>
                    </a:lnTo>
                    <a:lnTo>
                      <a:pt x="12191999" y="2705100"/>
                    </a:lnTo>
                    <a:lnTo>
                      <a:pt x="1" y="2705100"/>
                    </a:lnTo>
                    <a:lnTo>
                      <a:pt x="1" y="1543050"/>
                    </a:lnTo>
                    <a:lnTo>
                      <a:pt x="0" y="154305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Rectangle 9">
                <a:extLst>
                  <a:ext uri="{FF2B5EF4-FFF2-40B4-BE49-F238E27FC236}">
                    <a16:creationId xmlns:a16="http://schemas.microsoft.com/office/drawing/2014/main" id="{A6B1C6E9-C7C0-445A-8911-23E57FA33B25}"/>
                  </a:ext>
                </a:extLst>
              </p:cNvPr>
              <p:cNvSpPr/>
              <p:nvPr/>
            </p:nvSpPr>
            <p:spPr>
              <a:xfrm>
                <a:off x="219560" y="5822714"/>
                <a:ext cx="9395219" cy="830997"/>
              </a:xfrm>
              <a:prstGeom prst="rect">
                <a:avLst/>
              </a:prstGeom>
            </p:spPr>
            <p:txBody>
              <a:bodyPr wrap="square">
                <a:spAutoFit/>
              </a:bodyPr>
              <a:lstStyle/>
              <a:p>
                <a:r>
                  <a:rPr lang="en-US" sz="1200" dirty="0">
                    <a:solidFill>
                      <a:srgbClr val="00234B"/>
                    </a:solidFill>
                    <a:latin typeface="Arial" panose="020B0604020202020204" pitchFamily="34" charset="0"/>
                  </a:rPr>
                  <a:t>© STMicroelectronics - All rights reserved.</a:t>
                </a:r>
                <a:br>
                  <a:rPr lang="en-US" sz="1200" dirty="0">
                    <a:solidFill>
                      <a:srgbClr val="00234B"/>
                    </a:solidFill>
                    <a:latin typeface="Arial" panose="020B0604020202020204" pitchFamily="34" charset="0"/>
                  </a:rPr>
                </a:br>
                <a:r>
                  <a:rPr lang="en-US" sz="1200" kern="1200" dirty="0">
                    <a:solidFill>
                      <a:srgbClr val="00234B"/>
                    </a:solidFill>
                    <a:latin typeface="Arial" panose="020B0604020202020204" pitchFamily="34" charset="0"/>
                    <a:ea typeface="+mn-ea"/>
                    <a:cs typeface="+mn-cs"/>
                  </a:rPr>
                  <a:t>ST logo is a trademark or a registered trademark of STMicroelectronics International NV or its affiliates in the EU and/or other countries. For additional information about ST trademarks, please refer to </a:t>
                </a:r>
                <a:r>
                  <a:rPr lang="en-US" sz="1200" kern="1200" dirty="0">
                    <a:solidFill>
                      <a:srgbClr val="00234B"/>
                    </a:solidFill>
                    <a:latin typeface="Arial" panose="020B0604020202020204" pitchFamily="34" charset="0"/>
                    <a:ea typeface="+mn-ea"/>
                    <a:cs typeface="+mn-cs"/>
                    <a:hlinkClick r:id="rId2">
                      <a:extLst>
                        <a:ext uri="{A12FA001-AC4F-418D-AE19-62706E023703}">
                          <ahyp:hlinkClr xmlns:ahyp="http://schemas.microsoft.com/office/drawing/2018/hyperlinkcolor" val="tx"/>
                        </a:ext>
                      </a:extLst>
                    </a:hlinkClick>
                  </a:rPr>
                  <a:t>www.st.com/trademarks</a:t>
                </a:r>
                <a:r>
                  <a:rPr lang="en-US" sz="1200" kern="1200" dirty="0">
                    <a:solidFill>
                      <a:srgbClr val="00234B"/>
                    </a:solidFill>
                    <a:latin typeface="Arial" panose="020B0604020202020204" pitchFamily="34" charset="0"/>
                    <a:ea typeface="+mn-ea"/>
                    <a:cs typeface="+mn-cs"/>
                  </a:rPr>
                  <a:t>. </a:t>
                </a:r>
                <a:br>
                  <a:rPr lang="en-US" sz="1200" kern="1200" dirty="0">
                    <a:solidFill>
                      <a:srgbClr val="00234B"/>
                    </a:solidFill>
                    <a:latin typeface="Arial" panose="020B0604020202020204" pitchFamily="34" charset="0"/>
                    <a:ea typeface="+mn-ea"/>
                    <a:cs typeface="+mn-cs"/>
                  </a:rPr>
                </a:br>
                <a:r>
                  <a:rPr lang="en-US" sz="1200" kern="1200" dirty="0">
                    <a:solidFill>
                      <a:srgbClr val="00234B"/>
                    </a:solidFill>
                    <a:latin typeface="Arial" panose="020B0604020202020204" pitchFamily="34" charset="0"/>
                    <a:ea typeface="+mn-ea"/>
                    <a:cs typeface="+mn-cs"/>
                  </a:rPr>
                  <a:t>All other product or service names are the property of their respective owners.</a:t>
                </a:r>
              </a:p>
            </p:txBody>
          </p:sp>
          <p:pic>
            <p:nvPicPr>
              <p:cNvPr id="11" name="Graphic 10">
                <a:extLst>
                  <a:ext uri="{FF2B5EF4-FFF2-40B4-BE49-F238E27FC236}">
                    <a16:creationId xmlns:a16="http://schemas.microsoft.com/office/drawing/2014/main" id="{B3C9C090-4752-447B-8BD0-B0518657236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5600" y="5621565"/>
                <a:ext cx="1599819" cy="1233297"/>
              </a:xfrm>
              <a:prstGeom prst="rect">
                <a:avLst/>
              </a:prstGeom>
            </p:spPr>
          </p:pic>
        </p:grpSp>
      </p:grpSp>
      <p:pic>
        <p:nvPicPr>
          <p:cNvPr id="5" name="Picture 4">
            <a:extLst>
              <a:ext uri="{FF2B5EF4-FFF2-40B4-BE49-F238E27FC236}">
                <a16:creationId xmlns:a16="http://schemas.microsoft.com/office/drawing/2014/main" id="{07C8CE8D-FE25-40F5-A966-5717F85ACF9F}"/>
              </a:ext>
            </a:extLst>
          </p:cNvPr>
          <p:cNvPicPr>
            <a:picLocks noChangeAspect="1"/>
          </p:cNvPicPr>
          <p:nvPr/>
        </p:nvPicPr>
        <p:blipFill>
          <a:blip r:embed="rId5"/>
          <a:stretch>
            <a:fillRect/>
          </a:stretch>
        </p:blipFill>
        <p:spPr>
          <a:xfrm>
            <a:off x="2959336" y="1565049"/>
            <a:ext cx="6273328" cy="2280102"/>
          </a:xfrm>
          <a:prstGeom prst="rect">
            <a:avLst/>
          </a:prstGeom>
        </p:spPr>
      </p:pic>
    </p:spTree>
    <p:extLst>
      <p:ext uri="{BB962C8B-B14F-4D97-AF65-F5344CB8AC3E}">
        <p14:creationId xmlns:p14="http://schemas.microsoft.com/office/powerpoint/2010/main" val="2431958815"/>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E0EE782-C82C-4249-B547-EB14D1B2B5E0}"/>
              </a:ext>
            </a:extLst>
          </p:cNvPr>
          <p:cNvSpPr>
            <a:spLocks noGrp="1"/>
          </p:cNvSpPr>
          <p:nvPr>
            <p:ph type="sldNum" sz="quarter" idx="10"/>
          </p:nvPr>
        </p:nvSpPr>
        <p:spPr/>
        <p:txBody>
          <a:bodyPr/>
          <a:lstStyle/>
          <a:p>
            <a:fld id="{0579006F-4184-524E-A90C-3FC2A416496D}" type="slidenum">
              <a:rPr lang="fr-FR" smtClean="0"/>
              <a:pPr/>
              <a:t>‹N°›</a:t>
            </a:fld>
            <a:endParaRPr lang="fr-FR" dirty="0"/>
          </a:p>
        </p:txBody>
      </p:sp>
      <p:sp>
        <p:nvSpPr>
          <p:cNvPr id="4" name="Date Placeholder 3">
            <a:extLst>
              <a:ext uri="{FF2B5EF4-FFF2-40B4-BE49-F238E27FC236}">
                <a16:creationId xmlns:a16="http://schemas.microsoft.com/office/drawing/2014/main" id="{AB3DE8CA-6E55-46D4-8BB1-024A9C8FD4CA}"/>
              </a:ext>
            </a:extLst>
          </p:cNvPr>
          <p:cNvSpPr>
            <a:spLocks noGrp="1"/>
          </p:cNvSpPr>
          <p:nvPr>
            <p:ph type="dt" sz="half" idx="11"/>
          </p:nvPr>
        </p:nvSpPr>
        <p:spPr/>
        <p:txBody>
          <a:bodyPr/>
          <a:lstStyle/>
          <a:p>
            <a:fld id="{A236C716-DEEC-44F8-9CD7-1B8233E8BB2C}" type="datetime1">
              <a:rPr lang="en-US" smtClean="0"/>
              <a:t>4/2/2025</a:t>
            </a:fld>
            <a:endParaRPr lang="fr-FR" dirty="0"/>
          </a:p>
        </p:txBody>
      </p:sp>
      <p:sp>
        <p:nvSpPr>
          <p:cNvPr id="8" name="Text Placeholder 7">
            <a:extLst>
              <a:ext uri="{FF2B5EF4-FFF2-40B4-BE49-F238E27FC236}">
                <a16:creationId xmlns:a16="http://schemas.microsoft.com/office/drawing/2014/main" id="{DEDE1B7C-156C-450E-9E03-E965737874B4}"/>
              </a:ext>
            </a:extLst>
          </p:cNvPr>
          <p:cNvSpPr>
            <a:spLocks noGrp="1"/>
          </p:cNvSpPr>
          <p:nvPr>
            <p:ph type="body" sz="quarter" idx="12"/>
          </p:nvPr>
        </p:nvSpPr>
        <p:spPr>
          <a:xfrm>
            <a:off x="119063" y="115888"/>
            <a:ext cx="10153650" cy="720725"/>
          </a:xfrm>
          <a:prstGeom prst="rect">
            <a:avLst/>
          </a:prstGeom>
        </p:spPr>
        <p:txBody>
          <a:bodyPr/>
          <a:lstStyle>
            <a:lvl1pPr>
              <a:defRPr b="1">
                <a:solidFill>
                  <a:srgbClr val="002060"/>
                </a:solidFill>
                <a:effectLst/>
                <a:latin typeface="+mj-lt"/>
              </a:defRPr>
            </a:lvl1pPr>
          </a:lstStyle>
          <a:p>
            <a:pPr lvl="0"/>
            <a:r>
              <a:rPr lang="fr-FR" noProof="0" dirty="0"/>
              <a:t>Click to </a:t>
            </a:r>
            <a:r>
              <a:rPr lang="fr-FR" noProof="0" dirty="0" err="1"/>
              <a:t>edit</a:t>
            </a:r>
            <a:r>
              <a:rPr lang="fr-FR" noProof="0" dirty="0"/>
              <a:t> Master </a:t>
            </a:r>
            <a:r>
              <a:rPr lang="fr-FR" noProof="0" dirty="0" err="1"/>
              <a:t>text</a:t>
            </a:r>
            <a:r>
              <a:rPr lang="fr-FR" noProof="0" dirty="0"/>
              <a:t> styles</a:t>
            </a:r>
          </a:p>
        </p:txBody>
      </p:sp>
      <p:sp>
        <p:nvSpPr>
          <p:cNvPr id="10" name="Text Placeholder 9">
            <a:extLst>
              <a:ext uri="{FF2B5EF4-FFF2-40B4-BE49-F238E27FC236}">
                <a16:creationId xmlns:a16="http://schemas.microsoft.com/office/drawing/2014/main" id="{C0D0EAA7-4717-4677-93E4-5956B73F0AF1}"/>
              </a:ext>
            </a:extLst>
          </p:cNvPr>
          <p:cNvSpPr>
            <a:spLocks noGrp="1"/>
          </p:cNvSpPr>
          <p:nvPr>
            <p:ph type="body" sz="quarter" idx="13"/>
          </p:nvPr>
        </p:nvSpPr>
        <p:spPr>
          <a:xfrm>
            <a:off x="119063" y="980729"/>
            <a:ext cx="11880850" cy="1728192"/>
          </a:xfrm>
          <a:prstGeom prst="rect">
            <a:avLst/>
          </a:prstGeom>
        </p:spPr>
        <p:txBody>
          <a:bodyPr/>
          <a:lstStyle>
            <a:lvl1pPr>
              <a:spcBef>
                <a:spcPts val="600"/>
              </a:spcBef>
              <a:defRPr sz="2000"/>
            </a:lvl1pPr>
            <a:lvl2pPr>
              <a:spcBef>
                <a:spcPts val="600"/>
              </a:spcBef>
              <a:defRPr sz="1800"/>
            </a:lvl2pPr>
            <a:lvl3pPr>
              <a:spcBef>
                <a:spcPts val="600"/>
              </a:spcBef>
              <a:defRPr sz="1600"/>
            </a:lvl3pPr>
            <a:lvl4pPr>
              <a:spcBef>
                <a:spcPts val="600"/>
              </a:spcBef>
              <a:defRPr sz="1400"/>
            </a:lvl4pPr>
            <a:lvl5pPr>
              <a:spcBef>
                <a:spcPts val="600"/>
              </a:spcBef>
              <a:defRPr sz="1400"/>
            </a:lvl5pPr>
          </a:lstStyle>
          <a:p>
            <a:pPr lvl="0"/>
            <a:r>
              <a:rPr lang="fr-FR" noProof="0"/>
              <a:t>Click to edit Master text styles</a:t>
            </a:r>
          </a:p>
          <a:p>
            <a:pPr lvl="1"/>
            <a:r>
              <a:rPr lang="fr-FR" noProof="0"/>
              <a:t>Second level</a:t>
            </a:r>
          </a:p>
          <a:p>
            <a:pPr lvl="2"/>
            <a:r>
              <a:rPr lang="fr-FR" noProof="0"/>
              <a:t>Third level</a:t>
            </a:r>
          </a:p>
          <a:p>
            <a:pPr lvl="3"/>
            <a:r>
              <a:rPr lang="fr-FR" noProof="0"/>
              <a:t>Fourth level</a:t>
            </a:r>
          </a:p>
          <a:p>
            <a:pPr lvl="4"/>
            <a:r>
              <a:rPr lang="fr-FR" noProof="0"/>
              <a:t>Fifth level</a:t>
            </a:r>
          </a:p>
        </p:txBody>
      </p:sp>
    </p:spTree>
    <p:extLst>
      <p:ext uri="{BB962C8B-B14F-4D97-AF65-F5344CB8AC3E}">
        <p14:creationId xmlns:p14="http://schemas.microsoft.com/office/powerpoint/2010/main" val="2761352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1" name="ColorPatch">
            <a:extLst>
              <a:ext uri="{FF2B5EF4-FFF2-40B4-BE49-F238E27FC236}">
                <a16:creationId xmlns:a16="http://schemas.microsoft.com/office/drawing/2014/main" id="{65F4699E-59A4-43A4-9A5C-D8BFD4B1E6D9}"/>
              </a:ext>
            </a:extLst>
          </p:cNvPr>
          <p:cNvSpPr/>
          <p:nvPr/>
        </p:nvSpPr>
        <p:spPr>
          <a:xfrm>
            <a:off x="-685800" y="5486400"/>
            <a:ext cx="317500" cy="317500"/>
          </a:xfrm>
          <a:prstGeom prst="rect">
            <a:avLst/>
          </a:prstGeom>
          <a:solidFill>
            <a:srgbClr val="E9E9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40" name="ColorPatch">
            <a:extLst>
              <a:ext uri="{FF2B5EF4-FFF2-40B4-BE49-F238E27FC236}">
                <a16:creationId xmlns:a16="http://schemas.microsoft.com/office/drawing/2014/main" id="{1B167F27-4BE8-4B9C-A3D6-12AB9D6515A0}"/>
              </a:ext>
            </a:extLst>
          </p:cNvPr>
          <p:cNvSpPr/>
          <p:nvPr/>
        </p:nvSpPr>
        <p:spPr>
          <a:xfrm>
            <a:off x="-685800" y="5143500"/>
            <a:ext cx="317500" cy="317500"/>
          </a:xfrm>
          <a:prstGeom prst="rect">
            <a:avLst/>
          </a:prstGeom>
          <a:solidFill>
            <a:srgbClr val="D1D1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39" name="ColorPatch">
            <a:extLst>
              <a:ext uri="{FF2B5EF4-FFF2-40B4-BE49-F238E27FC236}">
                <a16:creationId xmlns:a16="http://schemas.microsoft.com/office/drawing/2014/main" id="{62C30C2F-9D3D-402B-9C93-7BB3D257A941}"/>
              </a:ext>
            </a:extLst>
          </p:cNvPr>
          <p:cNvSpPr/>
          <p:nvPr/>
        </p:nvSpPr>
        <p:spPr>
          <a:xfrm>
            <a:off x="-685800" y="4800600"/>
            <a:ext cx="317500" cy="317500"/>
          </a:xfrm>
          <a:prstGeom prst="rect">
            <a:avLst/>
          </a:prstGeom>
          <a:solidFill>
            <a:srgbClr val="A2A2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38" name="ColorPatch">
            <a:extLst>
              <a:ext uri="{FF2B5EF4-FFF2-40B4-BE49-F238E27FC236}">
                <a16:creationId xmlns:a16="http://schemas.microsoft.com/office/drawing/2014/main" id="{D6517BE0-9063-4916-BC84-EDE406E9CDE4}"/>
              </a:ext>
            </a:extLst>
          </p:cNvPr>
          <p:cNvSpPr/>
          <p:nvPr/>
        </p:nvSpPr>
        <p:spPr>
          <a:xfrm>
            <a:off x="-685800" y="4457700"/>
            <a:ext cx="317500" cy="317500"/>
          </a:xfrm>
          <a:prstGeom prst="rect">
            <a:avLst/>
          </a:prstGeom>
          <a:solidFill>
            <a:srgbClr val="7474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37" name="ColorPatch">
            <a:extLst>
              <a:ext uri="{FF2B5EF4-FFF2-40B4-BE49-F238E27FC236}">
                <a16:creationId xmlns:a16="http://schemas.microsoft.com/office/drawing/2014/main" id="{B5249DC3-A9A0-4038-AEE9-AEBFB5D0089D}"/>
              </a:ext>
            </a:extLst>
          </p:cNvPr>
          <p:cNvSpPr/>
          <p:nvPr/>
        </p:nvSpPr>
        <p:spPr>
          <a:xfrm>
            <a:off x="-685800" y="4114800"/>
            <a:ext cx="317500" cy="317500"/>
          </a:xfrm>
          <a:prstGeom prst="rect">
            <a:avLst/>
          </a:prstGeom>
          <a:solidFill>
            <a:srgbClr val="4646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36" name="ColorPatch">
            <a:extLst>
              <a:ext uri="{FF2B5EF4-FFF2-40B4-BE49-F238E27FC236}">
                <a16:creationId xmlns:a16="http://schemas.microsoft.com/office/drawing/2014/main" id="{18A6D389-12F3-4EC1-8CC2-242EFF07CB1C}"/>
              </a:ext>
            </a:extLst>
          </p:cNvPr>
          <p:cNvSpPr/>
          <p:nvPr/>
        </p:nvSpPr>
        <p:spPr>
          <a:xfrm>
            <a:off x="-685800" y="3771900"/>
            <a:ext cx="317500" cy="317500"/>
          </a:xfrm>
          <a:prstGeom prst="rect">
            <a:avLst/>
          </a:prstGeom>
          <a:solidFill>
            <a:srgbClr val="E2B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35" name="ColorPatch">
            <a:extLst>
              <a:ext uri="{FF2B5EF4-FFF2-40B4-BE49-F238E27FC236}">
                <a16:creationId xmlns:a16="http://schemas.microsoft.com/office/drawing/2014/main" id="{2ADD0FF6-E42B-4A48-AA80-7BFCC31B080A}"/>
              </a:ext>
            </a:extLst>
          </p:cNvPr>
          <p:cNvSpPr/>
          <p:nvPr/>
        </p:nvSpPr>
        <p:spPr>
          <a:xfrm>
            <a:off x="-685800" y="3429000"/>
            <a:ext cx="317500" cy="317500"/>
          </a:xfrm>
          <a:prstGeom prst="rect">
            <a:avLst/>
          </a:prstGeom>
          <a:solidFill>
            <a:srgbClr val="C57F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34" name="ColorPatch">
            <a:extLst>
              <a:ext uri="{FF2B5EF4-FFF2-40B4-BE49-F238E27FC236}">
                <a16:creationId xmlns:a16="http://schemas.microsoft.com/office/drawing/2014/main" id="{B669360D-4B82-4260-88C6-0543CF560378}"/>
              </a:ext>
            </a:extLst>
          </p:cNvPr>
          <p:cNvSpPr/>
          <p:nvPr/>
        </p:nvSpPr>
        <p:spPr>
          <a:xfrm>
            <a:off x="-685800" y="3086100"/>
            <a:ext cx="317500" cy="317500"/>
          </a:xfrm>
          <a:prstGeom prst="rect">
            <a:avLst/>
          </a:prstGeom>
          <a:solidFill>
            <a:srgbClr val="A940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33" name="ColorPatch">
            <a:extLst>
              <a:ext uri="{FF2B5EF4-FFF2-40B4-BE49-F238E27FC236}">
                <a16:creationId xmlns:a16="http://schemas.microsoft.com/office/drawing/2014/main" id="{B042156B-6D14-4769-85DE-0BC6133DC1EA}"/>
              </a:ext>
            </a:extLst>
          </p:cNvPr>
          <p:cNvSpPr/>
          <p:nvPr/>
        </p:nvSpPr>
        <p:spPr>
          <a:xfrm>
            <a:off x="-685800" y="2743200"/>
            <a:ext cx="317500" cy="317500"/>
          </a:xfrm>
          <a:prstGeom prst="rect">
            <a:avLst/>
          </a:prstGeom>
          <a:solidFill>
            <a:srgbClr val="8C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32" name="ColorPatch">
            <a:extLst>
              <a:ext uri="{FF2B5EF4-FFF2-40B4-BE49-F238E27FC236}">
                <a16:creationId xmlns:a16="http://schemas.microsoft.com/office/drawing/2014/main" id="{0A8AEA2A-477D-451D-A82D-F30F8990A07D}"/>
              </a:ext>
            </a:extLst>
          </p:cNvPr>
          <p:cNvSpPr/>
          <p:nvPr/>
        </p:nvSpPr>
        <p:spPr>
          <a:xfrm>
            <a:off x="-685800" y="2400300"/>
            <a:ext cx="317500" cy="317500"/>
          </a:xfrm>
          <a:prstGeom prst="rect">
            <a:avLst/>
          </a:prstGeom>
          <a:solidFill>
            <a:srgbClr val="C0D5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31" name="ColorPatch">
            <a:extLst>
              <a:ext uri="{FF2B5EF4-FFF2-40B4-BE49-F238E27FC236}">
                <a16:creationId xmlns:a16="http://schemas.microsoft.com/office/drawing/2014/main" id="{8CE1DB46-E195-40AF-8BEB-3E6873A1B2FA}"/>
              </a:ext>
            </a:extLst>
          </p:cNvPr>
          <p:cNvSpPr/>
          <p:nvPr/>
        </p:nvSpPr>
        <p:spPr>
          <a:xfrm>
            <a:off x="-685800" y="2057400"/>
            <a:ext cx="317500" cy="317500"/>
          </a:xfrm>
          <a:prstGeom prst="rect">
            <a:avLst/>
          </a:prstGeom>
          <a:solidFill>
            <a:srgbClr val="81AB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30" name="ColorPatch">
            <a:extLst>
              <a:ext uri="{FF2B5EF4-FFF2-40B4-BE49-F238E27FC236}">
                <a16:creationId xmlns:a16="http://schemas.microsoft.com/office/drawing/2014/main" id="{E0F1957D-72C6-4D6C-9201-6AA28AA6C57D}"/>
              </a:ext>
            </a:extLst>
          </p:cNvPr>
          <p:cNvSpPr/>
          <p:nvPr/>
        </p:nvSpPr>
        <p:spPr>
          <a:xfrm>
            <a:off x="-685800" y="1714500"/>
            <a:ext cx="317500" cy="317500"/>
          </a:xfrm>
          <a:prstGeom prst="rect">
            <a:avLst/>
          </a:prstGeom>
          <a:solidFill>
            <a:srgbClr val="4381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9" name="ColorPatch">
            <a:extLst>
              <a:ext uri="{FF2B5EF4-FFF2-40B4-BE49-F238E27FC236}">
                <a16:creationId xmlns:a16="http://schemas.microsoft.com/office/drawing/2014/main" id="{F00834CE-7B51-4FC1-989D-97A947599379}"/>
              </a:ext>
            </a:extLst>
          </p:cNvPr>
          <p:cNvSpPr/>
          <p:nvPr/>
        </p:nvSpPr>
        <p:spPr>
          <a:xfrm>
            <a:off x="-685800" y="1371600"/>
            <a:ext cx="317500" cy="317500"/>
          </a:xfrm>
          <a:prstGeom prst="rect">
            <a:avLst/>
          </a:prstGeom>
          <a:solidFill>
            <a:srgbClr val="0457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8" name="ColorPatch">
            <a:extLst>
              <a:ext uri="{FF2B5EF4-FFF2-40B4-BE49-F238E27FC236}">
                <a16:creationId xmlns:a16="http://schemas.microsoft.com/office/drawing/2014/main" id="{AB72B3FD-EF38-4401-99A2-12BA97E1031C}"/>
              </a:ext>
            </a:extLst>
          </p:cNvPr>
          <p:cNvSpPr/>
          <p:nvPr/>
        </p:nvSpPr>
        <p:spPr>
          <a:xfrm>
            <a:off x="-685800" y="1028700"/>
            <a:ext cx="317500" cy="317500"/>
          </a:xfrm>
          <a:prstGeom prst="rect">
            <a:avLst/>
          </a:prstGeom>
          <a:solidFill>
            <a:srgbClr val="D1E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7" name="ColorPatch">
            <a:extLst>
              <a:ext uri="{FF2B5EF4-FFF2-40B4-BE49-F238E27FC236}">
                <a16:creationId xmlns:a16="http://schemas.microsoft.com/office/drawing/2014/main" id="{DB636BCE-D7BA-42A6-B589-71540B9DC5AD}"/>
              </a:ext>
            </a:extLst>
          </p:cNvPr>
          <p:cNvSpPr/>
          <p:nvPr/>
        </p:nvSpPr>
        <p:spPr>
          <a:xfrm>
            <a:off x="-685800" y="685800"/>
            <a:ext cx="317500" cy="317500"/>
          </a:xfrm>
          <a:prstGeom prst="rect">
            <a:avLst/>
          </a:prstGeom>
          <a:solidFill>
            <a:srgbClr val="A4D8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6" name="ColorPatch">
            <a:extLst>
              <a:ext uri="{FF2B5EF4-FFF2-40B4-BE49-F238E27FC236}">
                <a16:creationId xmlns:a16="http://schemas.microsoft.com/office/drawing/2014/main" id="{9D1EA9E9-05C1-4D17-8CE5-6492F824502A}"/>
              </a:ext>
            </a:extLst>
          </p:cNvPr>
          <p:cNvSpPr/>
          <p:nvPr/>
        </p:nvSpPr>
        <p:spPr>
          <a:xfrm>
            <a:off x="-685800" y="342900"/>
            <a:ext cx="317500" cy="317500"/>
          </a:xfrm>
          <a:prstGeom prst="rect">
            <a:avLst/>
          </a:prstGeom>
          <a:solidFill>
            <a:srgbClr val="77C5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5" name="ColorPatch">
            <a:extLst>
              <a:ext uri="{FF2B5EF4-FFF2-40B4-BE49-F238E27FC236}">
                <a16:creationId xmlns:a16="http://schemas.microsoft.com/office/drawing/2014/main" id="{9A5ADA3E-3A73-4260-828D-18023D21EE0E}"/>
              </a:ext>
            </a:extLst>
          </p:cNvPr>
          <p:cNvSpPr/>
          <p:nvPr/>
        </p:nvSpPr>
        <p:spPr>
          <a:xfrm>
            <a:off x="-685800" y="0"/>
            <a:ext cx="317500" cy="317500"/>
          </a:xfrm>
          <a:prstGeom prst="rect">
            <a:avLst/>
          </a:prstGeom>
          <a:solidFill>
            <a:srgbClr val="49B1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4" name="ColorPatch">
            <a:extLst>
              <a:ext uri="{FF2B5EF4-FFF2-40B4-BE49-F238E27FC236}">
                <a16:creationId xmlns:a16="http://schemas.microsoft.com/office/drawing/2014/main" id="{177ED0F8-E668-4F55-9F61-0BADCC753B93}"/>
              </a:ext>
            </a:extLst>
          </p:cNvPr>
          <p:cNvSpPr/>
          <p:nvPr/>
        </p:nvSpPr>
        <p:spPr>
          <a:xfrm>
            <a:off x="-342900" y="5143500"/>
            <a:ext cx="317500" cy="317500"/>
          </a:xfrm>
          <a:prstGeom prst="rect">
            <a:avLst/>
          </a:prstGeom>
          <a:solidFill>
            <a:srgbClr val="F9B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3" name="ColorPatch">
            <a:extLst>
              <a:ext uri="{FF2B5EF4-FFF2-40B4-BE49-F238E27FC236}">
                <a16:creationId xmlns:a16="http://schemas.microsoft.com/office/drawing/2014/main" id="{8CD7E567-0649-47B4-B5F7-346B6C6FAE6E}"/>
              </a:ext>
            </a:extLst>
          </p:cNvPr>
          <p:cNvSpPr/>
          <p:nvPr/>
        </p:nvSpPr>
        <p:spPr>
          <a:xfrm>
            <a:off x="-342900" y="4800600"/>
            <a:ext cx="317500" cy="317500"/>
          </a:xfrm>
          <a:prstGeom prst="rect">
            <a:avLst/>
          </a:prstGeom>
          <a:solidFill>
            <a:srgbClr val="F2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2" name="ColorPatch">
            <a:extLst>
              <a:ext uri="{FF2B5EF4-FFF2-40B4-BE49-F238E27FC236}">
                <a16:creationId xmlns:a16="http://schemas.microsoft.com/office/drawing/2014/main" id="{0B27B926-9D23-408B-B261-7474BA138B0E}"/>
              </a:ext>
            </a:extLst>
          </p:cNvPr>
          <p:cNvSpPr/>
          <p:nvPr/>
        </p:nvSpPr>
        <p:spPr>
          <a:xfrm>
            <a:off x="-342900" y="4457700"/>
            <a:ext cx="317500" cy="317500"/>
          </a:xfrm>
          <a:prstGeom prst="rect">
            <a:avLst/>
          </a:prstGeom>
          <a:solidFill>
            <a:srgbClr val="EC40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1" name="ColorPatch">
            <a:extLst>
              <a:ext uri="{FF2B5EF4-FFF2-40B4-BE49-F238E27FC236}">
                <a16:creationId xmlns:a16="http://schemas.microsoft.com/office/drawing/2014/main" id="{C79F16A5-2F29-42BB-88AB-9C69D7AB8969}"/>
              </a:ext>
            </a:extLst>
          </p:cNvPr>
          <p:cNvSpPr/>
          <p:nvPr/>
        </p:nvSpPr>
        <p:spPr>
          <a:xfrm>
            <a:off x="-342900" y="4114800"/>
            <a:ext cx="317500" cy="317500"/>
          </a:xfrm>
          <a:prstGeom prst="rect">
            <a:avLst/>
          </a:prstGeom>
          <a:solidFill>
            <a:srgbClr val="E6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0" name="ColorPatch">
            <a:extLst>
              <a:ext uri="{FF2B5EF4-FFF2-40B4-BE49-F238E27FC236}">
                <a16:creationId xmlns:a16="http://schemas.microsoft.com/office/drawing/2014/main" id="{7164F073-8D27-4C57-9FA9-5D80FC8EDB68}"/>
              </a:ext>
            </a:extLst>
          </p:cNvPr>
          <p:cNvSpPr/>
          <p:nvPr/>
        </p:nvSpPr>
        <p:spPr>
          <a:xfrm>
            <a:off x="-342900" y="3771900"/>
            <a:ext cx="317500" cy="317500"/>
          </a:xfrm>
          <a:prstGeom prst="rect">
            <a:avLst/>
          </a:prstGeom>
          <a:solidFill>
            <a:srgbClr val="FFF4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19" name="ColorPatch">
            <a:extLst>
              <a:ext uri="{FF2B5EF4-FFF2-40B4-BE49-F238E27FC236}">
                <a16:creationId xmlns:a16="http://schemas.microsoft.com/office/drawing/2014/main" id="{C400E972-E723-4251-BA45-FDC0E6CEEF6C}"/>
              </a:ext>
            </a:extLst>
          </p:cNvPr>
          <p:cNvSpPr/>
          <p:nvPr/>
        </p:nvSpPr>
        <p:spPr>
          <a:xfrm>
            <a:off x="-342900" y="3429000"/>
            <a:ext cx="317500" cy="317500"/>
          </a:xfrm>
          <a:prstGeom prst="rect">
            <a:avLst/>
          </a:prstGeom>
          <a:solidFill>
            <a:srgbClr val="FFE8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18" name="ColorPatch">
            <a:extLst>
              <a:ext uri="{FF2B5EF4-FFF2-40B4-BE49-F238E27FC236}">
                <a16:creationId xmlns:a16="http://schemas.microsoft.com/office/drawing/2014/main" id="{50D772BA-D4EE-40DA-B415-8EC283428CF5}"/>
              </a:ext>
            </a:extLst>
          </p:cNvPr>
          <p:cNvSpPr/>
          <p:nvPr/>
        </p:nvSpPr>
        <p:spPr>
          <a:xfrm>
            <a:off x="-342900" y="3086100"/>
            <a:ext cx="317500" cy="317500"/>
          </a:xfrm>
          <a:prstGeom prst="rect">
            <a:avLst/>
          </a:prstGeom>
          <a:solidFill>
            <a:srgbClr val="FFDD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17" name="ColorPatch">
            <a:extLst>
              <a:ext uri="{FF2B5EF4-FFF2-40B4-BE49-F238E27FC236}">
                <a16:creationId xmlns:a16="http://schemas.microsoft.com/office/drawing/2014/main" id="{6BEEA5BD-11E7-4F3D-BD73-EC2249E8CCEB}"/>
              </a:ext>
            </a:extLst>
          </p:cNvPr>
          <p:cNvSpPr/>
          <p:nvPr/>
        </p:nvSpPr>
        <p:spPr>
          <a:xfrm>
            <a:off x="-342900" y="2743200"/>
            <a:ext cx="317500" cy="317500"/>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16" name="ColorPatch">
            <a:extLst>
              <a:ext uri="{FF2B5EF4-FFF2-40B4-BE49-F238E27FC236}">
                <a16:creationId xmlns:a16="http://schemas.microsoft.com/office/drawing/2014/main" id="{27A566A9-4C8D-4179-BE6D-6A885CF5E38A}"/>
              </a:ext>
            </a:extLst>
          </p:cNvPr>
          <p:cNvSpPr/>
          <p:nvPr/>
        </p:nvSpPr>
        <p:spPr>
          <a:xfrm>
            <a:off x="-342900" y="2400300"/>
            <a:ext cx="317500" cy="317500"/>
          </a:xfrm>
          <a:prstGeom prst="rect">
            <a:avLst/>
          </a:prstGeom>
          <a:solidFill>
            <a:srgbClr val="CEE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15" name="ColorPatch">
            <a:extLst>
              <a:ext uri="{FF2B5EF4-FFF2-40B4-BE49-F238E27FC236}">
                <a16:creationId xmlns:a16="http://schemas.microsoft.com/office/drawing/2014/main" id="{98BB652E-B542-4A6D-842C-A8AFF7CF962D}"/>
              </a:ext>
            </a:extLst>
          </p:cNvPr>
          <p:cNvSpPr/>
          <p:nvPr/>
        </p:nvSpPr>
        <p:spPr>
          <a:xfrm>
            <a:off x="-342900" y="2057400"/>
            <a:ext cx="317500" cy="317500"/>
          </a:xfrm>
          <a:prstGeom prst="rect">
            <a:avLst/>
          </a:prstGeom>
          <a:solidFill>
            <a:srgbClr val="9DD9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14" name="ColorPatch">
            <a:extLst>
              <a:ext uri="{FF2B5EF4-FFF2-40B4-BE49-F238E27FC236}">
                <a16:creationId xmlns:a16="http://schemas.microsoft.com/office/drawing/2014/main" id="{7BE09878-3507-434C-8FBD-3253E93E01C8}"/>
              </a:ext>
            </a:extLst>
          </p:cNvPr>
          <p:cNvSpPr/>
          <p:nvPr/>
        </p:nvSpPr>
        <p:spPr>
          <a:xfrm>
            <a:off x="-342900" y="1714500"/>
            <a:ext cx="317500" cy="317500"/>
          </a:xfrm>
          <a:prstGeom prst="rect">
            <a:avLst/>
          </a:prstGeom>
          <a:solidFill>
            <a:srgbClr val="6DC7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12" name="ColorPatch">
            <a:extLst>
              <a:ext uri="{FF2B5EF4-FFF2-40B4-BE49-F238E27FC236}">
                <a16:creationId xmlns:a16="http://schemas.microsoft.com/office/drawing/2014/main" id="{2E26D6BD-036D-4346-A29B-7683021D70FB}"/>
              </a:ext>
            </a:extLst>
          </p:cNvPr>
          <p:cNvSpPr/>
          <p:nvPr/>
        </p:nvSpPr>
        <p:spPr>
          <a:xfrm>
            <a:off x="-342900" y="1371600"/>
            <a:ext cx="317500" cy="317500"/>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11" name="ColorPatch">
            <a:extLst>
              <a:ext uri="{FF2B5EF4-FFF2-40B4-BE49-F238E27FC236}">
                <a16:creationId xmlns:a16="http://schemas.microsoft.com/office/drawing/2014/main" id="{D840EC2E-1487-4A69-A809-9929CDB60313}"/>
              </a:ext>
            </a:extLst>
          </p:cNvPr>
          <p:cNvSpPr/>
          <p:nvPr/>
        </p:nvSpPr>
        <p:spPr>
          <a:xfrm>
            <a:off x="-342900" y="1028700"/>
            <a:ext cx="317500" cy="317500"/>
          </a:xfrm>
          <a:prstGeom prst="rect">
            <a:avLst/>
          </a:prstGeom>
          <a:solidFill>
            <a:srgbClr val="C0C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10" name="ColorPatch">
            <a:extLst>
              <a:ext uri="{FF2B5EF4-FFF2-40B4-BE49-F238E27FC236}">
                <a16:creationId xmlns:a16="http://schemas.microsoft.com/office/drawing/2014/main" id="{4BBE9809-F301-459A-87DE-3C5C95F62870}"/>
              </a:ext>
            </a:extLst>
          </p:cNvPr>
          <p:cNvSpPr/>
          <p:nvPr/>
        </p:nvSpPr>
        <p:spPr>
          <a:xfrm>
            <a:off x="-342900" y="685800"/>
            <a:ext cx="317500" cy="317500"/>
          </a:xfrm>
          <a:prstGeom prst="rect">
            <a:avLst/>
          </a:prstGeom>
          <a:solidFill>
            <a:srgbClr val="8191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8" name="ColorPatch">
            <a:extLst>
              <a:ext uri="{FF2B5EF4-FFF2-40B4-BE49-F238E27FC236}">
                <a16:creationId xmlns:a16="http://schemas.microsoft.com/office/drawing/2014/main" id="{AD5D23E8-FC29-4F12-AB2C-C32E10546318}"/>
              </a:ext>
            </a:extLst>
          </p:cNvPr>
          <p:cNvSpPr/>
          <p:nvPr/>
        </p:nvSpPr>
        <p:spPr>
          <a:xfrm>
            <a:off x="-342900" y="342900"/>
            <a:ext cx="317500" cy="317500"/>
          </a:xfrm>
          <a:prstGeom prst="rect">
            <a:avLst/>
          </a:prstGeom>
          <a:solidFill>
            <a:srgbClr val="425A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7" name="ColorPatch">
            <a:extLst>
              <a:ext uri="{FF2B5EF4-FFF2-40B4-BE49-F238E27FC236}">
                <a16:creationId xmlns:a16="http://schemas.microsoft.com/office/drawing/2014/main" id="{57149537-0C06-456D-A4A3-2FBB5503631B}"/>
              </a:ext>
            </a:extLst>
          </p:cNvPr>
          <p:cNvSpPr/>
          <p:nvPr/>
        </p:nvSpPr>
        <p:spPr>
          <a:xfrm>
            <a:off x="-342900" y="0"/>
            <a:ext cx="317500" cy="317500"/>
          </a:xfrm>
          <a:prstGeom prst="rect">
            <a:avLst/>
          </a:prstGeom>
          <a:solidFill>
            <a:srgbClr val="0323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2" name="Title Placeholder 1"/>
          <p:cNvSpPr>
            <a:spLocks noGrp="1"/>
          </p:cNvSpPr>
          <p:nvPr>
            <p:ph type="title"/>
          </p:nvPr>
        </p:nvSpPr>
        <p:spPr>
          <a:xfrm>
            <a:off x="300037" y="-1"/>
            <a:ext cx="11609159" cy="1304925"/>
          </a:xfrm>
          <a:prstGeom prst="rect">
            <a:avLst/>
          </a:prstGeom>
        </p:spPr>
        <p:txBody>
          <a:bodyPr vert="horz" lIns="91440" tIns="45720" rIns="90000" bIns="45720" rtlCol="0" anchor="ctr">
            <a:noAutofit/>
          </a:bodyPr>
          <a:lstStyle/>
          <a:p>
            <a:pPr lvl="0" algn="r"/>
            <a:r>
              <a:rPr lang="en-US" dirty="0"/>
              <a:t>Slide title</a:t>
            </a:r>
          </a:p>
        </p:txBody>
      </p:sp>
      <p:sp>
        <p:nvSpPr>
          <p:cNvPr id="3" name="Text Placeholder 2"/>
          <p:cNvSpPr>
            <a:spLocks noGrp="1"/>
          </p:cNvSpPr>
          <p:nvPr>
            <p:ph type="body" idx="1"/>
          </p:nvPr>
        </p:nvSpPr>
        <p:spPr>
          <a:xfrm>
            <a:off x="300038" y="1484313"/>
            <a:ext cx="11591925" cy="4608512"/>
          </a:xfrm>
          <a:prstGeom prst="rect">
            <a:avLst/>
          </a:prstGeom>
        </p:spPr>
        <p:txBody>
          <a:bodyPr vert="horz" lIns="91440" tIns="45720" rIns="90000" bIns="45720" rtlCol="0">
            <a:noAutofit/>
          </a:body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6070600" y="6330968"/>
            <a:ext cx="5483314" cy="292554"/>
          </a:xfrm>
          <a:prstGeom prst="rect">
            <a:avLst/>
          </a:prstGeom>
        </p:spPr>
        <p:txBody>
          <a:bodyPr vert="horz" lIns="90000" tIns="45720" rIns="90000" bIns="45720" rtlCol="0" anchor="b"/>
          <a:lstStyle>
            <a:lvl1pPr algn="r">
              <a:defRPr lang="en-US" sz="1100" b="0">
                <a:solidFill>
                  <a:schemeClr val="tx2"/>
                </a:solidFill>
              </a:defRPr>
            </a:lvl1pPr>
          </a:lstStyle>
          <a:p>
            <a:endParaRPr lang="en-US"/>
          </a:p>
        </p:txBody>
      </p:sp>
      <p:sp>
        <p:nvSpPr>
          <p:cNvPr id="6" name="Slide Number Placeholder 5"/>
          <p:cNvSpPr>
            <a:spLocks noGrp="1"/>
          </p:cNvSpPr>
          <p:nvPr>
            <p:ph type="sldNum" sz="quarter" idx="4"/>
          </p:nvPr>
        </p:nvSpPr>
        <p:spPr>
          <a:xfrm>
            <a:off x="11610261" y="6330968"/>
            <a:ext cx="411004" cy="292554"/>
          </a:xfrm>
          <a:prstGeom prst="rect">
            <a:avLst/>
          </a:prstGeom>
        </p:spPr>
        <p:txBody>
          <a:bodyPr vert="horz" lIns="0" tIns="46800" rIns="0" bIns="46800" rtlCol="0" anchor="b"/>
          <a:lstStyle>
            <a:lvl1pPr algn="r">
              <a:defRPr lang="en-US" sz="1100" b="0" smtClean="0">
                <a:solidFill>
                  <a:schemeClr val="tx2"/>
                </a:solidFill>
              </a:defRPr>
            </a:lvl1pPr>
          </a:lstStyle>
          <a:p>
            <a:fld id="{0579006F-4184-524E-A90C-3FC2A416496D}" type="slidenum">
              <a:rPr lang="fr-FR" smtClean="0"/>
              <a:pPr/>
              <a:t>‹N°›</a:t>
            </a:fld>
            <a:endParaRPr lang="fr-FR" dirty="0"/>
          </a:p>
        </p:txBody>
      </p:sp>
      <p:sp>
        <p:nvSpPr>
          <p:cNvPr id="4" name="Date Placeholder 3"/>
          <p:cNvSpPr>
            <a:spLocks noGrp="1"/>
          </p:cNvSpPr>
          <p:nvPr>
            <p:ph type="dt" sz="half" idx="2"/>
          </p:nvPr>
        </p:nvSpPr>
        <p:spPr>
          <a:xfrm>
            <a:off x="4857517" y="6330968"/>
            <a:ext cx="1184909" cy="292554"/>
          </a:xfrm>
          <a:prstGeom prst="rect">
            <a:avLst/>
          </a:prstGeom>
        </p:spPr>
        <p:txBody>
          <a:bodyPr vert="horz" lIns="91440" tIns="45720" rIns="91440" bIns="45720" rtlCol="0" anchor="b"/>
          <a:lstStyle>
            <a:lvl1pPr algn="r">
              <a:defRPr sz="1100" b="0">
                <a:solidFill>
                  <a:schemeClr val="tx2"/>
                </a:solidFill>
              </a:defRPr>
            </a:lvl1pPr>
          </a:lstStyle>
          <a:p>
            <a:fld id="{A236C716-DEEC-44F8-9CD7-1B8233E8BB2C}" type="datetime1">
              <a:rPr lang="en-US" smtClean="0"/>
              <a:t>4/2/2025</a:t>
            </a:fld>
            <a:endParaRPr lang="fr-FR" dirty="0"/>
          </a:p>
        </p:txBody>
      </p:sp>
      <p:pic>
        <p:nvPicPr>
          <p:cNvPr id="13" name="Graphic 12">
            <a:extLst>
              <a:ext uri="{FF2B5EF4-FFF2-40B4-BE49-F238E27FC236}">
                <a16:creationId xmlns:a16="http://schemas.microsoft.com/office/drawing/2014/main" id="{3DE2817A-3634-41C4-BE77-0740C5A7811D}"/>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31556" y="6094699"/>
            <a:ext cx="990025" cy="763207"/>
          </a:xfrm>
          <a:prstGeom prst="rect">
            <a:avLst/>
          </a:prstGeom>
        </p:spPr>
      </p:pic>
      <p:sp>
        <p:nvSpPr>
          <p:cNvPr id="9" name="Rectangle 8">
            <a:extLst>
              <a:ext uri="{FF2B5EF4-FFF2-40B4-BE49-F238E27FC236}">
                <a16:creationId xmlns:a16="http://schemas.microsoft.com/office/drawing/2014/main" id="{57CD4E90-0AD7-41F7-BEF4-B339EC998E49}"/>
              </a:ext>
            </a:extLst>
          </p:cNvPr>
          <p:cNvSpPr/>
          <p:nvPr/>
        </p:nvSpPr>
        <p:spPr>
          <a:xfrm>
            <a:off x="12004894" y="0"/>
            <a:ext cx="187105" cy="1143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713729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20" r:id="rId9"/>
  </p:sldLayoutIdLst>
  <p:hf hdr="0" ftr="0"/>
  <p:txStyles>
    <p:titleStyle>
      <a:lvl1pPr algn="r" defTabSz="914400" rtl="0" eaLnBrk="1" latinLnBrk="0" hangingPunct="1">
        <a:lnSpc>
          <a:spcPct val="90000"/>
        </a:lnSpc>
        <a:spcBef>
          <a:spcPct val="0"/>
        </a:spcBef>
        <a:buNone/>
        <a:defRPr lang="en-US" sz="3600" b="0" kern="1200" baseline="0">
          <a:solidFill>
            <a:schemeClr val="tx1"/>
          </a:solidFill>
          <a:latin typeface="+mj-lt"/>
          <a:ea typeface="+mj-ea"/>
          <a:cs typeface="+mj-cs"/>
        </a:defRPr>
      </a:lvl1pPr>
    </p:titleStyle>
    <p:bodyStyle>
      <a:lvl1pPr marL="261938" indent="-261938" algn="l" defTabSz="914400" rtl="0" eaLnBrk="1" latinLnBrk="0" hangingPunct="1">
        <a:lnSpc>
          <a:spcPct val="100000"/>
        </a:lnSpc>
        <a:spcBef>
          <a:spcPts val="1000"/>
        </a:spcBef>
        <a:buClr>
          <a:schemeClr val="tx1"/>
        </a:buClr>
        <a:buFont typeface="Arial" panose="020B0604020202020204" pitchFamily="34" charset="0"/>
        <a:buChar char="•"/>
        <a:defRPr lang="en-US" sz="2400" kern="1200" smtClean="0">
          <a:solidFill>
            <a:schemeClr val="tx1"/>
          </a:solidFill>
          <a:latin typeface="+mn-lt"/>
          <a:ea typeface="+mn-ea"/>
          <a:cs typeface="+mn-cs"/>
        </a:defRPr>
      </a:lvl1pPr>
      <a:lvl2pPr marL="536575" indent="-266700" algn="l" defTabSz="914400" rtl="0" eaLnBrk="1" latinLnBrk="0" hangingPunct="1">
        <a:lnSpc>
          <a:spcPct val="100000"/>
        </a:lnSpc>
        <a:spcBef>
          <a:spcPts val="600"/>
        </a:spcBef>
        <a:buClr>
          <a:schemeClr val="tx1"/>
        </a:buClr>
        <a:buFont typeface="Arial" panose="020B0604020202020204" pitchFamily="34" charset="0"/>
        <a:buChar char="•"/>
        <a:defRPr lang="en-US" sz="2000" kern="1200" smtClean="0">
          <a:solidFill>
            <a:schemeClr val="tx1"/>
          </a:solidFill>
          <a:latin typeface="+mn-lt"/>
          <a:ea typeface="+mn-ea"/>
          <a:cs typeface="+mn-cs"/>
        </a:defRPr>
      </a:lvl2pPr>
      <a:lvl3pPr marL="812800" indent="-273050" algn="l" defTabSz="914400" rtl="0" eaLnBrk="1" latinLnBrk="0" hangingPunct="1">
        <a:lnSpc>
          <a:spcPct val="100000"/>
        </a:lnSpc>
        <a:spcBef>
          <a:spcPts val="600"/>
        </a:spcBef>
        <a:buClr>
          <a:schemeClr val="tx1"/>
        </a:buClr>
        <a:buFont typeface="Arial" panose="020B0604020202020204" pitchFamily="34" charset="0"/>
        <a:buChar char="•"/>
        <a:defRPr lang="en-US" sz="1800" kern="1200" smtClean="0">
          <a:solidFill>
            <a:schemeClr val="tx1"/>
          </a:solidFill>
          <a:latin typeface="+mn-lt"/>
          <a:ea typeface="+mn-ea"/>
          <a:cs typeface="+mn-cs"/>
        </a:defRPr>
      </a:lvl3pPr>
      <a:lvl4pPr marL="987425" indent="-268288" algn="l" defTabSz="914400" rtl="0" eaLnBrk="1" latinLnBrk="0" hangingPunct="1">
        <a:lnSpc>
          <a:spcPct val="100000"/>
        </a:lnSpc>
        <a:spcBef>
          <a:spcPts val="400"/>
        </a:spcBef>
        <a:buClr>
          <a:schemeClr val="tx2"/>
        </a:buClr>
        <a:buFont typeface="Arial" panose="020B0604020202020204" pitchFamily="34" charset="0"/>
        <a:buChar char="•"/>
        <a:defRPr lang="en-US" sz="1600" kern="1200" smtClean="0">
          <a:solidFill>
            <a:schemeClr val="tx2"/>
          </a:solidFill>
          <a:latin typeface="+mn-lt"/>
          <a:ea typeface="+mn-ea"/>
          <a:cs typeface="+mn-cs"/>
        </a:defRPr>
      </a:lvl4pPr>
      <a:lvl5pPr marL="1160463" indent="-261938" algn="l" defTabSz="914400" rtl="0" eaLnBrk="1" latinLnBrk="0" hangingPunct="1">
        <a:lnSpc>
          <a:spcPct val="100000"/>
        </a:lnSpc>
        <a:spcBef>
          <a:spcPts val="400"/>
        </a:spcBef>
        <a:buClr>
          <a:schemeClr val="tx2"/>
        </a:buClr>
        <a:buFont typeface="Arial" panose="020B0604020202020204" pitchFamily="34" charset="0"/>
        <a:buChar char="•"/>
        <a:defRPr lang="en-US"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9">
          <p15:clr>
            <a:srgbClr val="F26B43"/>
          </p15:clr>
        </p15:guide>
        <p15:guide id="2" pos="7491">
          <p15:clr>
            <a:srgbClr val="F26B43"/>
          </p15:clr>
        </p15:guide>
        <p15:guide id="3" orient="horz" pos="2160">
          <p15:clr>
            <a:srgbClr val="F26B43"/>
          </p15:clr>
        </p15:guide>
        <p15:guide id="4" orient="horz" pos="935">
          <p15:clr>
            <a:srgbClr val="F26B43"/>
          </p15:clr>
        </p15:guide>
        <p15:guide id="5" orient="horz" pos="3838">
          <p15:clr>
            <a:srgbClr val="F26B43"/>
          </p15:clr>
        </p15:guide>
        <p15:guide id="6" orient="horz" pos="822">
          <p15:clr>
            <a:srgbClr val="F26B43"/>
          </p15:clr>
        </p15:guide>
        <p15:guide id="7" pos="3840">
          <p15:clr>
            <a:srgbClr val="F26B43"/>
          </p15:clr>
        </p15:guide>
        <p15:guide id="8" orient="horz" pos="131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266_2A151BBB.xml"/><Relationship Id="rId2" Type="http://schemas.openxmlformats.org/officeDocument/2006/relationships/notesSlide" Target="../notesSlides/notesSlide2.xml"/><Relationship Id="rId1" Type="http://schemas.openxmlformats.org/officeDocument/2006/relationships/slideLayout" Target="../slideLayouts/slideLayout9.xml"/><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3" Type="http://schemas.microsoft.com/office/2018/10/relationships/comments" Target="../comments/modernComment_230_94904F0A.xml"/><Relationship Id="rId2" Type="http://schemas.openxmlformats.org/officeDocument/2006/relationships/notesSlide" Target="../notesSlides/notesSlide3.xml"/><Relationship Id="rId1" Type="http://schemas.openxmlformats.org/officeDocument/2006/relationships/slideLayout" Target="../slideLayouts/slideLayout9.xml"/><Relationship Id="rId5" Type="http://schemas.openxmlformats.org/officeDocument/2006/relationships/image" Target="../media/image10.png"/><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3" Type="http://schemas.microsoft.com/office/2018/10/relationships/comments" Target="../comments/modernComment_231_1C0F636C.xml"/><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microsoft.com/office/2018/10/relationships/comments" Target="../comments/modernComment_232_9ED40683.xml"/><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microsoft.com/office/2018/10/relationships/comments" Target="../comments/modernComment_233_EABC1E9B.xml"/><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microsoft.com/office/2018/10/relationships/comments" Target="../comments/modernComment_234_31E06ECB.xml"/><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microsoft.com/office/2018/10/relationships/comments" Target="../comments/modernComment_236_CB86751E.xml"/><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microsoft.com/office/2018/10/relationships/comments" Target="../comments/modernComment_235_1ACB5DA3.xml"/><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237_7B4F0A3D.xml"/><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microsoft.com/office/2018/10/relationships/comments" Target="../comments/modernComment_238_4D069D4.xml"/><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microsoft.com/office/2018/10/relationships/comments" Target="../comments/modernComment_239_700E270B.xml"/><Relationship Id="rId7"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23A_E336B13C.xml"/><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23B_410C15DC.xml"/><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23C_1533A919.xml"/><Relationship Id="rId2" Type="http://schemas.openxmlformats.org/officeDocument/2006/relationships/notesSlide" Target="../notesSlides/notesSlide17.xml"/><Relationship Id="rId1" Type="http://schemas.openxmlformats.org/officeDocument/2006/relationships/slideLayout" Target="../slideLayouts/slideLayout9.xml"/><Relationship Id="rId5" Type="http://schemas.openxmlformats.org/officeDocument/2006/relationships/image" Target="../media/image35.jpe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txBox="1">
            <a:spLocks/>
          </p:cNvSpPr>
          <p:nvPr/>
        </p:nvSpPr>
        <p:spPr>
          <a:xfrm>
            <a:off x="328809" y="3578305"/>
            <a:ext cx="9799639" cy="2767570"/>
          </a:xfrm>
          <a:prstGeom prst="rect">
            <a:avLst/>
          </a:prstGeom>
        </p:spPr>
        <p:txBody>
          <a:bodyPr>
            <a:noAutofit/>
          </a:bodyPr>
          <a:lstStyle>
            <a:lvl1pPr algn="l" defTabSz="914400" rtl="0" eaLnBrk="1" latinLnBrk="0" hangingPunct="1">
              <a:lnSpc>
                <a:spcPct val="75000"/>
              </a:lnSpc>
              <a:spcBef>
                <a:spcPct val="0"/>
              </a:spcBef>
              <a:buNone/>
              <a:defRPr sz="4800" b="1" i="0" kern="1200">
                <a:solidFill>
                  <a:schemeClr val="tx1"/>
                </a:solidFill>
                <a:latin typeface="Bebas Neue" charset="0"/>
                <a:ea typeface="Bebas Neue" charset="0"/>
                <a:cs typeface="Bebas Neue" charset="0"/>
              </a:defRPr>
            </a:lvl1pPr>
          </a:lstStyle>
          <a:p>
            <a:pPr marL="0" marR="0" lvl="0" indent="0" algn="l" defTabSz="914400" rtl="0" eaLnBrk="1" fontAlgn="auto" latinLnBrk="0" hangingPunct="1">
              <a:lnSpc>
                <a:spcPct val="75000"/>
              </a:lnSpc>
              <a:spcBef>
                <a:spcPct val="0"/>
              </a:spcBef>
              <a:spcAft>
                <a:spcPts val="0"/>
              </a:spcAft>
              <a:buClrTx/>
              <a:buSzTx/>
              <a:buFontTx/>
              <a:buNone/>
              <a:tabLst/>
              <a:defRPr/>
            </a:pPr>
            <a:r>
              <a:rPr kumimoji="0" lang="en-US" sz="6600" b="1" i="0" u="none" strike="noStrike" kern="1200" cap="none" spc="-150" normalizeH="0" baseline="0" noProof="0" dirty="0">
                <a:ln>
                  <a:noFill/>
                </a:ln>
                <a:solidFill>
                  <a:srgbClr val="FFFFFF"/>
                </a:solidFill>
                <a:effectLst/>
                <a:uLnTx/>
                <a:uFillTx/>
                <a:latin typeface="Arial"/>
              </a:rPr>
              <a:t>TP 01 – GPIO</a:t>
            </a:r>
          </a:p>
          <a:p>
            <a:pPr marL="0" marR="0" lvl="0" indent="0" algn="l" defTabSz="914400" rtl="0" eaLnBrk="1" fontAlgn="auto" latinLnBrk="0" hangingPunct="1">
              <a:lnSpc>
                <a:spcPct val="75000"/>
              </a:lnSpc>
              <a:spcBef>
                <a:spcPct val="0"/>
              </a:spcBef>
              <a:spcAft>
                <a:spcPts val="0"/>
              </a:spcAft>
              <a:buClrTx/>
              <a:buSzTx/>
              <a:buFontTx/>
              <a:buNone/>
              <a:tabLst/>
              <a:defRPr/>
            </a:pPr>
            <a:r>
              <a:rPr kumimoji="0" lang="en-US" sz="6600" b="1" i="0" u="none" strike="noStrike" kern="1200" cap="none" spc="-150" normalizeH="0" baseline="0" noProof="0" dirty="0">
                <a:ln>
                  <a:noFill/>
                </a:ln>
                <a:solidFill>
                  <a:srgbClr val="E6007E"/>
                </a:solidFill>
                <a:effectLst/>
                <a:uLnTx/>
                <a:uFillTx/>
                <a:latin typeface="Arial"/>
              </a:rPr>
              <a:t>STM32</a:t>
            </a:r>
          </a:p>
          <a:p>
            <a:pPr marL="0" marR="0" lvl="0" indent="0" algn="l" defTabSz="914400" rtl="0" eaLnBrk="1" fontAlgn="auto" latinLnBrk="0" hangingPunct="1">
              <a:lnSpc>
                <a:spcPct val="75000"/>
              </a:lnSpc>
              <a:spcBef>
                <a:spcPct val="0"/>
              </a:spcBef>
              <a:spcAft>
                <a:spcPts val="0"/>
              </a:spcAft>
              <a:buClrTx/>
              <a:buSzTx/>
              <a:buFontTx/>
              <a:buNone/>
              <a:tabLst/>
              <a:defRPr/>
            </a:pPr>
            <a:r>
              <a:rPr kumimoji="0" lang="en-US" sz="2400" b="0" i="0" u="none" strike="noStrike" kern="1200" cap="none" spc="-150" normalizeH="0" baseline="0" noProof="0" dirty="0">
                <a:ln>
                  <a:noFill/>
                </a:ln>
                <a:solidFill>
                  <a:srgbClr val="FFFFFF"/>
                </a:solidFill>
                <a:effectLst/>
                <a:uLnTx/>
                <a:uFillTx/>
                <a:latin typeface="Arial"/>
              </a:rPr>
              <a:t>Toulon</a:t>
            </a:r>
            <a:endParaRPr kumimoji="0" lang="en-US" sz="4800" b="0" i="0" u="none" strike="noStrike" kern="1200" cap="none" spc="-150" normalizeH="0" baseline="0" noProof="0" dirty="0">
              <a:ln>
                <a:noFill/>
              </a:ln>
              <a:solidFill>
                <a:srgbClr val="FFFFFF"/>
              </a:solidFill>
              <a:effectLst/>
              <a:uLnTx/>
              <a:uFillTx/>
              <a:latin typeface="Arial"/>
            </a:endParaRPr>
          </a:p>
        </p:txBody>
      </p:sp>
      <p:sp>
        <p:nvSpPr>
          <p:cNvPr id="4" name="Title 3">
            <a:extLst>
              <a:ext uri="{FF2B5EF4-FFF2-40B4-BE49-F238E27FC236}">
                <a16:creationId xmlns:a16="http://schemas.microsoft.com/office/drawing/2014/main" id="{B8F0D63A-0BCB-517D-9E66-1881168EA0F0}"/>
              </a:ext>
            </a:extLst>
          </p:cNvPr>
          <p:cNvSpPr>
            <a:spLocks noGrp="1"/>
          </p:cNvSpPr>
          <p:nvPr>
            <p:ph type="ctrTitle"/>
          </p:nvPr>
        </p:nvSpPr>
        <p:spPr/>
        <p:txBody>
          <a:bodyPr/>
          <a:lstStyle/>
          <a:p>
            <a:r>
              <a:rPr lang="en-US" dirty="0"/>
              <a:t>TP04 – PWM STM32 </a:t>
            </a:r>
          </a:p>
        </p:txBody>
      </p:sp>
      <p:sp>
        <p:nvSpPr>
          <p:cNvPr id="9" name="Subtitle 8">
            <a:extLst>
              <a:ext uri="{FF2B5EF4-FFF2-40B4-BE49-F238E27FC236}">
                <a16:creationId xmlns:a16="http://schemas.microsoft.com/office/drawing/2014/main" id="{EA454EB8-1F31-8290-4B9F-61D96BDBDC47}"/>
              </a:ext>
            </a:extLst>
          </p:cNvPr>
          <p:cNvSpPr>
            <a:spLocks noGrp="1"/>
          </p:cNvSpPr>
          <p:nvPr>
            <p:ph type="subTitle" idx="1"/>
          </p:nvPr>
        </p:nvSpPr>
        <p:spPr/>
        <p:txBody>
          <a:bodyPr/>
          <a:lstStyle/>
          <a:p>
            <a:r>
              <a:rPr lang="en-US" dirty="0"/>
              <a:t>Julien Terrier (COOLab Rousset)</a:t>
            </a:r>
          </a:p>
        </p:txBody>
      </p:sp>
      <p:pic>
        <p:nvPicPr>
          <p:cNvPr id="12" name="Picture Placeholder 11">
            <a:extLst>
              <a:ext uri="{FF2B5EF4-FFF2-40B4-BE49-F238E27FC236}">
                <a16:creationId xmlns:a16="http://schemas.microsoft.com/office/drawing/2014/main" id="{9F5DE147-3F1A-D59B-729F-47919CE5D84B}"/>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l="19462" r="19462"/>
          <a:stretch/>
        </p:blipFill>
        <p:spPr/>
      </p:pic>
      <p:sp>
        <p:nvSpPr>
          <p:cNvPr id="3" name="Slide Number Placeholder 2">
            <a:extLst>
              <a:ext uri="{FF2B5EF4-FFF2-40B4-BE49-F238E27FC236}">
                <a16:creationId xmlns:a16="http://schemas.microsoft.com/office/drawing/2014/main" id="{B818E403-8488-6E6A-4753-C967BA5EA0FA}"/>
              </a:ext>
            </a:extLst>
          </p:cNvPr>
          <p:cNvSpPr>
            <a:spLocks noGrp="1"/>
          </p:cNvSpPr>
          <p:nvPr>
            <p:ph type="sldNum" sz="quarter" idx="4294967295"/>
          </p:nvPr>
        </p:nvSpPr>
        <p:spPr>
          <a:xfrm>
            <a:off x="10991850" y="6524625"/>
            <a:ext cx="1200150" cy="333375"/>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79006F-4184-524E-A90C-3FC2A416496D}" type="slidenum">
              <a:rPr kumimoji="0" lang="en-US" sz="1100" b="0" i="0" u="none" strike="noStrike" kern="1200" cap="none" spc="0" normalizeH="0" baseline="0" noProof="0" smtClean="0">
                <a:ln>
                  <a:noFill/>
                </a:ln>
                <a:solidFill>
                  <a:srgbClr val="46465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100" b="0" i="0" u="none" strike="noStrike" kern="1200" cap="none" spc="0" normalizeH="0" baseline="0" noProof="0" dirty="0">
              <a:ln>
                <a:noFill/>
              </a:ln>
              <a:solidFill>
                <a:srgbClr val="464650"/>
              </a:solidFill>
              <a:effectLst/>
              <a:uLnTx/>
              <a:uFillTx/>
              <a:latin typeface="Arial"/>
              <a:ea typeface="+mn-ea"/>
              <a:cs typeface="+mn-cs"/>
            </a:endParaRPr>
          </a:p>
        </p:txBody>
      </p:sp>
    </p:spTree>
    <p:extLst>
      <p:ext uri="{BB962C8B-B14F-4D97-AF65-F5344CB8AC3E}">
        <p14:creationId xmlns:p14="http://schemas.microsoft.com/office/powerpoint/2010/main" val="4256988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70259200-FB13-83B8-F8CF-CD1242FEB50C}"/>
              </a:ext>
            </a:extLst>
          </p:cNvPr>
          <p:cNvSpPr>
            <a:spLocks noGrp="1"/>
          </p:cNvSpPr>
          <p:nvPr>
            <p:ph type="sldNum" sz="quarter" idx="10"/>
          </p:nvPr>
        </p:nvSpPr>
        <p:spPr>
          <a:xfrm>
            <a:off x="11610261" y="6330968"/>
            <a:ext cx="411004" cy="292554"/>
          </a:xfrm>
        </p:spPr>
        <p:txBody>
          <a:bodyPr>
            <a:normAutofit/>
          </a:bodyPr>
          <a:lstStyle/>
          <a:p>
            <a:fld id="{0579006F-4184-524E-A90C-3FC2A416496D}" type="slidenum">
              <a:rPr lang="en-US" smtClean="0"/>
              <a:pPr/>
              <a:t>2</a:t>
            </a:fld>
            <a:endParaRPr lang="en-US" dirty="0"/>
          </a:p>
        </p:txBody>
      </p:sp>
      <p:sp>
        <p:nvSpPr>
          <p:cNvPr id="4" name="Text Placeholder 3">
            <a:extLst>
              <a:ext uri="{FF2B5EF4-FFF2-40B4-BE49-F238E27FC236}">
                <a16:creationId xmlns:a16="http://schemas.microsoft.com/office/drawing/2014/main" id="{5E110484-7C01-4617-903A-503AD67ED395}"/>
              </a:ext>
            </a:extLst>
          </p:cNvPr>
          <p:cNvSpPr>
            <a:spLocks noGrp="1"/>
          </p:cNvSpPr>
          <p:nvPr>
            <p:ph type="body" sz="quarter" idx="12"/>
          </p:nvPr>
        </p:nvSpPr>
        <p:spPr>
          <a:xfrm>
            <a:off x="119063" y="115888"/>
            <a:ext cx="10153650" cy="720725"/>
          </a:xfrm>
        </p:spPr>
        <p:txBody>
          <a:bodyPr>
            <a:normAutofit/>
          </a:bodyPr>
          <a:lstStyle/>
          <a:p>
            <a:r>
              <a:rPr lang="fr-FR" sz="3200" dirty="0"/>
              <a:t>Objectifs du TP 04</a:t>
            </a:r>
          </a:p>
        </p:txBody>
      </p:sp>
      <p:sp>
        <p:nvSpPr>
          <p:cNvPr id="5" name="Text Placeholder 4">
            <a:extLst>
              <a:ext uri="{FF2B5EF4-FFF2-40B4-BE49-F238E27FC236}">
                <a16:creationId xmlns:a16="http://schemas.microsoft.com/office/drawing/2014/main" id="{4A0BAB5A-BB55-46E0-9F57-B6937674FD25}"/>
              </a:ext>
            </a:extLst>
          </p:cNvPr>
          <p:cNvSpPr>
            <a:spLocks noGrp="1"/>
          </p:cNvSpPr>
          <p:nvPr>
            <p:ph type="body" sz="quarter" idx="13"/>
          </p:nvPr>
        </p:nvSpPr>
        <p:spPr>
          <a:xfrm>
            <a:off x="119063" y="981074"/>
            <a:ext cx="8065169" cy="1799854"/>
          </a:xfrm>
        </p:spPr>
        <p:txBody>
          <a:bodyPr>
            <a:noAutofit/>
          </a:bodyPr>
          <a:lstStyle/>
          <a:p>
            <a:r>
              <a:rPr lang="fr-FR" u="sng" dirty="0"/>
              <a:t>Objectifs:</a:t>
            </a:r>
          </a:p>
          <a:p>
            <a:r>
              <a:rPr lang="fr-FR" dirty="0"/>
              <a:t>Configurer un Timer pour générer </a:t>
            </a:r>
            <a:r>
              <a:rPr lang="en-US" dirty="0"/>
              <a:t>un signal PWM</a:t>
            </a:r>
            <a:endParaRPr lang="fr-FR" dirty="0"/>
          </a:p>
          <a:p>
            <a:r>
              <a:rPr lang="fr-FR" dirty="0"/>
              <a:t>Piloter le moteur dc sur la carte COOLab</a:t>
            </a:r>
          </a:p>
          <a:p>
            <a:pPr marL="0" indent="0">
              <a:buNone/>
            </a:pPr>
            <a:endParaRPr lang="fr-FR" dirty="0"/>
          </a:p>
        </p:txBody>
      </p:sp>
      <p:pic>
        <p:nvPicPr>
          <p:cNvPr id="13" name="Picture 12" descr="A close-up of a computer chip&#10;&#10;Description automatically generated">
            <a:extLst>
              <a:ext uri="{FF2B5EF4-FFF2-40B4-BE49-F238E27FC236}">
                <a16:creationId xmlns:a16="http://schemas.microsoft.com/office/drawing/2014/main" id="{BCBC4A12-D535-FDF0-F3D9-1583F31B8C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34375" y="-4370"/>
            <a:ext cx="3857625" cy="6858000"/>
          </a:xfrm>
          <a:prstGeom prst="rect">
            <a:avLst/>
          </a:prstGeom>
        </p:spPr>
      </p:pic>
    </p:spTree>
    <p:extLst>
      <p:ext uri="{BB962C8B-B14F-4D97-AF65-F5344CB8AC3E}">
        <p14:creationId xmlns:p14="http://schemas.microsoft.com/office/powerpoint/2010/main" val="706026427"/>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512845B-04C6-4D4D-90BC-7433115B383D}"/>
              </a:ext>
            </a:extLst>
          </p:cNvPr>
          <p:cNvSpPr>
            <a:spLocks noGrp="1"/>
          </p:cNvSpPr>
          <p:nvPr>
            <p:ph type="body" sz="quarter" idx="12"/>
          </p:nvPr>
        </p:nvSpPr>
        <p:spPr>
          <a:xfrm>
            <a:off x="119063" y="115888"/>
            <a:ext cx="10153650" cy="720725"/>
          </a:xfrm>
        </p:spPr>
        <p:txBody>
          <a:bodyPr>
            <a:normAutofit/>
          </a:bodyPr>
          <a:lstStyle/>
          <a:p>
            <a:r>
              <a:rPr lang="fr-FR" sz="3200" dirty="0"/>
              <a:t>Qu’est-ce qu’un PWM ?</a:t>
            </a:r>
          </a:p>
        </p:txBody>
      </p:sp>
      <p:sp>
        <p:nvSpPr>
          <p:cNvPr id="5" name="Text Placeholder 4">
            <a:extLst>
              <a:ext uri="{FF2B5EF4-FFF2-40B4-BE49-F238E27FC236}">
                <a16:creationId xmlns:a16="http://schemas.microsoft.com/office/drawing/2014/main" id="{775B1EB7-9A92-41CD-B32E-382E90FC3F03}"/>
              </a:ext>
            </a:extLst>
          </p:cNvPr>
          <p:cNvSpPr>
            <a:spLocks noGrp="1"/>
          </p:cNvSpPr>
          <p:nvPr>
            <p:ph type="body" sz="quarter" idx="13"/>
          </p:nvPr>
        </p:nvSpPr>
        <p:spPr>
          <a:xfrm>
            <a:off x="119063" y="980729"/>
            <a:ext cx="11880850" cy="1728192"/>
          </a:xfrm>
        </p:spPr>
        <p:txBody>
          <a:bodyPr>
            <a:normAutofit/>
          </a:bodyPr>
          <a:lstStyle/>
          <a:p>
            <a:r>
              <a:rPr lang="en-US" dirty="0"/>
              <a:t>Un signal PWM (Pulse Width Modulation) </a:t>
            </a:r>
            <a:r>
              <a:rPr lang="en-US" dirty="0" err="1"/>
              <a:t>est</a:t>
            </a:r>
            <a:r>
              <a:rPr lang="en-US" dirty="0"/>
              <a:t> un signal </a:t>
            </a:r>
            <a:r>
              <a:rPr lang="en-US" dirty="0" err="1"/>
              <a:t>périodique</a:t>
            </a:r>
            <a:r>
              <a:rPr lang="en-US" dirty="0"/>
              <a:t> </a:t>
            </a:r>
            <a:r>
              <a:rPr lang="en-US" dirty="0" err="1"/>
              <a:t>dont</a:t>
            </a:r>
            <a:r>
              <a:rPr lang="en-US" dirty="0"/>
              <a:t> le rapport </a:t>
            </a:r>
            <a:r>
              <a:rPr lang="en-US" dirty="0" err="1"/>
              <a:t>cyclique</a:t>
            </a:r>
            <a:r>
              <a:rPr lang="en-US" dirty="0"/>
              <a:t> (Durée à </a:t>
            </a:r>
            <a:r>
              <a:rPr lang="en-US" dirty="0" err="1"/>
              <a:t>l’état</a:t>
            </a:r>
            <a:r>
              <a:rPr lang="en-US" dirty="0"/>
              <a:t> haut/</a:t>
            </a:r>
            <a:r>
              <a:rPr lang="en-US" dirty="0" err="1"/>
              <a:t>Période</a:t>
            </a:r>
            <a:r>
              <a:rPr lang="en-US" dirty="0"/>
              <a:t>) </a:t>
            </a:r>
            <a:r>
              <a:rPr lang="en-US" dirty="0" err="1"/>
              <a:t>est</a:t>
            </a:r>
            <a:r>
              <a:rPr lang="en-US" dirty="0"/>
              <a:t> variable.</a:t>
            </a:r>
          </a:p>
          <a:p>
            <a:endParaRPr lang="en-US" dirty="0"/>
          </a:p>
        </p:txBody>
      </p:sp>
      <p:sp>
        <p:nvSpPr>
          <p:cNvPr id="97" name="Rectangle 96">
            <a:extLst>
              <a:ext uri="{FF2B5EF4-FFF2-40B4-BE49-F238E27FC236}">
                <a16:creationId xmlns:a16="http://schemas.microsoft.com/office/drawing/2014/main" id="{5B251B3D-BBD2-416E-86B6-D7C6A4455337}"/>
              </a:ext>
            </a:extLst>
          </p:cNvPr>
          <p:cNvSpPr/>
          <p:nvPr/>
        </p:nvSpPr>
        <p:spPr>
          <a:xfrm>
            <a:off x="1833356" y="5718128"/>
            <a:ext cx="8525288" cy="400110"/>
          </a:xfrm>
          <a:prstGeom prst="rect">
            <a:avLst/>
          </a:prstGeom>
          <a:ln w="41275">
            <a:noFill/>
          </a:ln>
        </p:spPr>
        <p:txBody>
          <a:bodyPr wrap="square">
            <a:noAutofit/>
          </a:bodyPr>
          <a:lstStyle/>
          <a:p>
            <a:pPr indent="182563" algn="just">
              <a:spcBef>
                <a:spcPct val="20000"/>
              </a:spcBef>
              <a:buClr>
                <a:schemeClr val="hlink"/>
              </a:buClr>
              <a:buSzPct val="120000"/>
              <a:defRPr/>
            </a:pPr>
            <a:r>
              <a:rPr lang="fr-FR" sz="2000" dirty="0">
                <a:solidFill>
                  <a:srgbClr val="03234B"/>
                </a:solidFill>
              </a:rPr>
              <a:t>Grâce au PWM, nous allons faire tourner le moteur de la carte COOLab.</a:t>
            </a:r>
          </a:p>
        </p:txBody>
      </p:sp>
      <p:pic>
        <p:nvPicPr>
          <p:cNvPr id="101" name="Image 100">
            <a:extLst>
              <a:ext uri="{FF2B5EF4-FFF2-40B4-BE49-F238E27FC236}">
                <a16:creationId xmlns:a16="http://schemas.microsoft.com/office/drawing/2014/main" id="{64CB697C-E8F0-BACB-057A-68835A574B3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43908" y="1844971"/>
            <a:ext cx="4575058" cy="3009263"/>
          </a:xfrm>
          <a:prstGeom prst="rect">
            <a:avLst/>
          </a:prstGeom>
        </p:spPr>
      </p:pic>
      <p:pic>
        <p:nvPicPr>
          <p:cNvPr id="103" name="Image 102">
            <a:extLst>
              <a:ext uri="{FF2B5EF4-FFF2-40B4-BE49-F238E27FC236}">
                <a16:creationId xmlns:a16="http://schemas.microsoft.com/office/drawing/2014/main" id="{503D7EED-CF1F-E7A4-D7F0-7564CAEE08DD}"/>
              </a:ext>
            </a:extLst>
          </p:cNvPr>
          <p:cNvPicPr>
            <a:picLocks noChangeAspect="1"/>
          </p:cNvPicPr>
          <p:nvPr/>
        </p:nvPicPr>
        <p:blipFill>
          <a:blip r:embed="rId5"/>
          <a:stretch>
            <a:fillRect/>
          </a:stretch>
        </p:blipFill>
        <p:spPr>
          <a:xfrm>
            <a:off x="6059488" y="2061710"/>
            <a:ext cx="5608806" cy="2575783"/>
          </a:xfrm>
          <a:prstGeom prst="rect">
            <a:avLst/>
          </a:prstGeom>
        </p:spPr>
      </p:pic>
    </p:spTree>
    <p:extLst>
      <p:ext uri="{BB962C8B-B14F-4D97-AF65-F5344CB8AC3E}">
        <p14:creationId xmlns:p14="http://schemas.microsoft.com/office/powerpoint/2010/main" val="2492485386"/>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E751FAD-1EDC-4116-9969-658A8E998913}"/>
              </a:ext>
            </a:extLst>
          </p:cNvPr>
          <p:cNvSpPr>
            <a:spLocks noGrp="1"/>
          </p:cNvSpPr>
          <p:nvPr>
            <p:ph type="body" sz="quarter" idx="12"/>
          </p:nvPr>
        </p:nvSpPr>
        <p:spPr>
          <a:xfrm>
            <a:off x="119063" y="115888"/>
            <a:ext cx="10153650" cy="720725"/>
          </a:xfrm>
        </p:spPr>
        <p:txBody>
          <a:bodyPr>
            <a:normAutofit/>
          </a:bodyPr>
          <a:lstStyle/>
          <a:p>
            <a:r>
              <a:rPr lang="fr-FR" sz="3200" dirty="0"/>
              <a:t>Timer en mode PWM</a:t>
            </a:r>
          </a:p>
        </p:txBody>
      </p:sp>
      <p:pic>
        <p:nvPicPr>
          <p:cNvPr id="6" name="Image 2">
            <a:extLst>
              <a:ext uri="{FF2B5EF4-FFF2-40B4-BE49-F238E27FC236}">
                <a16:creationId xmlns:a16="http://schemas.microsoft.com/office/drawing/2014/main" id="{16FD86C4-553A-4EDC-9F3A-8EB9147ECFF5}"/>
              </a:ext>
            </a:extLst>
          </p:cNvPr>
          <p:cNvPicPr>
            <a:picLocks noChangeAspect="1"/>
          </p:cNvPicPr>
          <p:nvPr/>
        </p:nvPicPr>
        <p:blipFill>
          <a:blip r:embed="rId4"/>
          <a:stretch>
            <a:fillRect/>
          </a:stretch>
        </p:blipFill>
        <p:spPr>
          <a:xfrm>
            <a:off x="398880" y="1250346"/>
            <a:ext cx="7209288" cy="4824536"/>
          </a:xfrm>
          <a:prstGeom prst="rect">
            <a:avLst/>
          </a:prstGeom>
        </p:spPr>
      </p:pic>
      <p:sp>
        <p:nvSpPr>
          <p:cNvPr id="7" name="ZoneTexte 4">
            <a:extLst>
              <a:ext uri="{FF2B5EF4-FFF2-40B4-BE49-F238E27FC236}">
                <a16:creationId xmlns:a16="http://schemas.microsoft.com/office/drawing/2014/main" id="{48E94D45-679F-4F41-AA36-EEF71985C26E}"/>
              </a:ext>
            </a:extLst>
          </p:cNvPr>
          <p:cNvSpPr txBox="1"/>
          <p:nvPr/>
        </p:nvSpPr>
        <p:spPr>
          <a:xfrm>
            <a:off x="2095312" y="836712"/>
            <a:ext cx="3816424" cy="369332"/>
          </a:xfrm>
          <a:prstGeom prst="rect">
            <a:avLst/>
          </a:prstGeom>
          <a:noFill/>
        </p:spPr>
        <p:txBody>
          <a:bodyPr wrap="square" rtlCol="0">
            <a:noAutofit/>
          </a:bodyPr>
          <a:lstStyle/>
          <a:p>
            <a:r>
              <a:rPr lang="fr-FR" dirty="0">
                <a:solidFill>
                  <a:srgbClr val="0070C0"/>
                </a:solidFill>
              </a:rPr>
              <a:t>1 -Configurer le module compteur</a:t>
            </a:r>
          </a:p>
        </p:txBody>
      </p:sp>
      <p:sp>
        <p:nvSpPr>
          <p:cNvPr id="8" name="ZoneTexte 6">
            <a:extLst>
              <a:ext uri="{FF2B5EF4-FFF2-40B4-BE49-F238E27FC236}">
                <a16:creationId xmlns:a16="http://schemas.microsoft.com/office/drawing/2014/main" id="{D1A96E4E-B55C-43BA-852B-505B68255836}"/>
              </a:ext>
            </a:extLst>
          </p:cNvPr>
          <p:cNvSpPr txBox="1"/>
          <p:nvPr/>
        </p:nvSpPr>
        <p:spPr>
          <a:xfrm>
            <a:off x="2595124" y="6156012"/>
            <a:ext cx="4436980" cy="369332"/>
          </a:xfrm>
          <a:prstGeom prst="rect">
            <a:avLst/>
          </a:prstGeom>
          <a:noFill/>
        </p:spPr>
        <p:txBody>
          <a:bodyPr wrap="square" rtlCol="0">
            <a:noAutofit/>
          </a:bodyPr>
          <a:lstStyle/>
          <a:p>
            <a:r>
              <a:rPr lang="fr-FR" dirty="0">
                <a:solidFill>
                  <a:srgbClr val="E6007E"/>
                </a:solidFill>
              </a:rPr>
              <a:t>2 -Configurer le module Output Compare</a:t>
            </a:r>
          </a:p>
        </p:txBody>
      </p:sp>
      <p:sp>
        <p:nvSpPr>
          <p:cNvPr id="9" name="ZoneTexte 9">
            <a:extLst>
              <a:ext uri="{FF2B5EF4-FFF2-40B4-BE49-F238E27FC236}">
                <a16:creationId xmlns:a16="http://schemas.microsoft.com/office/drawing/2014/main" id="{D4C203D1-AFC5-4813-9D56-E92CA92DA069}"/>
              </a:ext>
            </a:extLst>
          </p:cNvPr>
          <p:cNvSpPr txBox="1"/>
          <p:nvPr/>
        </p:nvSpPr>
        <p:spPr>
          <a:xfrm>
            <a:off x="7608167" y="2348880"/>
            <a:ext cx="4392489" cy="475333"/>
          </a:xfrm>
          <a:prstGeom prst="rect">
            <a:avLst/>
          </a:prstGeom>
          <a:noFill/>
        </p:spPr>
        <p:txBody>
          <a:bodyPr wrap="square" rtlCol="0">
            <a:noAutofit/>
          </a:bodyPr>
          <a:lstStyle/>
          <a:p>
            <a:r>
              <a:rPr lang="en-US" dirty="0">
                <a:solidFill>
                  <a:srgbClr val="E6007E"/>
                </a:solidFill>
              </a:rPr>
              <a:t>2.1 Configurer la voie en output(Channel)</a:t>
            </a:r>
          </a:p>
        </p:txBody>
      </p:sp>
      <p:sp>
        <p:nvSpPr>
          <p:cNvPr id="10" name="ZoneTexte 10">
            <a:extLst>
              <a:ext uri="{FF2B5EF4-FFF2-40B4-BE49-F238E27FC236}">
                <a16:creationId xmlns:a16="http://schemas.microsoft.com/office/drawing/2014/main" id="{24205DF6-FD32-4DC7-977D-362C22A1D0EC}"/>
              </a:ext>
            </a:extLst>
          </p:cNvPr>
          <p:cNvSpPr txBox="1"/>
          <p:nvPr/>
        </p:nvSpPr>
        <p:spPr>
          <a:xfrm>
            <a:off x="7608169" y="2970005"/>
            <a:ext cx="4392488" cy="646331"/>
          </a:xfrm>
          <a:prstGeom prst="rect">
            <a:avLst/>
          </a:prstGeom>
          <a:noFill/>
        </p:spPr>
        <p:txBody>
          <a:bodyPr wrap="square" rtlCol="0">
            <a:noAutofit/>
          </a:bodyPr>
          <a:lstStyle/>
          <a:p>
            <a:r>
              <a:rPr lang="fr-FR" dirty="0">
                <a:solidFill>
                  <a:srgbClr val="E6007E"/>
                </a:solidFill>
              </a:rPr>
              <a:t>2.2 Configurer le mode PWM pour la voie désirée </a:t>
            </a:r>
          </a:p>
        </p:txBody>
      </p:sp>
      <p:sp>
        <p:nvSpPr>
          <p:cNvPr id="11" name="ZoneTexte 11">
            <a:extLst>
              <a:ext uri="{FF2B5EF4-FFF2-40B4-BE49-F238E27FC236}">
                <a16:creationId xmlns:a16="http://schemas.microsoft.com/office/drawing/2014/main" id="{5C8CC32A-1759-40F1-86EF-FB14D6945BB3}"/>
              </a:ext>
            </a:extLst>
          </p:cNvPr>
          <p:cNvSpPr txBox="1"/>
          <p:nvPr/>
        </p:nvSpPr>
        <p:spPr>
          <a:xfrm>
            <a:off x="7608167" y="4271142"/>
            <a:ext cx="2181066" cy="369332"/>
          </a:xfrm>
          <a:prstGeom prst="rect">
            <a:avLst/>
          </a:prstGeom>
          <a:noFill/>
        </p:spPr>
        <p:txBody>
          <a:bodyPr wrap="square" rtlCol="0">
            <a:noAutofit/>
          </a:bodyPr>
          <a:lstStyle/>
          <a:p>
            <a:r>
              <a:rPr lang="fr-FR" dirty="0">
                <a:solidFill>
                  <a:srgbClr val="E6007E"/>
                </a:solidFill>
              </a:rPr>
              <a:t>2.4 Activer la sortie</a:t>
            </a:r>
          </a:p>
        </p:txBody>
      </p:sp>
      <p:sp>
        <p:nvSpPr>
          <p:cNvPr id="12" name="ZoneTexte 12">
            <a:extLst>
              <a:ext uri="{FF2B5EF4-FFF2-40B4-BE49-F238E27FC236}">
                <a16:creationId xmlns:a16="http://schemas.microsoft.com/office/drawing/2014/main" id="{1753DA11-21A1-4F97-8933-938CCF3B1F8B}"/>
              </a:ext>
            </a:extLst>
          </p:cNvPr>
          <p:cNvSpPr txBox="1"/>
          <p:nvPr/>
        </p:nvSpPr>
        <p:spPr>
          <a:xfrm>
            <a:off x="7608167" y="3756018"/>
            <a:ext cx="3622810" cy="369332"/>
          </a:xfrm>
          <a:prstGeom prst="rect">
            <a:avLst/>
          </a:prstGeom>
          <a:noFill/>
        </p:spPr>
        <p:txBody>
          <a:bodyPr wrap="square" rtlCol="0">
            <a:noAutofit/>
          </a:bodyPr>
          <a:lstStyle/>
          <a:p>
            <a:r>
              <a:rPr lang="fr-FR" dirty="0">
                <a:solidFill>
                  <a:srgbClr val="E6007E"/>
                </a:solidFill>
              </a:rPr>
              <a:t>2.3 Configurer le rapport cyclique</a:t>
            </a:r>
          </a:p>
        </p:txBody>
      </p:sp>
    </p:spTree>
    <p:extLst>
      <p:ext uri="{BB962C8B-B14F-4D97-AF65-F5344CB8AC3E}">
        <p14:creationId xmlns:p14="http://schemas.microsoft.com/office/powerpoint/2010/main" val="470770540"/>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E751FAD-1EDC-4116-9969-658A8E998913}"/>
              </a:ext>
            </a:extLst>
          </p:cNvPr>
          <p:cNvSpPr>
            <a:spLocks noGrp="1"/>
          </p:cNvSpPr>
          <p:nvPr>
            <p:ph type="body" sz="quarter" idx="12"/>
          </p:nvPr>
        </p:nvSpPr>
        <p:spPr>
          <a:xfrm>
            <a:off x="119063" y="115888"/>
            <a:ext cx="10153650" cy="720725"/>
          </a:xfrm>
        </p:spPr>
        <p:txBody>
          <a:bodyPr>
            <a:normAutofit/>
          </a:bodyPr>
          <a:lstStyle/>
          <a:p>
            <a:r>
              <a:rPr lang="en-US" sz="3200" dirty="0"/>
              <a:t>Timer 3 + Carte COOLab</a:t>
            </a:r>
          </a:p>
        </p:txBody>
      </p:sp>
      <p:grpSp>
        <p:nvGrpSpPr>
          <p:cNvPr id="6" name="Group 5">
            <a:extLst>
              <a:ext uri="{FF2B5EF4-FFF2-40B4-BE49-F238E27FC236}">
                <a16:creationId xmlns:a16="http://schemas.microsoft.com/office/drawing/2014/main" id="{9455C84B-6FDB-4CA5-82CB-E7D2A0311FBF}"/>
              </a:ext>
            </a:extLst>
          </p:cNvPr>
          <p:cNvGrpSpPr/>
          <p:nvPr/>
        </p:nvGrpSpPr>
        <p:grpSpPr>
          <a:xfrm>
            <a:off x="144220" y="1173028"/>
            <a:ext cx="8474342" cy="3682727"/>
            <a:chOff x="3218067" y="1737265"/>
            <a:chExt cx="8474342" cy="3682727"/>
          </a:xfrm>
        </p:grpSpPr>
        <p:pic>
          <p:nvPicPr>
            <p:cNvPr id="7" name="Image 2">
              <a:extLst>
                <a:ext uri="{FF2B5EF4-FFF2-40B4-BE49-F238E27FC236}">
                  <a16:creationId xmlns:a16="http://schemas.microsoft.com/office/drawing/2014/main" id="{9B08579E-FA6B-4D03-AF88-3E1F8CEF7576}"/>
                </a:ext>
              </a:extLst>
            </p:cNvPr>
            <p:cNvPicPr>
              <a:picLocks noChangeAspect="1"/>
            </p:cNvPicPr>
            <p:nvPr/>
          </p:nvPicPr>
          <p:blipFill>
            <a:blip r:embed="rId4"/>
            <a:stretch>
              <a:fillRect/>
            </a:stretch>
          </p:blipFill>
          <p:spPr>
            <a:xfrm>
              <a:off x="3591925" y="1737265"/>
              <a:ext cx="8100484" cy="3682727"/>
            </a:xfrm>
            <a:prstGeom prst="rect">
              <a:avLst/>
            </a:prstGeom>
          </p:spPr>
        </p:pic>
        <p:sp>
          <p:nvSpPr>
            <p:cNvPr id="8" name="Arrow: Right 7">
              <a:extLst>
                <a:ext uri="{FF2B5EF4-FFF2-40B4-BE49-F238E27FC236}">
                  <a16:creationId xmlns:a16="http://schemas.microsoft.com/office/drawing/2014/main" id="{DA3482FA-84A8-47BC-8D13-EE9B6CE50BDD}"/>
                </a:ext>
              </a:extLst>
            </p:cNvPr>
            <p:cNvSpPr/>
            <p:nvPr/>
          </p:nvSpPr>
          <p:spPr>
            <a:xfrm>
              <a:off x="3218067" y="2965147"/>
              <a:ext cx="373857" cy="227974"/>
            </a:xfrm>
            <a:prstGeom prst="rightArrow">
              <a:avLst/>
            </a:prstGeom>
            <a:solidFill>
              <a:srgbClr val="E6007E"/>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pSp>
      <p:pic>
        <p:nvPicPr>
          <p:cNvPr id="9" name="Picture 8">
            <a:extLst>
              <a:ext uri="{FF2B5EF4-FFF2-40B4-BE49-F238E27FC236}">
                <a16:creationId xmlns:a16="http://schemas.microsoft.com/office/drawing/2014/main" id="{F2DDFE24-FECA-42E9-9064-0E1D410630FC}"/>
              </a:ext>
            </a:extLst>
          </p:cNvPr>
          <p:cNvPicPr>
            <a:picLocks noChangeAspect="1"/>
          </p:cNvPicPr>
          <p:nvPr/>
        </p:nvPicPr>
        <p:blipFill>
          <a:blip r:embed="rId5"/>
          <a:stretch>
            <a:fillRect/>
          </a:stretch>
        </p:blipFill>
        <p:spPr>
          <a:xfrm>
            <a:off x="1334244" y="4986746"/>
            <a:ext cx="6057900" cy="1333500"/>
          </a:xfrm>
          <a:prstGeom prst="rect">
            <a:avLst/>
          </a:prstGeom>
        </p:spPr>
      </p:pic>
    </p:spTree>
    <p:extLst>
      <p:ext uri="{BB962C8B-B14F-4D97-AF65-F5344CB8AC3E}">
        <p14:creationId xmlns:p14="http://schemas.microsoft.com/office/powerpoint/2010/main" val="2664695427"/>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E751FAD-1EDC-4116-9969-658A8E998913}"/>
              </a:ext>
            </a:extLst>
          </p:cNvPr>
          <p:cNvSpPr>
            <a:spLocks noGrp="1"/>
          </p:cNvSpPr>
          <p:nvPr>
            <p:ph type="body" sz="quarter" idx="12"/>
          </p:nvPr>
        </p:nvSpPr>
        <p:spPr>
          <a:xfrm>
            <a:off x="119063" y="115888"/>
            <a:ext cx="10153650" cy="720725"/>
          </a:xfrm>
        </p:spPr>
        <p:txBody>
          <a:bodyPr>
            <a:normAutofit/>
          </a:bodyPr>
          <a:lstStyle/>
          <a:p>
            <a:r>
              <a:rPr lang="en-US" sz="3200" dirty="0"/>
              <a:t>PWM – Center Aligned Mode</a:t>
            </a:r>
          </a:p>
        </p:txBody>
      </p:sp>
      <p:sp>
        <p:nvSpPr>
          <p:cNvPr id="6" name="Text Placeholder 4">
            <a:extLst>
              <a:ext uri="{FF2B5EF4-FFF2-40B4-BE49-F238E27FC236}">
                <a16:creationId xmlns:a16="http://schemas.microsoft.com/office/drawing/2014/main" id="{ACDBEE7E-FE08-4FCB-B98D-3AE06B311E2C}"/>
              </a:ext>
            </a:extLst>
          </p:cNvPr>
          <p:cNvSpPr txBox="1">
            <a:spLocks/>
          </p:cNvSpPr>
          <p:nvPr/>
        </p:nvSpPr>
        <p:spPr>
          <a:xfrm>
            <a:off x="119063" y="1238596"/>
            <a:ext cx="5680075" cy="527650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dirty="0">
                <a:solidFill>
                  <a:srgbClr val="03234B"/>
                </a:solidFill>
              </a:rPr>
              <a:t>Pour le moteur, nous allons utiliser le Center Aligned Mode du PWM. Le Duty Cycle, fixé par le registre CCR3, va régler le temps durant lequel le moteur sera à ON et le temps durant lequel le moteur sera à OFF.</a:t>
            </a:r>
          </a:p>
          <a:p>
            <a:pPr marL="0" indent="0">
              <a:buNone/>
            </a:pPr>
            <a:r>
              <a:rPr lang="en-US" sz="1800" dirty="0">
                <a:solidFill>
                  <a:srgbClr val="03234B"/>
                </a:solidFill>
              </a:rPr>
              <a:t>ARR: Auto Reload Register (“stop condition”)</a:t>
            </a:r>
          </a:p>
          <a:p>
            <a:pPr marL="0" indent="0">
              <a:buNone/>
            </a:pPr>
            <a:r>
              <a:rPr lang="en-US" sz="1800" dirty="0">
                <a:solidFill>
                  <a:srgbClr val="03234B"/>
                </a:solidFill>
              </a:rPr>
              <a:t>PSC: Prescaler</a:t>
            </a:r>
          </a:p>
          <a:p>
            <a:pPr marL="0" indent="0">
              <a:buNone/>
            </a:pPr>
            <a:r>
              <a:rPr lang="en-US" sz="1800" dirty="0">
                <a:solidFill>
                  <a:srgbClr val="03234B"/>
                </a:solidFill>
              </a:rPr>
              <a:t>CCRx: Capture Compare Register x (x=3 for TIMER3)</a:t>
            </a:r>
          </a:p>
          <a:p>
            <a:pPr marL="0" indent="0">
              <a:buNone/>
            </a:pPr>
            <a:r>
              <a:rPr lang="en-US" sz="1800" dirty="0">
                <a:solidFill>
                  <a:srgbClr val="03234B"/>
                </a:solidFill>
              </a:rPr>
              <a:t>	</a:t>
            </a:r>
            <a:r>
              <a:rPr lang="en-US" sz="1800" dirty="0">
                <a:solidFill>
                  <a:srgbClr val="03234B"/>
                </a:solidFill>
                <a:sym typeface="Wingdings" panose="05000000000000000000" pitchFamily="2" charset="2"/>
              </a:rPr>
              <a:t> Permet de fixer le duty cycle</a:t>
            </a:r>
          </a:p>
          <a:p>
            <a:pPr marL="0" indent="0">
              <a:buNone/>
            </a:pPr>
            <a:endParaRPr lang="en-US" sz="1800" dirty="0"/>
          </a:p>
        </p:txBody>
      </p:sp>
      <p:pic>
        <p:nvPicPr>
          <p:cNvPr id="7" name="Picture 6">
            <a:extLst>
              <a:ext uri="{FF2B5EF4-FFF2-40B4-BE49-F238E27FC236}">
                <a16:creationId xmlns:a16="http://schemas.microsoft.com/office/drawing/2014/main" id="{B6F383DA-7BB2-4383-AA17-9B08B1BAE5E8}"/>
              </a:ext>
            </a:extLst>
          </p:cNvPr>
          <p:cNvPicPr>
            <a:picLocks noChangeAspect="1"/>
          </p:cNvPicPr>
          <p:nvPr/>
        </p:nvPicPr>
        <p:blipFill>
          <a:blip r:embed="rId4"/>
          <a:stretch>
            <a:fillRect/>
          </a:stretch>
        </p:blipFill>
        <p:spPr>
          <a:xfrm>
            <a:off x="5943876" y="1079846"/>
            <a:ext cx="5640401" cy="5276504"/>
          </a:xfrm>
          <a:prstGeom prst="rect">
            <a:avLst/>
          </a:prstGeom>
        </p:spPr>
      </p:pic>
      <p:pic>
        <p:nvPicPr>
          <p:cNvPr id="8" name="Image 7">
            <a:extLst>
              <a:ext uri="{FF2B5EF4-FFF2-40B4-BE49-F238E27FC236}">
                <a16:creationId xmlns:a16="http://schemas.microsoft.com/office/drawing/2014/main" id="{D2C8EC78-3EF3-708B-BA69-AC3A40774E5F}"/>
              </a:ext>
            </a:extLst>
          </p:cNvPr>
          <p:cNvPicPr>
            <a:picLocks noChangeAspect="1"/>
          </p:cNvPicPr>
          <p:nvPr/>
        </p:nvPicPr>
        <p:blipFill rotWithShape="1">
          <a:blip r:embed="rId5"/>
          <a:srcRect l="55280" t="8385" r="3774" b="51267"/>
          <a:stretch/>
        </p:blipFill>
        <p:spPr>
          <a:xfrm>
            <a:off x="1055440" y="4149080"/>
            <a:ext cx="3379778" cy="1920240"/>
          </a:xfrm>
          <a:prstGeom prst="rect">
            <a:avLst/>
          </a:prstGeom>
        </p:spPr>
      </p:pic>
    </p:spTree>
    <p:extLst>
      <p:ext uri="{BB962C8B-B14F-4D97-AF65-F5344CB8AC3E}">
        <p14:creationId xmlns:p14="http://schemas.microsoft.com/office/powerpoint/2010/main" val="3938197147"/>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E751FAD-1EDC-4116-9969-658A8E998913}"/>
              </a:ext>
            </a:extLst>
          </p:cNvPr>
          <p:cNvSpPr>
            <a:spLocks noGrp="1"/>
          </p:cNvSpPr>
          <p:nvPr>
            <p:ph type="body" sz="quarter" idx="12"/>
          </p:nvPr>
        </p:nvSpPr>
        <p:spPr>
          <a:xfrm>
            <a:off x="119063" y="115888"/>
            <a:ext cx="10153650" cy="720725"/>
          </a:xfrm>
        </p:spPr>
        <p:txBody>
          <a:bodyPr>
            <a:normAutofit/>
          </a:bodyPr>
          <a:lstStyle/>
          <a:p>
            <a:r>
              <a:rPr lang="fr-FR" sz="3200" dirty="0"/>
              <a:t>Exemple du Center Aligned Mode</a:t>
            </a:r>
          </a:p>
        </p:txBody>
      </p:sp>
      <p:grpSp>
        <p:nvGrpSpPr>
          <p:cNvPr id="6" name="Group 5">
            <a:extLst>
              <a:ext uri="{FF2B5EF4-FFF2-40B4-BE49-F238E27FC236}">
                <a16:creationId xmlns:a16="http://schemas.microsoft.com/office/drawing/2014/main" id="{9E1CC501-99EB-4125-A948-B0D5428CA1A6}"/>
              </a:ext>
            </a:extLst>
          </p:cNvPr>
          <p:cNvGrpSpPr/>
          <p:nvPr/>
        </p:nvGrpSpPr>
        <p:grpSpPr>
          <a:xfrm>
            <a:off x="718700" y="1523621"/>
            <a:ext cx="9601200" cy="1675248"/>
            <a:chOff x="671513" y="1444666"/>
            <a:chExt cx="9601200" cy="1675248"/>
          </a:xfrm>
        </p:grpSpPr>
        <p:sp>
          <p:nvSpPr>
            <p:cNvPr id="7" name="Rectangle 6">
              <a:extLst>
                <a:ext uri="{FF2B5EF4-FFF2-40B4-BE49-F238E27FC236}">
                  <a16:creationId xmlns:a16="http://schemas.microsoft.com/office/drawing/2014/main" id="{AE788328-72DB-415D-A97A-E8C213326F60}"/>
                </a:ext>
              </a:extLst>
            </p:cNvPr>
            <p:cNvSpPr/>
            <p:nvPr/>
          </p:nvSpPr>
          <p:spPr>
            <a:xfrm>
              <a:off x="671513" y="1451016"/>
              <a:ext cx="1795462" cy="720725"/>
            </a:xfrm>
            <a:prstGeom prst="rect">
              <a:avLst/>
            </a:prstGeom>
            <a:solidFill>
              <a:srgbClr val="E6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b="1" dirty="0"/>
                <a:t>TIMER3 Init</a:t>
              </a:r>
            </a:p>
          </p:txBody>
        </p:sp>
        <p:cxnSp>
          <p:nvCxnSpPr>
            <p:cNvPr id="8" name="Straight Arrow Connector 7">
              <a:extLst>
                <a:ext uri="{FF2B5EF4-FFF2-40B4-BE49-F238E27FC236}">
                  <a16:creationId xmlns:a16="http://schemas.microsoft.com/office/drawing/2014/main" id="{6B002FF7-50AB-44C6-9246-DFECDC39C819}"/>
                </a:ext>
              </a:extLst>
            </p:cNvPr>
            <p:cNvCxnSpPr>
              <a:cxnSpLocks/>
            </p:cNvCxnSpPr>
            <p:nvPr/>
          </p:nvCxnSpPr>
          <p:spPr>
            <a:xfrm>
              <a:off x="2466975" y="1811379"/>
              <a:ext cx="161925" cy="0"/>
            </a:xfrm>
            <a:prstGeom prst="straightConnector1">
              <a:avLst/>
            </a:prstGeom>
            <a:ln w="19050">
              <a:solidFill>
                <a:srgbClr val="03234B"/>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7689041C-7464-48EE-B727-2B6620550F1F}"/>
                </a:ext>
              </a:extLst>
            </p:cNvPr>
            <p:cNvSpPr/>
            <p:nvPr/>
          </p:nvSpPr>
          <p:spPr>
            <a:xfrm>
              <a:off x="2628900" y="1451016"/>
              <a:ext cx="1795462" cy="720725"/>
            </a:xfrm>
            <a:prstGeom prst="rect">
              <a:avLst/>
            </a:prstGeom>
            <a:solidFill>
              <a:srgbClr val="E6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b="1" dirty="0"/>
                <a:t>CC enable motor is turning</a:t>
              </a:r>
            </a:p>
          </p:txBody>
        </p:sp>
        <p:sp>
          <p:nvSpPr>
            <p:cNvPr id="10" name="TextBox 9">
              <a:extLst>
                <a:ext uri="{FF2B5EF4-FFF2-40B4-BE49-F238E27FC236}">
                  <a16:creationId xmlns:a16="http://schemas.microsoft.com/office/drawing/2014/main" id="{0BFCED43-800F-437F-981D-FEBE08D94F03}"/>
                </a:ext>
              </a:extLst>
            </p:cNvPr>
            <p:cNvSpPr txBox="1"/>
            <p:nvPr/>
          </p:nvSpPr>
          <p:spPr>
            <a:xfrm>
              <a:off x="2624138" y="2381250"/>
              <a:ext cx="1462087" cy="738664"/>
            </a:xfrm>
            <a:prstGeom prst="rect">
              <a:avLst/>
            </a:prstGeom>
            <a:noFill/>
          </p:spPr>
          <p:txBody>
            <a:bodyPr wrap="square" rtlCol="0">
              <a:noAutofit/>
            </a:bodyPr>
            <a:lstStyle/>
            <a:p>
              <a:r>
                <a:rPr lang="en-US" sz="1400" b="1" dirty="0">
                  <a:solidFill>
                    <a:srgbClr val="03234B"/>
                  </a:solidFill>
                </a:rPr>
                <a:t>CCER = 0x1</a:t>
              </a:r>
            </a:p>
            <a:p>
              <a:pPr marL="285750" indent="-285750">
                <a:buFont typeface="Wingdings" panose="05000000000000000000" pitchFamily="2" charset="2"/>
                <a:buChar char="à"/>
              </a:pPr>
              <a:r>
                <a:rPr lang="en-US" sz="1400" dirty="0">
                  <a:solidFill>
                    <a:srgbClr val="03234B"/>
                  </a:solidFill>
                  <a:sym typeface="Wingdings" panose="05000000000000000000" pitchFamily="2" charset="2"/>
                </a:rPr>
                <a:t>CC1E = 0x1</a:t>
              </a:r>
            </a:p>
            <a:p>
              <a:endParaRPr lang="en-US" sz="1400" dirty="0"/>
            </a:p>
          </p:txBody>
        </p:sp>
        <p:cxnSp>
          <p:nvCxnSpPr>
            <p:cNvPr id="11" name="Straight Arrow Connector 10">
              <a:extLst>
                <a:ext uri="{FF2B5EF4-FFF2-40B4-BE49-F238E27FC236}">
                  <a16:creationId xmlns:a16="http://schemas.microsoft.com/office/drawing/2014/main" id="{462EEF52-8B8F-4322-BA1A-0EFF270C2766}"/>
                </a:ext>
              </a:extLst>
            </p:cNvPr>
            <p:cNvCxnSpPr>
              <a:cxnSpLocks/>
            </p:cNvCxnSpPr>
            <p:nvPr/>
          </p:nvCxnSpPr>
          <p:spPr>
            <a:xfrm>
              <a:off x="4424362" y="1811379"/>
              <a:ext cx="157163" cy="0"/>
            </a:xfrm>
            <a:prstGeom prst="straightConnector1">
              <a:avLst/>
            </a:prstGeom>
            <a:ln w="19050">
              <a:solidFill>
                <a:srgbClr val="03234B"/>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D6E6DB0F-4594-4A8F-9E26-510FE044997A}"/>
                </a:ext>
              </a:extLst>
            </p:cNvPr>
            <p:cNvSpPr/>
            <p:nvPr/>
          </p:nvSpPr>
          <p:spPr>
            <a:xfrm>
              <a:off x="4581525" y="1451016"/>
              <a:ext cx="1795462" cy="720725"/>
            </a:xfrm>
            <a:prstGeom prst="rect">
              <a:avLst/>
            </a:prstGeom>
            <a:solidFill>
              <a:srgbClr val="E6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b="1" dirty="0"/>
                <a:t>TIMER enable:</a:t>
              </a:r>
            </a:p>
            <a:p>
              <a:pPr algn="ctr"/>
              <a:r>
                <a:rPr lang="en-US" sz="1400" b="1" dirty="0"/>
                <a:t>Up/</a:t>
              </a:r>
              <a:r>
                <a:rPr lang="en-US" sz="1400" b="1" dirty="0" err="1"/>
                <a:t>DownCounting</a:t>
              </a:r>
              <a:endParaRPr lang="en-US" sz="1400" b="1" dirty="0"/>
            </a:p>
          </p:txBody>
        </p:sp>
        <p:sp>
          <p:nvSpPr>
            <p:cNvPr id="13" name="TextBox 12">
              <a:extLst>
                <a:ext uri="{FF2B5EF4-FFF2-40B4-BE49-F238E27FC236}">
                  <a16:creationId xmlns:a16="http://schemas.microsoft.com/office/drawing/2014/main" id="{64E3D23D-2DF6-423F-B6ED-0EBC07763FE5}"/>
                </a:ext>
              </a:extLst>
            </p:cNvPr>
            <p:cNvSpPr txBox="1"/>
            <p:nvPr/>
          </p:nvSpPr>
          <p:spPr>
            <a:xfrm>
              <a:off x="4576763" y="2381250"/>
              <a:ext cx="1462087" cy="738664"/>
            </a:xfrm>
            <a:prstGeom prst="rect">
              <a:avLst/>
            </a:prstGeom>
            <a:noFill/>
          </p:spPr>
          <p:txBody>
            <a:bodyPr wrap="square" rtlCol="0">
              <a:noAutofit/>
            </a:bodyPr>
            <a:lstStyle/>
            <a:p>
              <a:r>
                <a:rPr lang="en-US" sz="1400" b="1" dirty="0">
                  <a:solidFill>
                    <a:srgbClr val="03234B"/>
                  </a:solidFill>
                </a:rPr>
                <a:t>CR1</a:t>
              </a:r>
            </a:p>
            <a:p>
              <a:pPr marL="285750" indent="-285750">
                <a:buFont typeface="Wingdings" panose="05000000000000000000" pitchFamily="2" charset="2"/>
                <a:buChar char="à"/>
              </a:pPr>
              <a:r>
                <a:rPr lang="en-US" sz="1400" dirty="0">
                  <a:solidFill>
                    <a:srgbClr val="03234B"/>
                  </a:solidFill>
                  <a:sym typeface="Wingdings" panose="05000000000000000000" pitchFamily="2" charset="2"/>
                </a:rPr>
                <a:t>CEN = 0x1</a:t>
              </a:r>
            </a:p>
            <a:p>
              <a:endParaRPr lang="en-US" sz="1400" dirty="0"/>
            </a:p>
          </p:txBody>
        </p:sp>
        <p:cxnSp>
          <p:nvCxnSpPr>
            <p:cNvPr id="14" name="Straight Arrow Connector 13">
              <a:extLst>
                <a:ext uri="{FF2B5EF4-FFF2-40B4-BE49-F238E27FC236}">
                  <a16:creationId xmlns:a16="http://schemas.microsoft.com/office/drawing/2014/main" id="{4729778F-4AD7-4D86-953A-C4ECD3DAD9A1}"/>
                </a:ext>
              </a:extLst>
            </p:cNvPr>
            <p:cNvCxnSpPr>
              <a:cxnSpLocks/>
            </p:cNvCxnSpPr>
            <p:nvPr/>
          </p:nvCxnSpPr>
          <p:spPr>
            <a:xfrm>
              <a:off x="6376987" y="1811379"/>
              <a:ext cx="152401" cy="0"/>
            </a:xfrm>
            <a:prstGeom prst="straightConnector1">
              <a:avLst/>
            </a:prstGeom>
            <a:ln w="19050">
              <a:solidFill>
                <a:srgbClr val="03234B"/>
              </a:solidFill>
              <a:prstDash val="solid"/>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137DA577-D236-40E0-A51E-61881C51A5B7}"/>
                </a:ext>
              </a:extLst>
            </p:cNvPr>
            <p:cNvPicPr>
              <a:picLocks noChangeAspect="1"/>
            </p:cNvPicPr>
            <p:nvPr/>
          </p:nvPicPr>
          <p:blipFill>
            <a:blip r:embed="rId4"/>
            <a:stretch>
              <a:fillRect/>
            </a:stretch>
          </p:blipFill>
          <p:spPr>
            <a:xfrm>
              <a:off x="7078560" y="2272264"/>
              <a:ext cx="697117" cy="720354"/>
            </a:xfrm>
            <a:prstGeom prst="rect">
              <a:avLst/>
            </a:prstGeom>
          </p:spPr>
        </p:pic>
        <p:sp>
          <p:nvSpPr>
            <p:cNvPr id="16" name="Rectangle 15">
              <a:extLst>
                <a:ext uri="{FF2B5EF4-FFF2-40B4-BE49-F238E27FC236}">
                  <a16:creationId xmlns:a16="http://schemas.microsoft.com/office/drawing/2014/main" id="{85FD30A3-584F-4E08-8A3A-114F15ADA688}"/>
                </a:ext>
              </a:extLst>
            </p:cNvPr>
            <p:cNvSpPr/>
            <p:nvPr/>
          </p:nvSpPr>
          <p:spPr>
            <a:xfrm>
              <a:off x="6529388" y="1451016"/>
              <a:ext cx="1795462" cy="720725"/>
            </a:xfrm>
            <a:prstGeom prst="rect">
              <a:avLst/>
            </a:prstGeom>
            <a:solidFill>
              <a:srgbClr val="E6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b="1" dirty="0"/>
                <a:t>While (CNT&lt;ARR)</a:t>
              </a:r>
            </a:p>
          </p:txBody>
        </p:sp>
        <p:cxnSp>
          <p:nvCxnSpPr>
            <p:cNvPr id="17" name="Straight Arrow Connector 16">
              <a:extLst>
                <a:ext uri="{FF2B5EF4-FFF2-40B4-BE49-F238E27FC236}">
                  <a16:creationId xmlns:a16="http://schemas.microsoft.com/office/drawing/2014/main" id="{D31BDE4A-A5D3-4175-A096-F144B1926C11}"/>
                </a:ext>
              </a:extLst>
            </p:cNvPr>
            <p:cNvCxnSpPr>
              <a:cxnSpLocks/>
            </p:cNvCxnSpPr>
            <p:nvPr/>
          </p:nvCxnSpPr>
          <p:spPr>
            <a:xfrm>
              <a:off x="8324850" y="1811379"/>
              <a:ext cx="152401" cy="0"/>
            </a:xfrm>
            <a:prstGeom prst="straightConnector1">
              <a:avLst/>
            </a:prstGeom>
            <a:ln w="19050">
              <a:solidFill>
                <a:srgbClr val="03234B"/>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0485DC8-EAB6-4349-9089-67CFB15516E7}"/>
                </a:ext>
              </a:extLst>
            </p:cNvPr>
            <p:cNvSpPr/>
            <p:nvPr/>
          </p:nvSpPr>
          <p:spPr>
            <a:xfrm>
              <a:off x="8477251" y="1451016"/>
              <a:ext cx="1795462" cy="720725"/>
            </a:xfrm>
            <a:prstGeom prst="rect">
              <a:avLst/>
            </a:prstGeom>
            <a:solidFill>
              <a:srgbClr val="E6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b="1" dirty="0"/>
                <a:t>TIMER disable:</a:t>
              </a:r>
            </a:p>
            <a:p>
              <a:pPr algn="ctr"/>
              <a:r>
                <a:rPr lang="en-US" sz="1400" b="1" dirty="0"/>
                <a:t>Stop counting and motor</a:t>
              </a:r>
            </a:p>
          </p:txBody>
        </p:sp>
        <p:sp>
          <p:nvSpPr>
            <p:cNvPr id="19" name="TextBox 18">
              <a:extLst>
                <a:ext uri="{FF2B5EF4-FFF2-40B4-BE49-F238E27FC236}">
                  <a16:creationId xmlns:a16="http://schemas.microsoft.com/office/drawing/2014/main" id="{014200E6-E555-482C-85CB-5E4F2211513C}"/>
                </a:ext>
              </a:extLst>
            </p:cNvPr>
            <p:cNvSpPr txBox="1"/>
            <p:nvPr/>
          </p:nvSpPr>
          <p:spPr>
            <a:xfrm>
              <a:off x="8477250" y="2381250"/>
              <a:ext cx="1462087" cy="523220"/>
            </a:xfrm>
            <a:prstGeom prst="rect">
              <a:avLst/>
            </a:prstGeom>
            <a:noFill/>
          </p:spPr>
          <p:txBody>
            <a:bodyPr wrap="square" rtlCol="0">
              <a:noAutofit/>
            </a:bodyPr>
            <a:lstStyle/>
            <a:p>
              <a:r>
                <a:rPr lang="en-US" sz="1400" b="1" dirty="0">
                  <a:solidFill>
                    <a:srgbClr val="03234B"/>
                  </a:solidFill>
                </a:rPr>
                <a:t>CR1</a:t>
              </a:r>
            </a:p>
            <a:p>
              <a:pPr marL="285750" indent="-285750">
                <a:buFont typeface="Wingdings" panose="05000000000000000000" pitchFamily="2" charset="2"/>
                <a:buChar char="à"/>
              </a:pPr>
              <a:r>
                <a:rPr lang="en-US" sz="1400" dirty="0">
                  <a:solidFill>
                    <a:srgbClr val="03234B"/>
                  </a:solidFill>
                  <a:sym typeface="Wingdings" panose="05000000000000000000" pitchFamily="2" charset="2"/>
                </a:rPr>
                <a:t>CEN = 0x0</a:t>
              </a:r>
            </a:p>
          </p:txBody>
        </p:sp>
        <p:cxnSp>
          <p:nvCxnSpPr>
            <p:cNvPr id="20" name="Connector: Elbow 19">
              <a:extLst>
                <a:ext uri="{FF2B5EF4-FFF2-40B4-BE49-F238E27FC236}">
                  <a16:creationId xmlns:a16="http://schemas.microsoft.com/office/drawing/2014/main" id="{CA9CD3D2-AA4F-4E0E-99EF-46C6CAC6B0CC}"/>
                </a:ext>
              </a:extLst>
            </p:cNvPr>
            <p:cNvCxnSpPr>
              <a:cxnSpLocks/>
            </p:cNvCxnSpPr>
            <p:nvPr/>
          </p:nvCxnSpPr>
          <p:spPr>
            <a:xfrm rot="16200000" flipV="1">
              <a:off x="6450807" y="-1473160"/>
              <a:ext cx="12700" cy="5848351"/>
            </a:xfrm>
            <a:prstGeom prst="bentConnector3">
              <a:avLst>
                <a:gd name="adj1" fmla="val 1800000"/>
              </a:avLst>
            </a:prstGeom>
            <a:ln w="19050">
              <a:solidFill>
                <a:srgbClr val="03234B"/>
              </a:solidFill>
              <a:prstDash val="solid"/>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DA14580D-C096-428D-ADCF-59FB9099084F}"/>
              </a:ext>
            </a:extLst>
          </p:cNvPr>
          <p:cNvGrpSpPr/>
          <p:nvPr/>
        </p:nvGrpSpPr>
        <p:grpSpPr>
          <a:xfrm>
            <a:off x="1415480" y="3429000"/>
            <a:ext cx="9057469" cy="2433310"/>
            <a:chOff x="3004850" y="3276263"/>
            <a:chExt cx="9945247" cy="2433310"/>
          </a:xfrm>
        </p:grpSpPr>
        <p:sp>
          <p:nvSpPr>
            <p:cNvPr id="22" name="Hexagon 21">
              <a:extLst>
                <a:ext uri="{FF2B5EF4-FFF2-40B4-BE49-F238E27FC236}">
                  <a16:creationId xmlns:a16="http://schemas.microsoft.com/office/drawing/2014/main" id="{3D64A797-0462-4E15-8472-7DD58B2BB718}"/>
                </a:ext>
              </a:extLst>
            </p:cNvPr>
            <p:cNvSpPr/>
            <p:nvPr/>
          </p:nvSpPr>
          <p:spPr>
            <a:xfrm>
              <a:off x="4637102" y="3817616"/>
              <a:ext cx="490538" cy="365759"/>
            </a:xfrm>
            <a:prstGeom prst="hexagon">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dirty="0">
                  <a:solidFill>
                    <a:srgbClr val="03234B"/>
                  </a:solidFill>
                </a:rPr>
                <a:t>0</a:t>
              </a:r>
            </a:p>
          </p:txBody>
        </p:sp>
        <p:sp>
          <p:nvSpPr>
            <p:cNvPr id="23" name="Hexagon 22">
              <a:extLst>
                <a:ext uri="{FF2B5EF4-FFF2-40B4-BE49-F238E27FC236}">
                  <a16:creationId xmlns:a16="http://schemas.microsoft.com/office/drawing/2014/main" id="{3FF1BA1D-4823-46B5-B7B6-21E627F5AD91}"/>
                </a:ext>
              </a:extLst>
            </p:cNvPr>
            <p:cNvSpPr/>
            <p:nvPr/>
          </p:nvSpPr>
          <p:spPr>
            <a:xfrm>
              <a:off x="5124356" y="3817616"/>
              <a:ext cx="490538" cy="365759"/>
            </a:xfrm>
            <a:prstGeom prst="hexagon">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dirty="0">
                  <a:solidFill>
                    <a:srgbClr val="03234B"/>
                  </a:solidFill>
                </a:rPr>
                <a:t>1</a:t>
              </a:r>
            </a:p>
          </p:txBody>
        </p:sp>
        <p:sp>
          <p:nvSpPr>
            <p:cNvPr id="24" name="Hexagon 23">
              <a:extLst>
                <a:ext uri="{FF2B5EF4-FFF2-40B4-BE49-F238E27FC236}">
                  <a16:creationId xmlns:a16="http://schemas.microsoft.com/office/drawing/2014/main" id="{89124392-D0D9-4CFB-B637-B2EFAF47532A}"/>
                </a:ext>
              </a:extLst>
            </p:cNvPr>
            <p:cNvSpPr/>
            <p:nvPr/>
          </p:nvSpPr>
          <p:spPr>
            <a:xfrm>
              <a:off x="7080848" y="3818256"/>
              <a:ext cx="490538" cy="365759"/>
            </a:xfrm>
            <a:prstGeom prst="hexagon">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dirty="0">
                  <a:solidFill>
                    <a:srgbClr val="03234B"/>
                  </a:solidFill>
                </a:rPr>
                <a:t>5</a:t>
              </a:r>
            </a:p>
          </p:txBody>
        </p:sp>
        <p:sp>
          <p:nvSpPr>
            <p:cNvPr id="25" name="Hexagon 24">
              <a:extLst>
                <a:ext uri="{FF2B5EF4-FFF2-40B4-BE49-F238E27FC236}">
                  <a16:creationId xmlns:a16="http://schemas.microsoft.com/office/drawing/2014/main" id="{0ED66A74-793D-4F91-8FCE-1DBB337F3B8E}"/>
                </a:ext>
              </a:extLst>
            </p:cNvPr>
            <p:cNvSpPr/>
            <p:nvPr/>
          </p:nvSpPr>
          <p:spPr>
            <a:xfrm>
              <a:off x="5610940" y="3817616"/>
              <a:ext cx="490538" cy="365759"/>
            </a:xfrm>
            <a:prstGeom prst="hexagon">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dirty="0">
                  <a:solidFill>
                    <a:srgbClr val="03234B"/>
                  </a:solidFill>
                </a:rPr>
                <a:t>2</a:t>
              </a:r>
            </a:p>
          </p:txBody>
        </p:sp>
        <p:sp>
          <p:nvSpPr>
            <p:cNvPr id="26" name="Hexagon 25">
              <a:extLst>
                <a:ext uri="{FF2B5EF4-FFF2-40B4-BE49-F238E27FC236}">
                  <a16:creationId xmlns:a16="http://schemas.microsoft.com/office/drawing/2014/main" id="{8F4487DD-61D7-41DA-AEAD-3C474698CEE3}"/>
                </a:ext>
              </a:extLst>
            </p:cNvPr>
            <p:cNvSpPr/>
            <p:nvPr/>
          </p:nvSpPr>
          <p:spPr>
            <a:xfrm>
              <a:off x="6101478" y="3817616"/>
              <a:ext cx="490538" cy="365759"/>
            </a:xfrm>
            <a:prstGeom prst="hexagon">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dirty="0">
                  <a:solidFill>
                    <a:srgbClr val="03234B"/>
                  </a:solidFill>
                </a:rPr>
                <a:t>3</a:t>
              </a:r>
            </a:p>
          </p:txBody>
        </p:sp>
        <p:sp>
          <p:nvSpPr>
            <p:cNvPr id="27" name="Hexagon 26">
              <a:extLst>
                <a:ext uri="{FF2B5EF4-FFF2-40B4-BE49-F238E27FC236}">
                  <a16:creationId xmlns:a16="http://schemas.microsoft.com/office/drawing/2014/main" id="{1E48EB2D-3ED3-4F04-80D7-8EA2E32A4D69}"/>
                </a:ext>
              </a:extLst>
            </p:cNvPr>
            <p:cNvSpPr/>
            <p:nvPr/>
          </p:nvSpPr>
          <p:spPr>
            <a:xfrm>
              <a:off x="6588062" y="3818256"/>
              <a:ext cx="490538" cy="365759"/>
            </a:xfrm>
            <a:prstGeom prst="hexagon">
              <a:avLst/>
            </a:prstGeom>
            <a:solidFill>
              <a:srgbClr val="FFD200"/>
            </a:solidFill>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dirty="0">
                  <a:solidFill>
                    <a:srgbClr val="03234B"/>
                  </a:solidFill>
                </a:rPr>
                <a:t>4</a:t>
              </a:r>
            </a:p>
          </p:txBody>
        </p:sp>
        <p:sp>
          <p:nvSpPr>
            <p:cNvPr id="28" name="Hexagon 27">
              <a:extLst>
                <a:ext uri="{FF2B5EF4-FFF2-40B4-BE49-F238E27FC236}">
                  <a16:creationId xmlns:a16="http://schemas.microsoft.com/office/drawing/2014/main" id="{4C3BD4B7-E13D-4415-8F35-DFAC6275203F}"/>
                </a:ext>
              </a:extLst>
            </p:cNvPr>
            <p:cNvSpPr/>
            <p:nvPr/>
          </p:nvSpPr>
          <p:spPr>
            <a:xfrm>
              <a:off x="7571386" y="3818256"/>
              <a:ext cx="490538" cy="365759"/>
            </a:xfrm>
            <a:prstGeom prst="hexagon">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dirty="0">
                  <a:solidFill>
                    <a:srgbClr val="03234B"/>
                  </a:solidFill>
                </a:rPr>
                <a:t>6</a:t>
              </a:r>
            </a:p>
          </p:txBody>
        </p:sp>
        <p:sp>
          <p:nvSpPr>
            <p:cNvPr id="29" name="Hexagon 28">
              <a:extLst>
                <a:ext uri="{FF2B5EF4-FFF2-40B4-BE49-F238E27FC236}">
                  <a16:creationId xmlns:a16="http://schemas.microsoft.com/office/drawing/2014/main" id="{C726FE2C-937D-489B-8073-13532F638731}"/>
                </a:ext>
              </a:extLst>
            </p:cNvPr>
            <p:cNvSpPr/>
            <p:nvPr/>
          </p:nvSpPr>
          <p:spPr>
            <a:xfrm>
              <a:off x="8059054" y="3815875"/>
              <a:ext cx="490538" cy="365759"/>
            </a:xfrm>
            <a:prstGeom prst="hexagon">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dirty="0">
                  <a:solidFill>
                    <a:srgbClr val="03234B"/>
                  </a:solidFill>
                </a:rPr>
                <a:t>7</a:t>
              </a:r>
            </a:p>
          </p:txBody>
        </p:sp>
        <p:sp>
          <p:nvSpPr>
            <p:cNvPr id="30" name="Hexagon 29">
              <a:extLst>
                <a:ext uri="{FF2B5EF4-FFF2-40B4-BE49-F238E27FC236}">
                  <a16:creationId xmlns:a16="http://schemas.microsoft.com/office/drawing/2014/main" id="{BB6EA401-BA7D-47E6-9915-ACE69E21B8D4}"/>
                </a:ext>
              </a:extLst>
            </p:cNvPr>
            <p:cNvSpPr/>
            <p:nvPr/>
          </p:nvSpPr>
          <p:spPr>
            <a:xfrm>
              <a:off x="8548331" y="3815875"/>
              <a:ext cx="490538" cy="365759"/>
            </a:xfrm>
            <a:prstGeom prst="hexagon">
              <a:avLst/>
            </a:prstGeom>
            <a:solidFill>
              <a:srgbClr val="3CB4E6"/>
            </a:solidFill>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dirty="0">
                  <a:solidFill>
                    <a:srgbClr val="03234B"/>
                  </a:solidFill>
                </a:rPr>
                <a:t>8</a:t>
              </a:r>
            </a:p>
          </p:txBody>
        </p:sp>
        <p:cxnSp>
          <p:nvCxnSpPr>
            <p:cNvPr id="31" name="Straight Arrow Connector 30">
              <a:extLst>
                <a:ext uri="{FF2B5EF4-FFF2-40B4-BE49-F238E27FC236}">
                  <a16:creationId xmlns:a16="http://schemas.microsoft.com/office/drawing/2014/main" id="{9B9CDB3E-6EF8-44FF-849A-50BDF71A57C9}"/>
                </a:ext>
              </a:extLst>
            </p:cNvPr>
            <p:cNvCxnSpPr>
              <a:cxnSpLocks/>
            </p:cNvCxnSpPr>
            <p:nvPr/>
          </p:nvCxnSpPr>
          <p:spPr>
            <a:xfrm>
              <a:off x="4550038" y="4537169"/>
              <a:ext cx="2039677" cy="0"/>
            </a:xfrm>
            <a:prstGeom prst="straightConnector1">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FAC6892-9CDA-414A-A13E-D0B9C142D222}"/>
                </a:ext>
              </a:extLst>
            </p:cNvPr>
            <p:cNvCxnSpPr>
              <a:cxnSpLocks/>
            </p:cNvCxnSpPr>
            <p:nvPr/>
          </p:nvCxnSpPr>
          <p:spPr>
            <a:xfrm>
              <a:off x="6589715" y="4539367"/>
              <a:ext cx="0" cy="365760"/>
            </a:xfrm>
            <a:prstGeom prst="straightConnector1">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8F1294B-E83C-4B5C-84A2-149706D6CDAD}"/>
                </a:ext>
              </a:extLst>
            </p:cNvPr>
            <p:cNvCxnSpPr>
              <a:cxnSpLocks noChangeAspect="1"/>
            </p:cNvCxnSpPr>
            <p:nvPr/>
          </p:nvCxnSpPr>
          <p:spPr>
            <a:xfrm flipV="1">
              <a:off x="6583339" y="4880704"/>
              <a:ext cx="3923012" cy="0"/>
            </a:xfrm>
            <a:prstGeom prst="straightConnector1">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709CF31-5DD4-4141-B019-4F44F45204ED}"/>
                </a:ext>
              </a:extLst>
            </p:cNvPr>
            <p:cNvCxnSpPr>
              <a:cxnSpLocks/>
            </p:cNvCxnSpPr>
            <p:nvPr/>
          </p:nvCxnSpPr>
          <p:spPr>
            <a:xfrm>
              <a:off x="10508194" y="4513768"/>
              <a:ext cx="0" cy="365760"/>
            </a:xfrm>
            <a:prstGeom prst="straightConnector1">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Hexagon 34">
              <a:extLst>
                <a:ext uri="{FF2B5EF4-FFF2-40B4-BE49-F238E27FC236}">
                  <a16:creationId xmlns:a16="http://schemas.microsoft.com/office/drawing/2014/main" id="{C0F8F777-A152-4F47-A199-187FCFE2A3F6}"/>
                </a:ext>
              </a:extLst>
            </p:cNvPr>
            <p:cNvSpPr/>
            <p:nvPr/>
          </p:nvSpPr>
          <p:spPr>
            <a:xfrm>
              <a:off x="12459559" y="3817463"/>
              <a:ext cx="490538" cy="365759"/>
            </a:xfrm>
            <a:prstGeom prst="hexagon">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dirty="0">
                  <a:solidFill>
                    <a:srgbClr val="03234B"/>
                  </a:solidFill>
                </a:rPr>
                <a:t>0</a:t>
              </a:r>
            </a:p>
          </p:txBody>
        </p:sp>
        <p:sp>
          <p:nvSpPr>
            <p:cNvPr id="36" name="Hexagon 35">
              <a:extLst>
                <a:ext uri="{FF2B5EF4-FFF2-40B4-BE49-F238E27FC236}">
                  <a16:creationId xmlns:a16="http://schemas.microsoft.com/office/drawing/2014/main" id="{FBA569BA-21F5-4C7B-B38F-94F97D77DC4F}"/>
                </a:ext>
              </a:extLst>
            </p:cNvPr>
            <p:cNvSpPr/>
            <p:nvPr/>
          </p:nvSpPr>
          <p:spPr>
            <a:xfrm>
              <a:off x="11972305" y="3817463"/>
              <a:ext cx="490538" cy="365759"/>
            </a:xfrm>
            <a:prstGeom prst="hexagon">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dirty="0">
                  <a:solidFill>
                    <a:srgbClr val="03234B"/>
                  </a:solidFill>
                </a:rPr>
                <a:t>1</a:t>
              </a:r>
            </a:p>
          </p:txBody>
        </p:sp>
        <p:sp>
          <p:nvSpPr>
            <p:cNvPr id="37" name="Hexagon 36">
              <a:extLst>
                <a:ext uri="{FF2B5EF4-FFF2-40B4-BE49-F238E27FC236}">
                  <a16:creationId xmlns:a16="http://schemas.microsoft.com/office/drawing/2014/main" id="{07D47164-9C24-4A29-9911-0E34B1401274}"/>
                </a:ext>
              </a:extLst>
            </p:cNvPr>
            <p:cNvSpPr/>
            <p:nvPr/>
          </p:nvSpPr>
          <p:spPr>
            <a:xfrm>
              <a:off x="10015813" y="3818103"/>
              <a:ext cx="490538" cy="365759"/>
            </a:xfrm>
            <a:prstGeom prst="hexagon">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dirty="0">
                  <a:solidFill>
                    <a:srgbClr val="03234B"/>
                  </a:solidFill>
                </a:rPr>
                <a:t>5</a:t>
              </a:r>
            </a:p>
          </p:txBody>
        </p:sp>
        <p:sp>
          <p:nvSpPr>
            <p:cNvPr id="38" name="Hexagon 37">
              <a:extLst>
                <a:ext uri="{FF2B5EF4-FFF2-40B4-BE49-F238E27FC236}">
                  <a16:creationId xmlns:a16="http://schemas.microsoft.com/office/drawing/2014/main" id="{281001B5-2F88-449A-BD57-E89CB05CEF04}"/>
                </a:ext>
              </a:extLst>
            </p:cNvPr>
            <p:cNvSpPr/>
            <p:nvPr/>
          </p:nvSpPr>
          <p:spPr>
            <a:xfrm>
              <a:off x="11485721" y="3817463"/>
              <a:ext cx="490538" cy="365759"/>
            </a:xfrm>
            <a:prstGeom prst="hexagon">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dirty="0">
                  <a:solidFill>
                    <a:srgbClr val="03234B"/>
                  </a:solidFill>
                </a:rPr>
                <a:t>2</a:t>
              </a:r>
            </a:p>
          </p:txBody>
        </p:sp>
        <p:sp>
          <p:nvSpPr>
            <p:cNvPr id="39" name="Hexagon 38">
              <a:extLst>
                <a:ext uri="{FF2B5EF4-FFF2-40B4-BE49-F238E27FC236}">
                  <a16:creationId xmlns:a16="http://schemas.microsoft.com/office/drawing/2014/main" id="{40777071-B6DC-48BA-9AF8-8E20F96FEA6E}"/>
                </a:ext>
              </a:extLst>
            </p:cNvPr>
            <p:cNvSpPr/>
            <p:nvPr/>
          </p:nvSpPr>
          <p:spPr>
            <a:xfrm>
              <a:off x="10995183" y="3817463"/>
              <a:ext cx="490538" cy="365759"/>
            </a:xfrm>
            <a:prstGeom prst="hexagon">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dirty="0">
                  <a:solidFill>
                    <a:srgbClr val="03234B"/>
                  </a:solidFill>
                </a:rPr>
                <a:t>3</a:t>
              </a:r>
            </a:p>
          </p:txBody>
        </p:sp>
        <p:sp>
          <p:nvSpPr>
            <p:cNvPr id="40" name="Hexagon 39">
              <a:extLst>
                <a:ext uri="{FF2B5EF4-FFF2-40B4-BE49-F238E27FC236}">
                  <a16:creationId xmlns:a16="http://schemas.microsoft.com/office/drawing/2014/main" id="{6AF0592F-B891-4660-A8E5-4EF4A55F08A2}"/>
                </a:ext>
              </a:extLst>
            </p:cNvPr>
            <p:cNvSpPr/>
            <p:nvPr/>
          </p:nvSpPr>
          <p:spPr>
            <a:xfrm>
              <a:off x="10508599" y="3818103"/>
              <a:ext cx="490538" cy="365759"/>
            </a:xfrm>
            <a:prstGeom prst="hexagon">
              <a:avLst/>
            </a:prstGeom>
            <a:solidFill>
              <a:srgbClr val="FFD200"/>
            </a:solidFill>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dirty="0">
                  <a:solidFill>
                    <a:srgbClr val="03234B"/>
                  </a:solidFill>
                </a:rPr>
                <a:t>4</a:t>
              </a:r>
            </a:p>
          </p:txBody>
        </p:sp>
        <p:sp>
          <p:nvSpPr>
            <p:cNvPr id="41" name="Hexagon 40">
              <a:extLst>
                <a:ext uri="{FF2B5EF4-FFF2-40B4-BE49-F238E27FC236}">
                  <a16:creationId xmlns:a16="http://schemas.microsoft.com/office/drawing/2014/main" id="{E32DDD79-4398-4E1F-A646-06D34B35B66B}"/>
                </a:ext>
              </a:extLst>
            </p:cNvPr>
            <p:cNvSpPr/>
            <p:nvPr/>
          </p:nvSpPr>
          <p:spPr>
            <a:xfrm>
              <a:off x="9525275" y="3818103"/>
              <a:ext cx="490538" cy="365759"/>
            </a:xfrm>
            <a:prstGeom prst="hexagon">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dirty="0">
                  <a:solidFill>
                    <a:srgbClr val="03234B"/>
                  </a:solidFill>
                </a:rPr>
                <a:t>6</a:t>
              </a:r>
            </a:p>
          </p:txBody>
        </p:sp>
        <p:sp>
          <p:nvSpPr>
            <p:cNvPr id="42" name="Hexagon 41">
              <a:extLst>
                <a:ext uri="{FF2B5EF4-FFF2-40B4-BE49-F238E27FC236}">
                  <a16:creationId xmlns:a16="http://schemas.microsoft.com/office/drawing/2014/main" id="{6CCD4A5C-6310-44CA-8B98-1AA1E2BD64D5}"/>
                </a:ext>
              </a:extLst>
            </p:cNvPr>
            <p:cNvSpPr/>
            <p:nvPr/>
          </p:nvSpPr>
          <p:spPr>
            <a:xfrm>
              <a:off x="9037607" y="3815722"/>
              <a:ext cx="490538" cy="365759"/>
            </a:xfrm>
            <a:prstGeom prst="hexagon">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dirty="0">
                  <a:solidFill>
                    <a:srgbClr val="03234B"/>
                  </a:solidFill>
                </a:rPr>
                <a:t>7</a:t>
              </a:r>
            </a:p>
          </p:txBody>
        </p:sp>
        <p:cxnSp>
          <p:nvCxnSpPr>
            <p:cNvPr id="43" name="Straight Arrow Connector 42">
              <a:extLst>
                <a:ext uri="{FF2B5EF4-FFF2-40B4-BE49-F238E27FC236}">
                  <a16:creationId xmlns:a16="http://schemas.microsoft.com/office/drawing/2014/main" id="{05DDF6CD-997E-4B15-BF2F-271581D89A47}"/>
                </a:ext>
              </a:extLst>
            </p:cNvPr>
            <p:cNvCxnSpPr>
              <a:cxnSpLocks/>
            </p:cNvCxnSpPr>
            <p:nvPr/>
          </p:nvCxnSpPr>
          <p:spPr>
            <a:xfrm>
              <a:off x="4637102" y="3567952"/>
              <a:ext cx="0" cy="2141621"/>
            </a:xfrm>
            <a:prstGeom prst="straightConnector1">
              <a:avLst/>
            </a:prstGeom>
            <a:ln w="19050">
              <a:solidFill>
                <a:srgbClr val="03234B"/>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4169B24-3B12-42C4-9B2D-EFCDA79A880E}"/>
                </a:ext>
              </a:extLst>
            </p:cNvPr>
            <p:cNvCxnSpPr>
              <a:cxnSpLocks/>
            </p:cNvCxnSpPr>
            <p:nvPr/>
          </p:nvCxnSpPr>
          <p:spPr>
            <a:xfrm>
              <a:off x="6588062" y="3567952"/>
              <a:ext cx="0" cy="2141621"/>
            </a:xfrm>
            <a:prstGeom prst="straightConnector1">
              <a:avLst/>
            </a:prstGeom>
            <a:ln w="19050">
              <a:solidFill>
                <a:srgbClr val="03234B"/>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6F85AF59-E065-4ED8-850B-EF018985F4B6}"/>
                </a:ext>
              </a:extLst>
            </p:cNvPr>
            <p:cNvCxnSpPr>
              <a:cxnSpLocks/>
            </p:cNvCxnSpPr>
            <p:nvPr/>
          </p:nvCxnSpPr>
          <p:spPr>
            <a:xfrm>
              <a:off x="9038869" y="3567952"/>
              <a:ext cx="0" cy="2141621"/>
            </a:xfrm>
            <a:prstGeom prst="straightConnector1">
              <a:avLst/>
            </a:prstGeom>
            <a:ln w="19050">
              <a:solidFill>
                <a:srgbClr val="03234B"/>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77EEA9CA-8206-430D-9147-A16E60E74433}"/>
                </a:ext>
              </a:extLst>
            </p:cNvPr>
            <p:cNvCxnSpPr>
              <a:cxnSpLocks/>
            </p:cNvCxnSpPr>
            <p:nvPr/>
          </p:nvCxnSpPr>
          <p:spPr>
            <a:xfrm>
              <a:off x="8548331" y="3567952"/>
              <a:ext cx="0" cy="2141621"/>
            </a:xfrm>
            <a:prstGeom prst="straightConnector1">
              <a:avLst/>
            </a:prstGeom>
            <a:ln w="19050">
              <a:solidFill>
                <a:srgbClr val="03234B"/>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D38DCC10-2CF3-412F-8805-D05BB8366E35}"/>
                </a:ext>
              </a:extLst>
            </p:cNvPr>
            <p:cNvCxnSpPr>
              <a:cxnSpLocks/>
            </p:cNvCxnSpPr>
            <p:nvPr/>
          </p:nvCxnSpPr>
          <p:spPr>
            <a:xfrm>
              <a:off x="10506351" y="3567952"/>
              <a:ext cx="0" cy="2141621"/>
            </a:xfrm>
            <a:prstGeom prst="straightConnector1">
              <a:avLst/>
            </a:prstGeom>
            <a:ln w="19050">
              <a:solidFill>
                <a:srgbClr val="03234B"/>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A4BDC9C-3BC9-464E-BE15-22D76B7C2498}"/>
                </a:ext>
              </a:extLst>
            </p:cNvPr>
            <p:cNvCxnSpPr>
              <a:cxnSpLocks/>
            </p:cNvCxnSpPr>
            <p:nvPr/>
          </p:nvCxnSpPr>
          <p:spPr>
            <a:xfrm>
              <a:off x="12459559" y="3567952"/>
              <a:ext cx="0" cy="2141621"/>
            </a:xfrm>
            <a:prstGeom prst="straightConnector1">
              <a:avLst/>
            </a:prstGeom>
            <a:ln w="19050">
              <a:solidFill>
                <a:srgbClr val="03234B"/>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3A41804C-3AFD-4082-A319-1C70E90EC4C2}"/>
                </a:ext>
              </a:extLst>
            </p:cNvPr>
            <p:cNvCxnSpPr>
              <a:cxnSpLocks/>
            </p:cNvCxnSpPr>
            <p:nvPr/>
          </p:nvCxnSpPr>
          <p:spPr>
            <a:xfrm>
              <a:off x="10506351" y="4502338"/>
              <a:ext cx="2039677" cy="0"/>
            </a:xfrm>
            <a:prstGeom prst="straightConnector1">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9401CF84-A7EF-4C8F-AFC2-2382C4F76A11}"/>
                </a:ext>
              </a:extLst>
            </p:cNvPr>
            <p:cNvSpPr txBox="1"/>
            <p:nvPr/>
          </p:nvSpPr>
          <p:spPr>
            <a:xfrm>
              <a:off x="3166112" y="3791839"/>
              <a:ext cx="1474944" cy="461665"/>
            </a:xfrm>
            <a:prstGeom prst="rect">
              <a:avLst/>
            </a:prstGeom>
            <a:noFill/>
          </p:spPr>
          <p:txBody>
            <a:bodyPr wrap="square" rtlCol="0">
              <a:noAutofit/>
            </a:bodyPr>
            <a:lstStyle/>
            <a:p>
              <a:pPr algn="ctr"/>
              <a:r>
                <a:rPr lang="en-US" sz="1200" dirty="0">
                  <a:solidFill>
                    <a:srgbClr val="03234B"/>
                  </a:solidFill>
                </a:rPr>
                <a:t>CNT</a:t>
              </a:r>
            </a:p>
            <a:p>
              <a:pPr algn="ctr"/>
              <a:r>
                <a:rPr lang="en-US" sz="1200" dirty="0">
                  <a:solidFill>
                    <a:srgbClr val="03234B"/>
                  </a:solidFill>
                </a:rPr>
                <a:t>Counter Register</a:t>
              </a:r>
            </a:p>
          </p:txBody>
        </p:sp>
        <p:sp>
          <p:nvSpPr>
            <p:cNvPr id="51" name="TextBox 50">
              <a:extLst>
                <a:ext uri="{FF2B5EF4-FFF2-40B4-BE49-F238E27FC236}">
                  <a16:creationId xmlns:a16="http://schemas.microsoft.com/office/drawing/2014/main" id="{266403AE-D791-4363-B12F-74A9E825AAD2}"/>
                </a:ext>
              </a:extLst>
            </p:cNvPr>
            <p:cNvSpPr txBox="1"/>
            <p:nvPr/>
          </p:nvSpPr>
          <p:spPr>
            <a:xfrm>
              <a:off x="3819813" y="4398669"/>
              <a:ext cx="821242" cy="276999"/>
            </a:xfrm>
            <a:prstGeom prst="rect">
              <a:avLst/>
            </a:prstGeom>
            <a:noFill/>
          </p:spPr>
          <p:txBody>
            <a:bodyPr wrap="square" rtlCol="0">
              <a:noAutofit/>
            </a:bodyPr>
            <a:lstStyle/>
            <a:p>
              <a:r>
                <a:rPr lang="en-US" sz="1200" dirty="0" err="1">
                  <a:solidFill>
                    <a:srgbClr val="03234B"/>
                  </a:solidFill>
                </a:rPr>
                <a:t>OCxREF</a:t>
              </a:r>
              <a:endParaRPr lang="en-US" sz="1200" dirty="0">
                <a:solidFill>
                  <a:srgbClr val="03234B"/>
                </a:solidFill>
              </a:endParaRPr>
            </a:p>
          </p:txBody>
        </p:sp>
        <p:sp>
          <p:nvSpPr>
            <p:cNvPr id="52" name="TextBox 51">
              <a:extLst>
                <a:ext uri="{FF2B5EF4-FFF2-40B4-BE49-F238E27FC236}">
                  <a16:creationId xmlns:a16="http://schemas.microsoft.com/office/drawing/2014/main" id="{2A6D6164-9884-4A90-A4B4-770A72AFF130}"/>
                </a:ext>
              </a:extLst>
            </p:cNvPr>
            <p:cNvSpPr txBox="1"/>
            <p:nvPr/>
          </p:nvSpPr>
          <p:spPr>
            <a:xfrm>
              <a:off x="8381334" y="3276263"/>
              <a:ext cx="826959" cy="276999"/>
            </a:xfrm>
            <a:prstGeom prst="rect">
              <a:avLst/>
            </a:prstGeom>
            <a:noFill/>
          </p:spPr>
          <p:txBody>
            <a:bodyPr wrap="square" rtlCol="0">
              <a:noAutofit/>
            </a:bodyPr>
            <a:lstStyle/>
            <a:p>
              <a:r>
                <a:rPr lang="en-US" sz="1200" dirty="0">
                  <a:solidFill>
                    <a:srgbClr val="03234B"/>
                  </a:solidFill>
                  <a:highlight>
                    <a:srgbClr val="00FFFF"/>
                  </a:highlight>
                </a:rPr>
                <a:t>ARR=8</a:t>
              </a:r>
            </a:p>
          </p:txBody>
        </p:sp>
        <p:sp>
          <p:nvSpPr>
            <p:cNvPr id="53" name="TextBox 52">
              <a:extLst>
                <a:ext uri="{FF2B5EF4-FFF2-40B4-BE49-F238E27FC236}">
                  <a16:creationId xmlns:a16="http://schemas.microsoft.com/office/drawing/2014/main" id="{5BB35F63-E06D-4B67-BD4D-FB032AEB0E25}"/>
                </a:ext>
              </a:extLst>
            </p:cNvPr>
            <p:cNvSpPr txBox="1"/>
            <p:nvPr/>
          </p:nvSpPr>
          <p:spPr>
            <a:xfrm>
              <a:off x="3004850" y="4398669"/>
              <a:ext cx="869724" cy="276999"/>
            </a:xfrm>
            <a:prstGeom prst="rect">
              <a:avLst/>
            </a:prstGeom>
            <a:noFill/>
          </p:spPr>
          <p:txBody>
            <a:bodyPr wrap="square" rtlCol="0">
              <a:noAutofit/>
            </a:bodyPr>
            <a:lstStyle/>
            <a:p>
              <a:r>
                <a:rPr lang="en-US" sz="1200" dirty="0">
                  <a:solidFill>
                    <a:srgbClr val="03234B"/>
                  </a:solidFill>
                  <a:highlight>
                    <a:srgbClr val="FFFF00"/>
                  </a:highlight>
                </a:rPr>
                <a:t>CCRx=4</a:t>
              </a:r>
            </a:p>
          </p:txBody>
        </p:sp>
        <p:cxnSp>
          <p:nvCxnSpPr>
            <p:cNvPr id="54" name="Straight Arrow Connector 53">
              <a:extLst>
                <a:ext uri="{FF2B5EF4-FFF2-40B4-BE49-F238E27FC236}">
                  <a16:creationId xmlns:a16="http://schemas.microsoft.com/office/drawing/2014/main" id="{433526ED-8B5A-486B-955D-E1184F6208B1}"/>
                </a:ext>
              </a:extLst>
            </p:cNvPr>
            <p:cNvCxnSpPr>
              <a:cxnSpLocks/>
            </p:cNvCxnSpPr>
            <p:nvPr/>
          </p:nvCxnSpPr>
          <p:spPr>
            <a:xfrm>
              <a:off x="4550038" y="5171725"/>
              <a:ext cx="3509016" cy="0"/>
            </a:xfrm>
            <a:prstGeom prst="straightConnector1">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7C4BD125-8404-441A-9420-B57C930D457A}"/>
                </a:ext>
              </a:extLst>
            </p:cNvPr>
            <p:cNvCxnSpPr>
              <a:cxnSpLocks/>
            </p:cNvCxnSpPr>
            <p:nvPr/>
          </p:nvCxnSpPr>
          <p:spPr>
            <a:xfrm>
              <a:off x="8059054" y="5171725"/>
              <a:ext cx="0" cy="365760"/>
            </a:xfrm>
            <a:prstGeom prst="straightConnector1">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E1698963-87F5-4162-BA59-A4313E0CE514}"/>
                </a:ext>
              </a:extLst>
            </p:cNvPr>
            <p:cNvCxnSpPr>
              <a:cxnSpLocks noChangeAspect="1"/>
            </p:cNvCxnSpPr>
            <p:nvPr/>
          </p:nvCxnSpPr>
          <p:spPr>
            <a:xfrm flipV="1">
              <a:off x="8048485" y="5521523"/>
              <a:ext cx="1476790" cy="0"/>
            </a:xfrm>
            <a:prstGeom prst="straightConnector1">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19DE958D-EF90-4ED0-90E5-ECDB9D1FA0BD}"/>
                </a:ext>
              </a:extLst>
            </p:cNvPr>
            <p:cNvCxnSpPr>
              <a:cxnSpLocks/>
            </p:cNvCxnSpPr>
            <p:nvPr/>
          </p:nvCxnSpPr>
          <p:spPr>
            <a:xfrm>
              <a:off x="9525275" y="5159753"/>
              <a:ext cx="0" cy="365760"/>
            </a:xfrm>
            <a:prstGeom prst="straightConnector1">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8C353084-1610-452D-A664-24479E395C74}"/>
                </a:ext>
              </a:extLst>
            </p:cNvPr>
            <p:cNvCxnSpPr>
              <a:cxnSpLocks/>
            </p:cNvCxnSpPr>
            <p:nvPr/>
          </p:nvCxnSpPr>
          <p:spPr>
            <a:xfrm>
              <a:off x="9525275" y="5157909"/>
              <a:ext cx="3020753" cy="0"/>
            </a:xfrm>
            <a:prstGeom prst="straightConnector1">
              <a:avLst/>
            </a:prstGeom>
            <a:ln w="19050">
              <a:solidFill>
                <a:srgbClr val="032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4EAD0AC0-419E-492C-88CD-0883E4EC07C9}"/>
                </a:ext>
              </a:extLst>
            </p:cNvPr>
            <p:cNvSpPr txBox="1"/>
            <p:nvPr/>
          </p:nvSpPr>
          <p:spPr>
            <a:xfrm>
              <a:off x="3819813" y="5033225"/>
              <a:ext cx="821242" cy="276999"/>
            </a:xfrm>
            <a:prstGeom prst="rect">
              <a:avLst/>
            </a:prstGeom>
            <a:noFill/>
          </p:spPr>
          <p:txBody>
            <a:bodyPr wrap="square" rtlCol="0">
              <a:noAutofit/>
            </a:bodyPr>
            <a:lstStyle/>
            <a:p>
              <a:r>
                <a:rPr lang="en-US" sz="1200" dirty="0" err="1">
                  <a:solidFill>
                    <a:srgbClr val="03234B"/>
                  </a:solidFill>
                </a:rPr>
                <a:t>OCxREF</a:t>
              </a:r>
              <a:endParaRPr lang="en-US" sz="1200" dirty="0">
                <a:solidFill>
                  <a:srgbClr val="03234B"/>
                </a:solidFill>
              </a:endParaRPr>
            </a:p>
          </p:txBody>
        </p:sp>
        <p:sp>
          <p:nvSpPr>
            <p:cNvPr id="60" name="TextBox 59">
              <a:extLst>
                <a:ext uri="{FF2B5EF4-FFF2-40B4-BE49-F238E27FC236}">
                  <a16:creationId xmlns:a16="http://schemas.microsoft.com/office/drawing/2014/main" id="{089D804A-F896-4AB1-BC7F-9B585158C08C}"/>
                </a:ext>
              </a:extLst>
            </p:cNvPr>
            <p:cNvSpPr txBox="1"/>
            <p:nvPr/>
          </p:nvSpPr>
          <p:spPr>
            <a:xfrm>
              <a:off x="3004850" y="5033225"/>
              <a:ext cx="821242" cy="276999"/>
            </a:xfrm>
            <a:prstGeom prst="rect">
              <a:avLst/>
            </a:prstGeom>
            <a:noFill/>
          </p:spPr>
          <p:txBody>
            <a:bodyPr wrap="square" rtlCol="0">
              <a:noAutofit/>
            </a:bodyPr>
            <a:lstStyle/>
            <a:p>
              <a:r>
                <a:rPr lang="en-US" sz="1200" dirty="0">
                  <a:solidFill>
                    <a:srgbClr val="03234B"/>
                  </a:solidFill>
                </a:rPr>
                <a:t>CCRx=7</a:t>
              </a:r>
            </a:p>
          </p:txBody>
        </p:sp>
        <p:cxnSp>
          <p:nvCxnSpPr>
            <p:cNvPr id="61" name="Straight Arrow Connector 60">
              <a:extLst>
                <a:ext uri="{FF2B5EF4-FFF2-40B4-BE49-F238E27FC236}">
                  <a16:creationId xmlns:a16="http://schemas.microsoft.com/office/drawing/2014/main" id="{076A695E-0F39-4D1E-925F-CF96C073F92A}"/>
                </a:ext>
              </a:extLst>
            </p:cNvPr>
            <p:cNvCxnSpPr>
              <a:cxnSpLocks/>
            </p:cNvCxnSpPr>
            <p:nvPr/>
          </p:nvCxnSpPr>
          <p:spPr>
            <a:xfrm>
              <a:off x="8059054" y="3567952"/>
              <a:ext cx="0" cy="2141621"/>
            </a:xfrm>
            <a:prstGeom prst="straightConnector1">
              <a:avLst/>
            </a:prstGeom>
            <a:ln w="19050">
              <a:solidFill>
                <a:srgbClr val="03234B"/>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CE88F922-885E-432B-83A7-B2F610295337}"/>
                </a:ext>
              </a:extLst>
            </p:cNvPr>
            <p:cNvCxnSpPr>
              <a:cxnSpLocks/>
            </p:cNvCxnSpPr>
            <p:nvPr/>
          </p:nvCxnSpPr>
          <p:spPr>
            <a:xfrm>
              <a:off x="9525275" y="3553262"/>
              <a:ext cx="0" cy="2141621"/>
            </a:xfrm>
            <a:prstGeom prst="straightConnector1">
              <a:avLst/>
            </a:prstGeom>
            <a:ln w="19050">
              <a:solidFill>
                <a:srgbClr val="03234B"/>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36792011"/>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E751FAD-1EDC-4116-9969-658A8E998913}"/>
              </a:ext>
            </a:extLst>
          </p:cNvPr>
          <p:cNvSpPr>
            <a:spLocks noGrp="1"/>
          </p:cNvSpPr>
          <p:nvPr>
            <p:ph type="body" sz="quarter" idx="12"/>
          </p:nvPr>
        </p:nvSpPr>
        <p:spPr>
          <a:xfrm>
            <a:off x="119063" y="115888"/>
            <a:ext cx="10153650" cy="720725"/>
          </a:xfrm>
        </p:spPr>
        <p:txBody>
          <a:bodyPr>
            <a:normAutofit/>
          </a:bodyPr>
          <a:lstStyle/>
          <a:p>
            <a:r>
              <a:rPr lang="en-US" sz="3200" dirty="0"/>
              <a:t>Registres de configuration</a:t>
            </a:r>
          </a:p>
        </p:txBody>
      </p:sp>
      <p:pic>
        <p:nvPicPr>
          <p:cNvPr id="6" name="Image 2">
            <a:extLst>
              <a:ext uri="{FF2B5EF4-FFF2-40B4-BE49-F238E27FC236}">
                <a16:creationId xmlns:a16="http://schemas.microsoft.com/office/drawing/2014/main" id="{63B5D5BE-254B-4227-9028-2A646021FAC0}"/>
              </a:ext>
            </a:extLst>
          </p:cNvPr>
          <p:cNvPicPr>
            <a:picLocks noChangeAspect="1"/>
          </p:cNvPicPr>
          <p:nvPr/>
        </p:nvPicPr>
        <p:blipFill>
          <a:blip r:embed="rId4"/>
          <a:stretch>
            <a:fillRect/>
          </a:stretch>
        </p:blipFill>
        <p:spPr>
          <a:xfrm>
            <a:off x="1757363" y="1340768"/>
            <a:ext cx="8515350" cy="1838325"/>
          </a:xfrm>
          <a:prstGeom prst="rect">
            <a:avLst/>
          </a:prstGeom>
        </p:spPr>
      </p:pic>
      <p:pic>
        <p:nvPicPr>
          <p:cNvPr id="7" name="Image 3">
            <a:extLst>
              <a:ext uri="{FF2B5EF4-FFF2-40B4-BE49-F238E27FC236}">
                <a16:creationId xmlns:a16="http://schemas.microsoft.com/office/drawing/2014/main" id="{29989962-7257-40B2-9DB7-5850D7D96992}"/>
              </a:ext>
            </a:extLst>
          </p:cNvPr>
          <p:cNvPicPr>
            <a:picLocks noChangeAspect="1"/>
          </p:cNvPicPr>
          <p:nvPr/>
        </p:nvPicPr>
        <p:blipFill>
          <a:blip r:embed="rId5"/>
          <a:stretch>
            <a:fillRect/>
          </a:stretch>
        </p:blipFill>
        <p:spPr>
          <a:xfrm>
            <a:off x="2357438" y="3404978"/>
            <a:ext cx="7315200" cy="1914525"/>
          </a:xfrm>
          <a:prstGeom prst="rect">
            <a:avLst/>
          </a:prstGeom>
        </p:spPr>
      </p:pic>
      <p:sp>
        <p:nvSpPr>
          <p:cNvPr id="8" name="Rectangle 7">
            <a:extLst>
              <a:ext uri="{FF2B5EF4-FFF2-40B4-BE49-F238E27FC236}">
                <a16:creationId xmlns:a16="http://schemas.microsoft.com/office/drawing/2014/main" id="{8EF579A3-DF27-45C1-A662-C5B2095A8095}"/>
              </a:ext>
            </a:extLst>
          </p:cNvPr>
          <p:cNvSpPr/>
          <p:nvPr/>
        </p:nvSpPr>
        <p:spPr>
          <a:xfrm>
            <a:off x="9678243" y="2348880"/>
            <a:ext cx="504056" cy="919163"/>
          </a:xfrm>
          <a:prstGeom prst="rect">
            <a:avLst/>
          </a:prstGeom>
          <a:noFill/>
          <a:ln w="38100">
            <a:solidFill>
              <a:srgbClr val="E306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3414586654"/>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E751FAD-1EDC-4116-9969-658A8E998913}"/>
              </a:ext>
            </a:extLst>
          </p:cNvPr>
          <p:cNvSpPr>
            <a:spLocks noGrp="1"/>
          </p:cNvSpPr>
          <p:nvPr>
            <p:ph type="body" sz="quarter" idx="12"/>
          </p:nvPr>
        </p:nvSpPr>
        <p:spPr>
          <a:xfrm>
            <a:off x="119063" y="115888"/>
            <a:ext cx="10153650" cy="720725"/>
          </a:xfrm>
        </p:spPr>
        <p:txBody>
          <a:bodyPr>
            <a:normAutofit/>
          </a:bodyPr>
          <a:lstStyle/>
          <a:p>
            <a:r>
              <a:rPr lang="fr-FR" sz="3200" dirty="0"/>
              <a:t>Registres de configuration</a:t>
            </a:r>
          </a:p>
        </p:txBody>
      </p:sp>
      <p:pic>
        <p:nvPicPr>
          <p:cNvPr id="6" name="Image 3">
            <a:extLst>
              <a:ext uri="{FF2B5EF4-FFF2-40B4-BE49-F238E27FC236}">
                <a16:creationId xmlns:a16="http://schemas.microsoft.com/office/drawing/2014/main" id="{055F1399-9BBE-4205-9AD2-360261DF5D83}"/>
              </a:ext>
            </a:extLst>
          </p:cNvPr>
          <p:cNvPicPr>
            <a:picLocks noChangeAspect="1"/>
          </p:cNvPicPr>
          <p:nvPr/>
        </p:nvPicPr>
        <p:blipFill>
          <a:blip r:embed="rId4"/>
          <a:stretch>
            <a:fillRect/>
          </a:stretch>
        </p:blipFill>
        <p:spPr>
          <a:xfrm>
            <a:off x="1809750" y="1052736"/>
            <a:ext cx="8572500" cy="4352925"/>
          </a:xfrm>
          <a:prstGeom prst="rect">
            <a:avLst/>
          </a:prstGeom>
        </p:spPr>
      </p:pic>
      <p:sp>
        <p:nvSpPr>
          <p:cNvPr id="7" name="ZoneTexte 4">
            <a:extLst>
              <a:ext uri="{FF2B5EF4-FFF2-40B4-BE49-F238E27FC236}">
                <a16:creationId xmlns:a16="http://schemas.microsoft.com/office/drawing/2014/main" id="{1485B991-9ACF-42A6-A6BD-B7CEA2E8D1B2}"/>
              </a:ext>
            </a:extLst>
          </p:cNvPr>
          <p:cNvSpPr txBox="1"/>
          <p:nvPr/>
        </p:nvSpPr>
        <p:spPr>
          <a:xfrm>
            <a:off x="1127448" y="5642084"/>
            <a:ext cx="9937104" cy="523220"/>
          </a:xfrm>
          <a:prstGeom prst="rect">
            <a:avLst/>
          </a:prstGeom>
          <a:noFill/>
        </p:spPr>
        <p:txBody>
          <a:bodyPr wrap="square" rtlCol="0">
            <a:noAutofit/>
          </a:bodyPr>
          <a:lstStyle/>
          <a:p>
            <a:r>
              <a:rPr lang="en-US" sz="2800" b="1" dirty="0">
                <a:solidFill>
                  <a:srgbClr val="E6007E"/>
                </a:solidFill>
              </a:rPr>
              <a:t>FIXE LE RAPPORT CYCLIQUE DU SIGNAL PWM GENERE</a:t>
            </a:r>
          </a:p>
        </p:txBody>
      </p:sp>
    </p:spTree>
    <p:extLst>
      <p:ext uri="{BB962C8B-B14F-4D97-AF65-F5344CB8AC3E}">
        <p14:creationId xmlns:p14="http://schemas.microsoft.com/office/powerpoint/2010/main" val="449535395"/>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E751FAD-1EDC-4116-9969-658A8E998913}"/>
              </a:ext>
            </a:extLst>
          </p:cNvPr>
          <p:cNvSpPr>
            <a:spLocks noGrp="1"/>
          </p:cNvSpPr>
          <p:nvPr>
            <p:ph type="body" sz="quarter" idx="12"/>
          </p:nvPr>
        </p:nvSpPr>
        <p:spPr>
          <a:xfrm>
            <a:off x="119063" y="115888"/>
            <a:ext cx="10153650" cy="720725"/>
          </a:xfrm>
        </p:spPr>
        <p:txBody>
          <a:bodyPr>
            <a:normAutofit/>
          </a:bodyPr>
          <a:lstStyle/>
          <a:p>
            <a:r>
              <a:rPr lang="en-US" sz="3200" dirty="0"/>
              <a:t>Configuration pour le TP</a:t>
            </a:r>
          </a:p>
        </p:txBody>
      </p:sp>
      <p:grpSp>
        <p:nvGrpSpPr>
          <p:cNvPr id="15" name="Group 14">
            <a:extLst>
              <a:ext uri="{FF2B5EF4-FFF2-40B4-BE49-F238E27FC236}">
                <a16:creationId xmlns:a16="http://schemas.microsoft.com/office/drawing/2014/main" id="{6A7D904D-D663-4884-9A19-A70E85BB07B2}"/>
              </a:ext>
            </a:extLst>
          </p:cNvPr>
          <p:cNvGrpSpPr/>
          <p:nvPr/>
        </p:nvGrpSpPr>
        <p:grpSpPr>
          <a:xfrm>
            <a:off x="265645" y="825195"/>
            <a:ext cx="5830355" cy="5575071"/>
            <a:chOff x="265645" y="1146404"/>
            <a:chExt cx="5830355" cy="5575071"/>
          </a:xfrm>
        </p:grpSpPr>
        <p:pic>
          <p:nvPicPr>
            <p:cNvPr id="16" name="Picture 15">
              <a:extLst>
                <a:ext uri="{FF2B5EF4-FFF2-40B4-BE49-F238E27FC236}">
                  <a16:creationId xmlns:a16="http://schemas.microsoft.com/office/drawing/2014/main" id="{FF2F594F-DAAF-4DBA-AE3A-2F77FE079213}"/>
                </a:ext>
              </a:extLst>
            </p:cNvPr>
            <p:cNvPicPr>
              <a:picLocks noChangeAspect="1"/>
            </p:cNvPicPr>
            <p:nvPr/>
          </p:nvPicPr>
          <p:blipFill>
            <a:blip r:embed="rId4"/>
            <a:stretch>
              <a:fillRect/>
            </a:stretch>
          </p:blipFill>
          <p:spPr>
            <a:xfrm>
              <a:off x="265645" y="1146404"/>
              <a:ext cx="5830355" cy="5575071"/>
            </a:xfrm>
            <a:prstGeom prst="rect">
              <a:avLst/>
            </a:prstGeom>
          </p:spPr>
        </p:pic>
        <p:sp>
          <p:nvSpPr>
            <p:cNvPr id="17" name="Rectangle 16">
              <a:extLst>
                <a:ext uri="{FF2B5EF4-FFF2-40B4-BE49-F238E27FC236}">
                  <a16:creationId xmlns:a16="http://schemas.microsoft.com/office/drawing/2014/main" id="{82445D69-1E1C-43E2-8148-337D89D1323E}"/>
                </a:ext>
              </a:extLst>
            </p:cNvPr>
            <p:cNvSpPr/>
            <p:nvPr/>
          </p:nvSpPr>
          <p:spPr>
            <a:xfrm>
              <a:off x="2714625" y="2025650"/>
              <a:ext cx="3152776" cy="457200"/>
            </a:xfrm>
            <a:prstGeom prst="rect">
              <a:avLst/>
            </a:prstGeom>
            <a:noFill/>
            <a:ln w="19050">
              <a:solidFill>
                <a:srgbClr val="E6007E"/>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8" name="Rectangle 17">
              <a:extLst>
                <a:ext uri="{FF2B5EF4-FFF2-40B4-BE49-F238E27FC236}">
                  <a16:creationId xmlns:a16="http://schemas.microsoft.com/office/drawing/2014/main" id="{91068AAB-5C2D-48A9-A49E-DD1AB4A296CA}"/>
                </a:ext>
              </a:extLst>
            </p:cNvPr>
            <p:cNvSpPr/>
            <p:nvPr/>
          </p:nvSpPr>
          <p:spPr>
            <a:xfrm>
              <a:off x="4411980" y="4341019"/>
              <a:ext cx="379096" cy="170022"/>
            </a:xfrm>
            <a:prstGeom prst="rect">
              <a:avLst/>
            </a:prstGeom>
            <a:noFill/>
            <a:ln w="19050">
              <a:solidFill>
                <a:srgbClr val="E6007E"/>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9" name="Rectangle 18">
              <a:extLst>
                <a:ext uri="{FF2B5EF4-FFF2-40B4-BE49-F238E27FC236}">
                  <a16:creationId xmlns:a16="http://schemas.microsoft.com/office/drawing/2014/main" id="{BBA050EB-8E8D-4134-9CB2-53C0369306A9}"/>
                </a:ext>
              </a:extLst>
            </p:cNvPr>
            <p:cNvSpPr/>
            <p:nvPr/>
          </p:nvSpPr>
          <p:spPr>
            <a:xfrm>
              <a:off x="4411980" y="4672012"/>
              <a:ext cx="379096" cy="170022"/>
            </a:xfrm>
            <a:prstGeom prst="rect">
              <a:avLst/>
            </a:prstGeom>
            <a:noFill/>
            <a:ln w="19050">
              <a:solidFill>
                <a:srgbClr val="E6007E"/>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0" name="Rectangle 19">
              <a:extLst>
                <a:ext uri="{FF2B5EF4-FFF2-40B4-BE49-F238E27FC236}">
                  <a16:creationId xmlns:a16="http://schemas.microsoft.com/office/drawing/2014/main" id="{1748A009-D9C6-40F2-9292-CFE0D13ADF34}"/>
                </a:ext>
              </a:extLst>
            </p:cNvPr>
            <p:cNvSpPr/>
            <p:nvPr/>
          </p:nvSpPr>
          <p:spPr>
            <a:xfrm>
              <a:off x="4411980" y="5783580"/>
              <a:ext cx="723900" cy="365125"/>
            </a:xfrm>
            <a:prstGeom prst="rect">
              <a:avLst/>
            </a:prstGeom>
            <a:noFill/>
            <a:ln w="19050">
              <a:solidFill>
                <a:srgbClr val="E6007E"/>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pSp>
      <p:pic>
        <p:nvPicPr>
          <p:cNvPr id="21" name="Picture 20">
            <a:extLst>
              <a:ext uri="{FF2B5EF4-FFF2-40B4-BE49-F238E27FC236}">
                <a16:creationId xmlns:a16="http://schemas.microsoft.com/office/drawing/2014/main" id="{02544C08-487F-432D-AA58-B2BD4C697D09}"/>
              </a:ext>
            </a:extLst>
          </p:cNvPr>
          <p:cNvPicPr>
            <a:picLocks noChangeAspect="1"/>
          </p:cNvPicPr>
          <p:nvPr/>
        </p:nvPicPr>
        <p:blipFill>
          <a:blip r:embed="rId5"/>
          <a:stretch>
            <a:fillRect/>
          </a:stretch>
        </p:blipFill>
        <p:spPr>
          <a:xfrm>
            <a:off x="6269701" y="2401672"/>
            <a:ext cx="4248150" cy="952500"/>
          </a:xfrm>
          <a:prstGeom prst="rect">
            <a:avLst/>
          </a:prstGeom>
        </p:spPr>
      </p:pic>
      <p:cxnSp>
        <p:nvCxnSpPr>
          <p:cNvPr id="22" name="Straight Arrow Connector 21">
            <a:extLst>
              <a:ext uri="{FF2B5EF4-FFF2-40B4-BE49-F238E27FC236}">
                <a16:creationId xmlns:a16="http://schemas.microsoft.com/office/drawing/2014/main" id="{76CDF251-EC1A-4D67-9747-CA7FEAF04EAC}"/>
              </a:ext>
            </a:extLst>
          </p:cNvPr>
          <p:cNvCxnSpPr>
            <a:cxnSpLocks noChangeAspect="1"/>
          </p:cNvCxnSpPr>
          <p:nvPr/>
        </p:nvCxnSpPr>
        <p:spPr>
          <a:xfrm flipV="1">
            <a:off x="5619750" y="3248007"/>
            <a:ext cx="2414060" cy="0"/>
          </a:xfrm>
          <a:prstGeom prst="straightConnector1">
            <a:avLst/>
          </a:prstGeom>
          <a:ln w="19050">
            <a:solidFill>
              <a:srgbClr val="E6007E"/>
            </a:solidFill>
            <a:tailEnd type="triangle"/>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D3B66971-DC9B-436F-B488-F8A247B2FEEB}"/>
              </a:ext>
            </a:extLst>
          </p:cNvPr>
          <p:cNvPicPr>
            <a:picLocks noChangeAspect="1"/>
          </p:cNvPicPr>
          <p:nvPr/>
        </p:nvPicPr>
        <p:blipFill>
          <a:blip r:embed="rId6"/>
          <a:stretch>
            <a:fillRect/>
          </a:stretch>
        </p:blipFill>
        <p:spPr>
          <a:xfrm>
            <a:off x="6810375" y="898306"/>
            <a:ext cx="5184228" cy="1217933"/>
          </a:xfrm>
          <a:prstGeom prst="rect">
            <a:avLst/>
          </a:prstGeom>
        </p:spPr>
      </p:pic>
      <p:sp>
        <p:nvSpPr>
          <p:cNvPr id="24" name="Rectangle 23">
            <a:extLst>
              <a:ext uri="{FF2B5EF4-FFF2-40B4-BE49-F238E27FC236}">
                <a16:creationId xmlns:a16="http://schemas.microsoft.com/office/drawing/2014/main" id="{617E5A57-CE27-4A9C-931F-5AD99F0F3780}"/>
              </a:ext>
            </a:extLst>
          </p:cNvPr>
          <p:cNvSpPr/>
          <p:nvPr/>
        </p:nvSpPr>
        <p:spPr>
          <a:xfrm>
            <a:off x="8502116" y="3683191"/>
            <a:ext cx="1279517" cy="369332"/>
          </a:xfrm>
          <a:prstGeom prst="rect">
            <a:avLst/>
          </a:prstGeom>
        </p:spPr>
        <p:txBody>
          <a:bodyPr wrap="none">
            <a:noAutofit/>
          </a:bodyPr>
          <a:lstStyle/>
          <a:p>
            <a:r>
              <a:rPr lang="en-US">
                <a:solidFill>
                  <a:srgbClr val="E6007E"/>
                </a:solidFill>
              </a:rPr>
              <a:t>32 000 </a:t>
            </a:r>
            <a:r>
              <a:rPr lang="en-US">
                <a:solidFill>
                  <a:srgbClr val="03234B"/>
                </a:solidFill>
              </a:rPr>
              <a:t>000 </a:t>
            </a:r>
            <a:endParaRPr lang="en-US" dirty="0">
              <a:solidFill>
                <a:srgbClr val="03234B"/>
              </a:solidFill>
            </a:endParaRPr>
          </a:p>
        </p:txBody>
      </p:sp>
      <p:sp>
        <p:nvSpPr>
          <p:cNvPr id="25" name="ZoneTexte 19">
            <a:extLst>
              <a:ext uri="{FF2B5EF4-FFF2-40B4-BE49-F238E27FC236}">
                <a16:creationId xmlns:a16="http://schemas.microsoft.com/office/drawing/2014/main" id="{36581511-6C7C-4F1C-A9B9-80C6D707884B}"/>
              </a:ext>
            </a:extLst>
          </p:cNvPr>
          <p:cNvSpPr txBox="1"/>
          <p:nvPr/>
        </p:nvSpPr>
        <p:spPr>
          <a:xfrm>
            <a:off x="8506996" y="3949817"/>
            <a:ext cx="756810" cy="276999"/>
          </a:xfrm>
          <a:prstGeom prst="rect">
            <a:avLst/>
          </a:prstGeom>
          <a:noFill/>
        </p:spPr>
        <p:txBody>
          <a:bodyPr wrap="none" rtlCol="0">
            <a:noAutofit/>
          </a:bodyPr>
          <a:lstStyle/>
          <a:p>
            <a:pPr algn="ctr"/>
            <a:r>
              <a:rPr lang="en-US" sz="1200" dirty="0">
                <a:solidFill>
                  <a:srgbClr val="E6007E"/>
                </a:solidFill>
              </a:rPr>
              <a:t>prescaler</a:t>
            </a:r>
          </a:p>
        </p:txBody>
      </p:sp>
      <p:sp>
        <p:nvSpPr>
          <p:cNvPr id="26" name="ZoneTexte 21">
            <a:extLst>
              <a:ext uri="{FF2B5EF4-FFF2-40B4-BE49-F238E27FC236}">
                <a16:creationId xmlns:a16="http://schemas.microsoft.com/office/drawing/2014/main" id="{F5F93648-6DC0-4ACD-8A33-62B10B54AE6D}"/>
              </a:ext>
            </a:extLst>
          </p:cNvPr>
          <p:cNvSpPr txBox="1"/>
          <p:nvPr/>
        </p:nvSpPr>
        <p:spPr>
          <a:xfrm>
            <a:off x="9230330" y="3949817"/>
            <a:ext cx="447558" cy="276999"/>
          </a:xfrm>
          <a:prstGeom prst="rect">
            <a:avLst/>
          </a:prstGeom>
          <a:noFill/>
        </p:spPr>
        <p:txBody>
          <a:bodyPr wrap="none" rtlCol="0">
            <a:noAutofit/>
          </a:bodyPr>
          <a:lstStyle/>
          <a:p>
            <a:r>
              <a:rPr lang="en-US" sz="1200" i="1">
                <a:solidFill>
                  <a:srgbClr val="160079"/>
                </a:solidFill>
              </a:rPr>
              <a:t>AAR</a:t>
            </a:r>
            <a:endParaRPr lang="en-US" sz="1200" i="1" dirty="0">
              <a:solidFill>
                <a:srgbClr val="160079"/>
              </a:solidFill>
            </a:endParaRPr>
          </a:p>
        </p:txBody>
      </p:sp>
      <p:sp>
        <p:nvSpPr>
          <p:cNvPr id="27" name="ZoneTexte 22">
            <a:extLst>
              <a:ext uri="{FF2B5EF4-FFF2-40B4-BE49-F238E27FC236}">
                <a16:creationId xmlns:a16="http://schemas.microsoft.com/office/drawing/2014/main" id="{FE57EEEA-ACD6-4E6A-81CF-5CE56E0C2AC7}"/>
              </a:ext>
            </a:extLst>
          </p:cNvPr>
          <p:cNvSpPr txBox="1"/>
          <p:nvPr/>
        </p:nvSpPr>
        <p:spPr>
          <a:xfrm>
            <a:off x="6375165" y="4408132"/>
            <a:ext cx="5550045" cy="646331"/>
          </a:xfrm>
          <a:prstGeom prst="rect">
            <a:avLst/>
          </a:prstGeom>
          <a:noFill/>
        </p:spPr>
        <p:txBody>
          <a:bodyPr wrap="none" rtlCol="0">
            <a:noAutofit/>
          </a:bodyPr>
          <a:lstStyle/>
          <a:p>
            <a:pPr algn="ctr"/>
            <a:r>
              <a:rPr lang="fr-FR" dirty="0">
                <a:solidFill>
                  <a:srgbClr val="03234B"/>
                </a:solidFill>
              </a:rPr>
              <a:t>Configuration du Prescaler à 32000</a:t>
            </a:r>
          </a:p>
          <a:p>
            <a:pPr algn="ctr"/>
            <a:r>
              <a:rPr lang="fr-FR" dirty="0">
                <a:solidFill>
                  <a:srgbClr val="03234B"/>
                </a:solidFill>
              </a:rPr>
              <a:t>-&gt; +1 au compteur tous les 32000 coups d’horloges (1ms)</a:t>
            </a:r>
          </a:p>
        </p:txBody>
      </p:sp>
      <p:sp>
        <p:nvSpPr>
          <p:cNvPr id="28" name="ZoneTexte 23">
            <a:extLst>
              <a:ext uri="{FF2B5EF4-FFF2-40B4-BE49-F238E27FC236}">
                <a16:creationId xmlns:a16="http://schemas.microsoft.com/office/drawing/2014/main" id="{8E470032-0AD7-4D4C-A823-AEB3B1E41688}"/>
              </a:ext>
            </a:extLst>
          </p:cNvPr>
          <p:cNvSpPr txBox="1"/>
          <p:nvPr/>
        </p:nvSpPr>
        <p:spPr>
          <a:xfrm>
            <a:off x="6622155" y="5011489"/>
            <a:ext cx="5056064" cy="646331"/>
          </a:xfrm>
          <a:prstGeom prst="rect">
            <a:avLst/>
          </a:prstGeom>
          <a:noFill/>
        </p:spPr>
        <p:txBody>
          <a:bodyPr wrap="none" rtlCol="0">
            <a:noAutofit/>
          </a:bodyPr>
          <a:lstStyle/>
          <a:p>
            <a:pPr algn="ctr"/>
            <a:r>
              <a:rPr lang="fr-FR" dirty="0">
                <a:solidFill>
                  <a:srgbClr val="03234B"/>
                </a:solidFill>
              </a:rPr>
              <a:t>Configuration du registre ARR à 1000</a:t>
            </a:r>
          </a:p>
          <a:p>
            <a:pPr algn="ctr"/>
            <a:r>
              <a:rPr lang="fr-FR" dirty="0">
                <a:solidFill>
                  <a:srgbClr val="03234B"/>
                </a:solidFill>
              </a:rPr>
              <a:t>-&gt; action tous les 1000 incrémentation du compteur</a:t>
            </a:r>
          </a:p>
        </p:txBody>
      </p:sp>
      <p:sp>
        <p:nvSpPr>
          <p:cNvPr id="29" name="ZoneTexte 23">
            <a:extLst>
              <a:ext uri="{FF2B5EF4-FFF2-40B4-BE49-F238E27FC236}">
                <a16:creationId xmlns:a16="http://schemas.microsoft.com/office/drawing/2014/main" id="{550CB0F7-A467-405D-B704-FE3D612E6346}"/>
              </a:ext>
            </a:extLst>
          </p:cNvPr>
          <p:cNvSpPr txBox="1"/>
          <p:nvPr/>
        </p:nvSpPr>
        <p:spPr>
          <a:xfrm>
            <a:off x="6513621" y="5562209"/>
            <a:ext cx="5185715" cy="646331"/>
          </a:xfrm>
          <a:prstGeom prst="rect">
            <a:avLst/>
          </a:prstGeom>
          <a:noFill/>
        </p:spPr>
        <p:txBody>
          <a:bodyPr wrap="none" rtlCol="0">
            <a:noAutofit/>
          </a:bodyPr>
          <a:lstStyle/>
          <a:p>
            <a:pPr algn="ctr"/>
            <a:r>
              <a:rPr lang="fr-FR" dirty="0">
                <a:solidFill>
                  <a:srgbClr val="03234B"/>
                </a:solidFill>
              </a:rPr>
              <a:t>Configuration du Duty cycle a 500</a:t>
            </a:r>
          </a:p>
          <a:p>
            <a:pPr algn="ctr"/>
            <a:r>
              <a:rPr lang="fr-FR" dirty="0">
                <a:solidFill>
                  <a:srgbClr val="03234B"/>
                </a:solidFill>
              </a:rPr>
              <a:t>-&gt; le moteur tournera la moitié du temps (ARR=1000)</a:t>
            </a:r>
          </a:p>
        </p:txBody>
      </p:sp>
    </p:spTree>
    <p:extLst>
      <p:ext uri="{BB962C8B-B14F-4D97-AF65-F5344CB8AC3E}">
        <p14:creationId xmlns:p14="http://schemas.microsoft.com/office/powerpoint/2010/main" val="2068777533"/>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E751FAD-1EDC-4116-9969-658A8E998913}"/>
              </a:ext>
            </a:extLst>
          </p:cNvPr>
          <p:cNvSpPr>
            <a:spLocks noGrp="1"/>
          </p:cNvSpPr>
          <p:nvPr>
            <p:ph type="body" sz="quarter" idx="12"/>
          </p:nvPr>
        </p:nvSpPr>
        <p:spPr>
          <a:xfrm>
            <a:off x="119063" y="115888"/>
            <a:ext cx="10153650" cy="720725"/>
          </a:xfrm>
        </p:spPr>
        <p:txBody>
          <a:bodyPr>
            <a:normAutofit/>
          </a:bodyPr>
          <a:lstStyle/>
          <a:p>
            <a:r>
              <a:rPr lang="fr-FR" sz="3200" dirty="0"/>
              <a:t>Espionner une variable</a:t>
            </a:r>
          </a:p>
        </p:txBody>
      </p:sp>
      <p:grpSp>
        <p:nvGrpSpPr>
          <p:cNvPr id="6" name="Group 5">
            <a:extLst>
              <a:ext uri="{FF2B5EF4-FFF2-40B4-BE49-F238E27FC236}">
                <a16:creationId xmlns:a16="http://schemas.microsoft.com/office/drawing/2014/main" id="{F558493F-3510-45D8-BAA4-EF5511FDE924}"/>
              </a:ext>
            </a:extLst>
          </p:cNvPr>
          <p:cNvGrpSpPr/>
          <p:nvPr/>
        </p:nvGrpSpPr>
        <p:grpSpPr>
          <a:xfrm>
            <a:off x="257420" y="777652"/>
            <a:ext cx="11815517" cy="5653649"/>
            <a:chOff x="150590" y="1009637"/>
            <a:chExt cx="11815517" cy="5653649"/>
          </a:xfrm>
        </p:grpSpPr>
        <p:pic>
          <p:nvPicPr>
            <p:cNvPr id="7" name="Picture 6">
              <a:extLst>
                <a:ext uri="{FF2B5EF4-FFF2-40B4-BE49-F238E27FC236}">
                  <a16:creationId xmlns:a16="http://schemas.microsoft.com/office/drawing/2014/main" id="{49408213-A07A-4926-8BD3-148BB8ACA760}"/>
                </a:ext>
              </a:extLst>
            </p:cNvPr>
            <p:cNvPicPr>
              <a:picLocks noChangeAspect="1"/>
            </p:cNvPicPr>
            <p:nvPr/>
          </p:nvPicPr>
          <p:blipFill>
            <a:blip r:embed="rId4"/>
            <a:stretch>
              <a:fillRect/>
            </a:stretch>
          </p:blipFill>
          <p:spPr>
            <a:xfrm>
              <a:off x="150590" y="1009637"/>
              <a:ext cx="7734547" cy="4631889"/>
            </a:xfrm>
            <a:prstGeom prst="rect">
              <a:avLst/>
            </a:prstGeom>
          </p:spPr>
        </p:pic>
        <p:pic>
          <p:nvPicPr>
            <p:cNvPr id="8" name="Picture 7">
              <a:extLst>
                <a:ext uri="{FF2B5EF4-FFF2-40B4-BE49-F238E27FC236}">
                  <a16:creationId xmlns:a16="http://schemas.microsoft.com/office/drawing/2014/main" id="{1B38BAC5-3904-4D02-8A96-130B52052977}"/>
                </a:ext>
              </a:extLst>
            </p:cNvPr>
            <p:cNvPicPr>
              <a:picLocks noChangeAspect="1"/>
            </p:cNvPicPr>
            <p:nvPr/>
          </p:nvPicPr>
          <p:blipFill>
            <a:blip r:embed="rId5"/>
            <a:stretch>
              <a:fillRect/>
            </a:stretch>
          </p:blipFill>
          <p:spPr>
            <a:xfrm>
              <a:off x="4848226" y="5026374"/>
              <a:ext cx="7110806" cy="1636912"/>
            </a:xfrm>
            <a:prstGeom prst="rect">
              <a:avLst/>
            </a:prstGeom>
          </p:spPr>
        </p:pic>
        <p:sp>
          <p:nvSpPr>
            <p:cNvPr id="9" name="Oval 8">
              <a:extLst>
                <a:ext uri="{FF2B5EF4-FFF2-40B4-BE49-F238E27FC236}">
                  <a16:creationId xmlns:a16="http://schemas.microsoft.com/office/drawing/2014/main" id="{5DDD8A8A-7FEC-4885-8521-294B1C2B9748}"/>
                </a:ext>
              </a:extLst>
            </p:cNvPr>
            <p:cNvSpPr/>
            <p:nvPr/>
          </p:nvSpPr>
          <p:spPr>
            <a:xfrm>
              <a:off x="5949356" y="4914900"/>
              <a:ext cx="1623990" cy="546225"/>
            </a:xfrm>
            <a:prstGeom prst="ellipse">
              <a:avLst/>
            </a:prstGeom>
            <a:noFill/>
            <a:ln>
              <a:solidFill>
                <a:srgbClr val="E60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Oval 9">
              <a:extLst>
                <a:ext uri="{FF2B5EF4-FFF2-40B4-BE49-F238E27FC236}">
                  <a16:creationId xmlns:a16="http://schemas.microsoft.com/office/drawing/2014/main" id="{FCA6DF7F-1456-4723-8E85-F5F1BF4963F2}"/>
                </a:ext>
              </a:extLst>
            </p:cNvPr>
            <p:cNvSpPr/>
            <p:nvPr/>
          </p:nvSpPr>
          <p:spPr>
            <a:xfrm>
              <a:off x="10163176" y="5026374"/>
              <a:ext cx="322594" cy="237776"/>
            </a:xfrm>
            <a:prstGeom prst="ellipse">
              <a:avLst/>
            </a:prstGeom>
            <a:noFill/>
            <a:ln>
              <a:solidFill>
                <a:srgbClr val="E60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TextBox 10">
              <a:extLst>
                <a:ext uri="{FF2B5EF4-FFF2-40B4-BE49-F238E27FC236}">
                  <a16:creationId xmlns:a16="http://schemas.microsoft.com/office/drawing/2014/main" id="{2D69BAC8-8D2E-436C-ADB0-093512A3B586}"/>
                </a:ext>
              </a:extLst>
            </p:cNvPr>
            <p:cNvSpPr txBox="1"/>
            <p:nvPr/>
          </p:nvSpPr>
          <p:spPr>
            <a:xfrm>
              <a:off x="9125231" y="3105412"/>
              <a:ext cx="2840876" cy="1131637"/>
            </a:xfrm>
            <a:prstGeom prst="rect">
              <a:avLst/>
            </a:prstGeom>
            <a:noFill/>
          </p:spPr>
          <p:txBody>
            <a:bodyPr wrap="square" rtlCol="0">
              <a:noAutofit/>
            </a:bodyPr>
            <a:lstStyle/>
            <a:p>
              <a:r>
                <a:rPr lang="fr-FR" sz="1600" dirty="0">
                  <a:solidFill>
                    <a:srgbClr val="03234B"/>
                  </a:solidFill>
                </a:rPr>
                <a:t>Configurer, puis pensez à faire « Start Trace » pour activer le printf et le Timeline Graph </a:t>
              </a:r>
              <a:r>
                <a:rPr lang="fr-FR" sz="1600" dirty="0">
                  <a:solidFill>
                    <a:srgbClr val="03234B"/>
                  </a:solidFill>
                  <a:sym typeface="Wingdings" panose="05000000000000000000" pitchFamily="2" charset="2"/>
                </a:rPr>
                <a:t> </a:t>
              </a:r>
              <a:endParaRPr lang="fr-FR" sz="1600" dirty="0">
                <a:solidFill>
                  <a:srgbClr val="03234B"/>
                </a:solidFill>
              </a:endParaRPr>
            </a:p>
          </p:txBody>
        </p:sp>
        <p:cxnSp>
          <p:nvCxnSpPr>
            <p:cNvPr id="12" name="Straight Arrow Connector 11">
              <a:extLst>
                <a:ext uri="{FF2B5EF4-FFF2-40B4-BE49-F238E27FC236}">
                  <a16:creationId xmlns:a16="http://schemas.microsoft.com/office/drawing/2014/main" id="{59D3209B-E2CE-4CB7-8B2B-5E403AB8B4EA}"/>
                </a:ext>
              </a:extLst>
            </p:cNvPr>
            <p:cNvCxnSpPr>
              <a:cxnSpLocks/>
              <a:stCxn id="11" idx="2"/>
              <a:endCxn id="10" idx="0"/>
            </p:cNvCxnSpPr>
            <p:nvPr/>
          </p:nvCxnSpPr>
          <p:spPr>
            <a:xfrm flipH="1">
              <a:off x="10324473" y="4237049"/>
              <a:ext cx="221196" cy="789325"/>
            </a:xfrm>
            <a:prstGeom prst="straightConnector1">
              <a:avLst/>
            </a:prstGeom>
            <a:ln>
              <a:solidFill>
                <a:srgbClr val="E6007E"/>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15E6AE5-4191-42F0-98FB-CC3A8097948F}"/>
                </a:ext>
              </a:extLst>
            </p:cNvPr>
            <p:cNvCxnSpPr>
              <a:cxnSpLocks/>
              <a:stCxn id="14" idx="1"/>
            </p:cNvCxnSpPr>
            <p:nvPr/>
          </p:nvCxnSpPr>
          <p:spPr>
            <a:xfrm flipH="1" flipV="1">
              <a:off x="7253960" y="4488180"/>
              <a:ext cx="1309496" cy="181440"/>
            </a:xfrm>
            <a:prstGeom prst="straightConnector1">
              <a:avLst/>
            </a:prstGeom>
            <a:ln>
              <a:solidFill>
                <a:srgbClr val="E6007E"/>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42EB814B-C1BA-410A-980C-FEB39E1943F7}"/>
                </a:ext>
              </a:extLst>
            </p:cNvPr>
            <p:cNvPicPr>
              <a:picLocks noChangeAspect="1"/>
            </p:cNvPicPr>
            <p:nvPr/>
          </p:nvPicPr>
          <p:blipFill>
            <a:blip r:embed="rId6"/>
            <a:stretch>
              <a:fillRect/>
            </a:stretch>
          </p:blipFill>
          <p:spPr>
            <a:xfrm>
              <a:off x="8563456" y="4411463"/>
              <a:ext cx="516314" cy="516314"/>
            </a:xfrm>
            <a:prstGeom prst="rect">
              <a:avLst/>
            </a:prstGeom>
          </p:spPr>
        </p:pic>
        <p:pic>
          <p:nvPicPr>
            <p:cNvPr id="15" name="Picture 14">
              <a:extLst>
                <a:ext uri="{FF2B5EF4-FFF2-40B4-BE49-F238E27FC236}">
                  <a16:creationId xmlns:a16="http://schemas.microsoft.com/office/drawing/2014/main" id="{7EEA6D54-95B8-4531-8AAE-0F104010EC6E}"/>
                </a:ext>
              </a:extLst>
            </p:cNvPr>
            <p:cNvPicPr>
              <a:picLocks noChangeAspect="1"/>
            </p:cNvPicPr>
            <p:nvPr/>
          </p:nvPicPr>
          <p:blipFill>
            <a:blip r:embed="rId7"/>
            <a:stretch>
              <a:fillRect/>
            </a:stretch>
          </p:blipFill>
          <p:spPr>
            <a:xfrm>
              <a:off x="11002792" y="4114786"/>
              <a:ext cx="450038" cy="450038"/>
            </a:xfrm>
            <a:prstGeom prst="rect">
              <a:avLst/>
            </a:prstGeom>
          </p:spPr>
        </p:pic>
        <p:cxnSp>
          <p:nvCxnSpPr>
            <p:cNvPr id="16" name="Straight Arrow Connector 15">
              <a:extLst>
                <a:ext uri="{FF2B5EF4-FFF2-40B4-BE49-F238E27FC236}">
                  <a16:creationId xmlns:a16="http://schemas.microsoft.com/office/drawing/2014/main" id="{C3004103-2DD9-4675-B784-77CDD092260E}"/>
                </a:ext>
              </a:extLst>
            </p:cNvPr>
            <p:cNvCxnSpPr>
              <a:cxnSpLocks/>
              <a:stCxn id="10" idx="1"/>
              <a:endCxn id="14" idx="3"/>
            </p:cNvCxnSpPr>
            <p:nvPr/>
          </p:nvCxnSpPr>
          <p:spPr>
            <a:xfrm flipH="1" flipV="1">
              <a:off x="9079770" y="4669620"/>
              <a:ext cx="1130649" cy="391575"/>
            </a:xfrm>
            <a:prstGeom prst="straightConnector1">
              <a:avLst/>
            </a:prstGeom>
            <a:ln>
              <a:solidFill>
                <a:srgbClr val="E6007E"/>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0767444"/>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7E978D4D-C578-474F-345C-2DB98511A0CE}"/>
              </a:ext>
            </a:extLst>
          </p:cNvPr>
          <p:cNvSpPr txBox="1"/>
          <p:nvPr/>
        </p:nvSpPr>
        <p:spPr>
          <a:xfrm>
            <a:off x="5519936" y="1696466"/>
            <a:ext cx="6120953" cy="3108543"/>
          </a:xfrm>
          <a:prstGeom prst="rect">
            <a:avLst/>
          </a:prstGeom>
          <a:noFill/>
        </p:spPr>
        <p:txBody>
          <a:bodyPr wrap="square">
            <a:spAutoFit/>
          </a:bodyPr>
          <a:lstStyle/>
          <a:p>
            <a:r>
              <a:rPr lang="fr-FR" sz="1400" b="1" u="sng" dirty="0">
                <a:solidFill>
                  <a:srgbClr val="03234B"/>
                </a:solidFill>
              </a:rPr>
              <a:t>Dans le main.c:</a:t>
            </a:r>
          </a:p>
          <a:p>
            <a:pPr marL="171450" indent="-171450">
              <a:buFont typeface="Wingdings" panose="05000000000000000000" pitchFamily="2" charset="2"/>
              <a:buChar char="q"/>
            </a:pPr>
            <a:r>
              <a:rPr lang="fr-FR" sz="1400" dirty="0">
                <a:solidFill>
                  <a:srgbClr val="03234B"/>
                </a:solidFill>
              </a:rPr>
              <a:t>Créer une variable int flag_tim3=0;</a:t>
            </a:r>
            <a:br>
              <a:rPr lang="fr-FR" sz="1400" dirty="0">
                <a:solidFill>
                  <a:srgbClr val="03234B"/>
                </a:solidFill>
              </a:rPr>
            </a:br>
            <a:endParaRPr lang="fr-FR" sz="1400" dirty="0">
              <a:solidFill>
                <a:srgbClr val="03234B"/>
              </a:solidFill>
            </a:endParaRPr>
          </a:p>
          <a:p>
            <a:pPr marL="171450" indent="-171450">
              <a:buFont typeface="Wingdings" panose="05000000000000000000" pitchFamily="2" charset="2"/>
              <a:buChar char="q"/>
            </a:pPr>
            <a:r>
              <a:rPr lang="fr-FR" sz="1400" dirty="0">
                <a:solidFill>
                  <a:srgbClr val="03234B"/>
                </a:solidFill>
              </a:rPr>
              <a:t>Fonction       </a:t>
            </a:r>
            <a:r>
              <a:rPr lang="fr-FR" sz="1400" b="1" dirty="0">
                <a:solidFill>
                  <a:srgbClr val="03234B"/>
                </a:solidFill>
              </a:rPr>
              <a:t>                                          </a:t>
            </a:r>
            <a:r>
              <a:rPr lang="fr-FR" sz="1400" dirty="0">
                <a:solidFill>
                  <a:srgbClr val="03234B"/>
                </a:solidFill>
              </a:rPr>
              <a:t> qui sera appelée dans le callback du fichier d’interruption</a:t>
            </a:r>
            <a:br>
              <a:rPr lang="fr-FR" sz="1400" dirty="0">
                <a:solidFill>
                  <a:srgbClr val="03234B"/>
                </a:solidFill>
              </a:rPr>
            </a:br>
            <a:endParaRPr lang="fr-FR" sz="1400" dirty="0">
              <a:solidFill>
                <a:srgbClr val="03234B"/>
              </a:solidFill>
            </a:endParaRPr>
          </a:p>
          <a:p>
            <a:pPr marL="171450" indent="-171450">
              <a:buFont typeface="Wingdings" panose="05000000000000000000" pitchFamily="2" charset="2"/>
              <a:buChar char="q"/>
            </a:pPr>
            <a:r>
              <a:rPr lang="fr-FR" sz="1400" dirty="0">
                <a:solidFill>
                  <a:srgbClr val="03234B"/>
                </a:solidFill>
              </a:rPr>
              <a:t>Fonction   </a:t>
            </a:r>
            <a:r>
              <a:rPr lang="fr-FR" sz="1400" b="1" dirty="0">
                <a:solidFill>
                  <a:srgbClr val="03234B"/>
                </a:solidFill>
              </a:rPr>
              <a:t>                     </a:t>
            </a:r>
            <a:r>
              <a:rPr lang="fr-FR" sz="1400" dirty="0">
                <a:solidFill>
                  <a:srgbClr val="03234B"/>
                </a:solidFill>
              </a:rPr>
              <a:t>qui sera appelée dans le fichier d’interruption comme une interruption</a:t>
            </a:r>
            <a:br>
              <a:rPr lang="fr-FR" sz="1400" dirty="0">
                <a:solidFill>
                  <a:srgbClr val="03234B"/>
                </a:solidFill>
              </a:rPr>
            </a:br>
            <a:endParaRPr lang="fr-FR" sz="1400" dirty="0">
              <a:solidFill>
                <a:srgbClr val="03234B"/>
              </a:solidFill>
            </a:endParaRPr>
          </a:p>
          <a:p>
            <a:pPr marL="171450" indent="-171450">
              <a:buFont typeface="Wingdings" panose="05000000000000000000" pitchFamily="2" charset="2"/>
              <a:buChar char="q"/>
            </a:pPr>
            <a:r>
              <a:rPr lang="fr-FR" sz="1400" dirty="0">
                <a:solidFill>
                  <a:srgbClr val="03234B"/>
                </a:solidFill>
              </a:rPr>
              <a:t>Avant le while(1), il faut </a:t>
            </a:r>
          </a:p>
          <a:p>
            <a:pPr marL="628650" lvl="1" indent="-171450">
              <a:buFont typeface="Wingdings" panose="05000000000000000000" pitchFamily="2" charset="2"/>
              <a:buChar char="q"/>
            </a:pPr>
            <a:r>
              <a:rPr lang="fr-FR" sz="1400" dirty="0">
                <a:solidFill>
                  <a:srgbClr val="03234B"/>
                </a:solidFill>
              </a:rPr>
              <a:t>Afficher un message « Hello PWM Exercice 1 »</a:t>
            </a:r>
          </a:p>
          <a:p>
            <a:pPr marL="628650" lvl="1" indent="-171450">
              <a:buFont typeface="Wingdings" panose="05000000000000000000" pitchFamily="2" charset="2"/>
              <a:buChar char="q"/>
            </a:pPr>
            <a:r>
              <a:rPr lang="fr-FR" sz="1400" dirty="0">
                <a:solidFill>
                  <a:srgbClr val="03234B"/>
                </a:solidFill>
              </a:rPr>
              <a:t>Afficher un message « Timer 3 initialized – LED OFF »</a:t>
            </a:r>
          </a:p>
          <a:p>
            <a:pPr marL="628650" lvl="1" indent="-171450">
              <a:buFont typeface="Wingdings" panose="05000000000000000000" pitchFamily="2" charset="2"/>
              <a:buChar char="q"/>
            </a:pPr>
            <a:r>
              <a:rPr lang="fr-FR" sz="1400" dirty="0">
                <a:solidFill>
                  <a:srgbClr val="03234B"/>
                </a:solidFill>
              </a:rPr>
              <a:t>Démarrer le Timer 3 en mode interruption </a:t>
            </a:r>
          </a:p>
          <a:p>
            <a:pPr marL="628650" lvl="1" indent="-171450">
              <a:buFont typeface="Wingdings" panose="05000000000000000000" pitchFamily="2" charset="2"/>
              <a:buChar char="q"/>
            </a:pPr>
            <a:r>
              <a:rPr lang="fr-FR" sz="1400" dirty="0">
                <a:solidFill>
                  <a:srgbClr val="03234B"/>
                </a:solidFill>
              </a:rPr>
              <a:t>Afficher un message « Timer 3 enabled »</a:t>
            </a:r>
          </a:p>
        </p:txBody>
      </p:sp>
      <p:sp>
        <p:nvSpPr>
          <p:cNvPr id="4" name="Text Placeholder 3">
            <a:extLst>
              <a:ext uri="{FF2B5EF4-FFF2-40B4-BE49-F238E27FC236}">
                <a16:creationId xmlns:a16="http://schemas.microsoft.com/office/drawing/2014/main" id="{DE751FAD-1EDC-4116-9969-658A8E998913}"/>
              </a:ext>
            </a:extLst>
          </p:cNvPr>
          <p:cNvSpPr>
            <a:spLocks noGrp="1"/>
          </p:cNvSpPr>
          <p:nvPr>
            <p:ph type="body" sz="quarter" idx="12"/>
          </p:nvPr>
        </p:nvSpPr>
        <p:spPr>
          <a:xfrm>
            <a:off x="119063" y="115888"/>
            <a:ext cx="10153650" cy="720725"/>
          </a:xfrm>
        </p:spPr>
        <p:txBody>
          <a:bodyPr>
            <a:normAutofit/>
          </a:bodyPr>
          <a:lstStyle/>
          <a:p>
            <a:r>
              <a:rPr lang="fr-FR" sz="3200" dirty="0"/>
              <a:t>Exercice 1 (1/2)</a:t>
            </a:r>
          </a:p>
        </p:txBody>
      </p:sp>
      <p:sp>
        <p:nvSpPr>
          <p:cNvPr id="7" name="TextBox 6">
            <a:extLst>
              <a:ext uri="{FF2B5EF4-FFF2-40B4-BE49-F238E27FC236}">
                <a16:creationId xmlns:a16="http://schemas.microsoft.com/office/drawing/2014/main" id="{544014C6-D3EC-4FC6-8744-948938F1AD2A}"/>
              </a:ext>
            </a:extLst>
          </p:cNvPr>
          <p:cNvSpPr txBox="1"/>
          <p:nvPr/>
        </p:nvSpPr>
        <p:spPr>
          <a:xfrm>
            <a:off x="407368" y="1702654"/>
            <a:ext cx="4392761" cy="1870361"/>
          </a:xfrm>
          <a:prstGeom prst="rect">
            <a:avLst/>
          </a:prstGeom>
          <a:noFill/>
        </p:spPr>
        <p:txBody>
          <a:bodyPr wrap="square" rtlCol="0">
            <a:noAutofit/>
          </a:bodyPr>
          <a:lstStyle/>
          <a:p>
            <a:r>
              <a:rPr lang="fr-FR" sz="1400" b="1" u="sng" dirty="0">
                <a:solidFill>
                  <a:srgbClr val="03234B"/>
                </a:solidFill>
              </a:rPr>
              <a:t>A partir de l’IDE configurer:</a:t>
            </a:r>
          </a:p>
          <a:p>
            <a:pPr marL="285750" indent="-285750">
              <a:buFont typeface="Wingdings" panose="05000000000000000000" pitchFamily="2" charset="2"/>
              <a:buChar char="q"/>
            </a:pPr>
            <a:r>
              <a:rPr lang="fr-FR" sz="1400" dirty="0">
                <a:solidFill>
                  <a:srgbClr val="03234B"/>
                </a:solidFill>
              </a:rPr>
              <a:t>Le Timer3 (voir slides précédents)</a:t>
            </a:r>
          </a:p>
          <a:p>
            <a:pPr marL="285750" indent="-285750">
              <a:buFont typeface="Wingdings" panose="05000000000000000000" pitchFamily="2" charset="2"/>
              <a:buChar char="q"/>
            </a:pPr>
            <a:r>
              <a:rPr lang="fr-FR" sz="1400" dirty="0">
                <a:solidFill>
                  <a:srgbClr val="03234B"/>
                </a:solidFill>
              </a:rPr>
              <a:t>Le printf</a:t>
            </a:r>
          </a:p>
          <a:p>
            <a:pPr marL="285750" indent="-285750">
              <a:buFont typeface="Wingdings" panose="05000000000000000000" pitchFamily="2" charset="2"/>
              <a:buChar char="q"/>
            </a:pPr>
            <a:r>
              <a:rPr lang="fr-FR" sz="1400" dirty="0">
                <a:solidFill>
                  <a:srgbClr val="03234B"/>
                </a:solidFill>
              </a:rPr>
              <a:t>LED0, LED1 </a:t>
            </a:r>
          </a:p>
          <a:p>
            <a:pPr marL="285750" indent="-285750">
              <a:buFont typeface="Wingdings" panose="05000000000000000000" pitchFamily="2" charset="2"/>
              <a:buChar char="q"/>
            </a:pPr>
            <a:r>
              <a:rPr lang="fr-FR" sz="1400" dirty="0">
                <a:solidFill>
                  <a:srgbClr val="03234B"/>
                </a:solidFill>
              </a:rPr>
              <a:t>Bouton Poussoir de la carte </a:t>
            </a:r>
            <a:r>
              <a:rPr lang="fr-FR" sz="1400" dirty="0" err="1">
                <a:solidFill>
                  <a:srgbClr val="03234B"/>
                </a:solidFill>
              </a:rPr>
              <a:t>COOLab</a:t>
            </a:r>
            <a:endParaRPr lang="fr-FR" sz="1400" dirty="0">
              <a:solidFill>
                <a:srgbClr val="03234B"/>
              </a:solidFill>
            </a:endParaRPr>
          </a:p>
          <a:p>
            <a:pPr marL="742950" lvl="1" indent="-285750">
              <a:buFont typeface="Wingdings" panose="05000000000000000000" pitchFamily="2" charset="2"/>
              <a:buChar char="q"/>
            </a:pPr>
            <a:r>
              <a:rPr lang="fr-FR" sz="1400" dirty="0">
                <a:solidFill>
                  <a:srgbClr val="03234B"/>
                </a:solidFill>
              </a:rPr>
              <a:t>Bouton 2 avec le label « BP2_onOff »</a:t>
            </a:r>
          </a:p>
          <a:p>
            <a:pPr marL="742950" lvl="1" indent="-285750">
              <a:buFont typeface="Wingdings" panose="05000000000000000000" pitchFamily="2" charset="2"/>
              <a:buChar char="q"/>
            </a:pPr>
            <a:r>
              <a:rPr lang="fr-FR" sz="1400" dirty="0">
                <a:solidFill>
                  <a:srgbClr val="03234B"/>
                </a:solidFill>
              </a:rPr>
              <a:t>Bouton 3 avec le label « BP3_speedDown »</a:t>
            </a:r>
          </a:p>
          <a:p>
            <a:pPr marL="742950" lvl="1" indent="-285750">
              <a:buFont typeface="Wingdings" panose="05000000000000000000" pitchFamily="2" charset="2"/>
              <a:buChar char="q"/>
            </a:pPr>
            <a:r>
              <a:rPr lang="fr-FR" sz="1400" dirty="0">
                <a:solidFill>
                  <a:srgbClr val="03234B"/>
                </a:solidFill>
              </a:rPr>
              <a:t>Bouton 4 avec le label « BP4_speedUp »</a:t>
            </a:r>
          </a:p>
          <a:p>
            <a:endParaRPr lang="fr-FR" sz="1200" dirty="0">
              <a:solidFill>
                <a:srgbClr val="03234B"/>
              </a:solidFill>
            </a:endParaRPr>
          </a:p>
          <a:p>
            <a:endParaRPr lang="fr-FR" sz="1200" dirty="0">
              <a:solidFill>
                <a:srgbClr val="03234B"/>
              </a:solidFill>
            </a:endParaRPr>
          </a:p>
        </p:txBody>
      </p:sp>
      <p:pic>
        <p:nvPicPr>
          <p:cNvPr id="8" name="Picture 7">
            <a:extLst>
              <a:ext uri="{FF2B5EF4-FFF2-40B4-BE49-F238E27FC236}">
                <a16:creationId xmlns:a16="http://schemas.microsoft.com/office/drawing/2014/main" id="{9E62DDA5-CB9E-4707-9837-C7DA4060EE12}"/>
              </a:ext>
            </a:extLst>
          </p:cNvPr>
          <p:cNvPicPr>
            <a:picLocks noChangeAspect="1"/>
          </p:cNvPicPr>
          <p:nvPr/>
        </p:nvPicPr>
        <p:blipFill rotWithShape="1">
          <a:blip r:embed="rId4"/>
          <a:srcRect t="20456" b="13635"/>
          <a:stretch/>
        </p:blipFill>
        <p:spPr>
          <a:xfrm>
            <a:off x="6528048" y="2420887"/>
            <a:ext cx="2295467" cy="182880"/>
          </a:xfrm>
          <a:prstGeom prst="rect">
            <a:avLst/>
          </a:prstGeom>
        </p:spPr>
      </p:pic>
      <p:pic>
        <p:nvPicPr>
          <p:cNvPr id="9" name="Picture 8">
            <a:extLst>
              <a:ext uri="{FF2B5EF4-FFF2-40B4-BE49-F238E27FC236}">
                <a16:creationId xmlns:a16="http://schemas.microsoft.com/office/drawing/2014/main" id="{D8850552-4EF6-44C2-B6CF-30F0AE206494}"/>
              </a:ext>
            </a:extLst>
          </p:cNvPr>
          <p:cNvPicPr>
            <a:picLocks noChangeAspect="1"/>
          </p:cNvPicPr>
          <p:nvPr/>
        </p:nvPicPr>
        <p:blipFill rotWithShape="1">
          <a:blip r:embed="rId5"/>
          <a:srcRect t="1" r="3198" b="-1"/>
          <a:stretch/>
        </p:blipFill>
        <p:spPr>
          <a:xfrm>
            <a:off x="6456040" y="3068959"/>
            <a:ext cx="1155911" cy="182880"/>
          </a:xfrm>
          <a:prstGeom prst="rect">
            <a:avLst/>
          </a:prstGeom>
        </p:spPr>
      </p:pic>
      <p:pic>
        <p:nvPicPr>
          <p:cNvPr id="10" name="Picture 9">
            <a:extLst>
              <a:ext uri="{FF2B5EF4-FFF2-40B4-BE49-F238E27FC236}">
                <a16:creationId xmlns:a16="http://schemas.microsoft.com/office/drawing/2014/main" id="{3AB3EE0B-C481-40E5-BE7D-82C043D88109}"/>
              </a:ext>
            </a:extLst>
          </p:cNvPr>
          <p:cNvPicPr>
            <a:picLocks noChangeAspect="1"/>
          </p:cNvPicPr>
          <p:nvPr/>
        </p:nvPicPr>
        <p:blipFill>
          <a:blip r:embed="rId6"/>
          <a:stretch>
            <a:fillRect/>
          </a:stretch>
        </p:blipFill>
        <p:spPr>
          <a:xfrm>
            <a:off x="9552384" y="4326240"/>
            <a:ext cx="2503170" cy="182880"/>
          </a:xfrm>
          <a:prstGeom prst="rect">
            <a:avLst/>
          </a:prstGeom>
        </p:spPr>
      </p:pic>
      <p:pic>
        <p:nvPicPr>
          <p:cNvPr id="2" name="Picture 1">
            <a:extLst>
              <a:ext uri="{FF2B5EF4-FFF2-40B4-BE49-F238E27FC236}">
                <a16:creationId xmlns:a16="http://schemas.microsoft.com/office/drawing/2014/main" id="{AF101E33-A3A5-0BD5-F16F-B98E880CB20E}"/>
              </a:ext>
            </a:extLst>
          </p:cNvPr>
          <p:cNvPicPr>
            <a:picLocks noChangeAspect="1"/>
          </p:cNvPicPr>
          <p:nvPr/>
        </p:nvPicPr>
        <p:blipFill>
          <a:blip r:embed="rId7"/>
          <a:stretch>
            <a:fillRect/>
          </a:stretch>
        </p:blipFill>
        <p:spPr>
          <a:xfrm>
            <a:off x="429116" y="4220816"/>
            <a:ext cx="4349264" cy="576607"/>
          </a:xfrm>
          <a:prstGeom prst="rect">
            <a:avLst/>
          </a:prstGeom>
        </p:spPr>
      </p:pic>
    </p:spTree>
    <p:extLst>
      <p:ext uri="{BB962C8B-B14F-4D97-AF65-F5344CB8AC3E}">
        <p14:creationId xmlns:p14="http://schemas.microsoft.com/office/powerpoint/2010/main" val="1879975691"/>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E751FAD-1EDC-4116-9969-658A8E998913}"/>
              </a:ext>
            </a:extLst>
          </p:cNvPr>
          <p:cNvSpPr>
            <a:spLocks noGrp="1"/>
          </p:cNvSpPr>
          <p:nvPr>
            <p:ph type="body" sz="quarter" idx="12"/>
          </p:nvPr>
        </p:nvSpPr>
        <p:spPr>
          <a:xfrm>
            <a:off x="119063" y="115888"/>
            <a:ext cx="10153650" cy="720725"/>
          </a:xfrm>
        </p:spPr>
        <p:txBody>
          <a:bodyPr>
            <a:normAutofit/>
          </a:bodyPr>
          <a:lstStyle/>
          <a:p>
            <a:r>
              <a:rPr lang="en-US" sz="3200" dirty="0"/>
              <a:t>Exercice 1 (2/2)</a:t>
            </a:r>
          </a:p>
        </p:txBody>
      </p:sp>
      <p:sp>
        <p:nvSpPr>
          <p:cNvPr id="7" name="TextBox 6">
            <a:extLst>
              <a:ext uri="{FF2B5EF4-FFF2-40B4-BE49-F238E27FC236}">
                <a16:creationId xmlns:a16="http://schemas.microsoft.com/office/drawing/2014/main" id="{544014C6-D3EC-4FC6-8744-948938F1AD2A}"/>
              </a:ext>
            </a:extLst>
          </p:cNvPr>
          <p:cNvSpPr txBox="1"/>
          <p:nvPr/>
        </p:nvSpPr>
        <p:spPr>
          <a:xfrm>
            <a:off x="119063" y="690824"/>
            <a:ext cx="5723739" cy="3746287"/>
          </a:xfrm>
          <a:prstGeom prst="rect">
            <a:avLst/>
          </a:prstGeom>
          <a:noFill/>
        </p:spPr>
        <p:txBody>
          <a:bodyPr wrap="square" rtlCol="0">
            <a:noAutofit/>
          </a:bodyPr>
          <a:lstStyle/>
          <a:p>
            <a:endParaRPr lang="fr-FR" sz="1400" dirty="0">
              <a:solidFill>
                <a:srgbClr val="03234B"/>
              </a:solidFill>
            </a:endParaRPr>
          </a:p>
          <a:p>
            <a:r>
              <a:rPr lang="fr-FR" sz="1400" b="1" u="sng" dirty="0">
                <a:solidFill>
                  <a:srgbClr val="03234B"/>
                </a:solidFill>
              </a:rPr>
              <a:t>Dans le fichier d’interruption </a:t>
            </a:r>
            <a:r>
              <a:rPr lang="fr-FR" sz="1400" b="1" u="sng" dirty="0" err="1">
                <a:solidFill>
                  <a:srgbClr val="03234B"/>
                </a:solidFill>
              </a:rPr>
              <a:t>it.c</a:t>
            </a:r>
            <a:r>
              <a:rPr lang="fr-FR" sz="1400" b="1" u="sng" dirty="0">
                <a:solidFill>
                  <a:srgbClr val="03234B"/>
                </a:solidFill>
              </a:rPr>
              <a:t>:</a:t>
            </a:r>
          </a:p>
          <a:p>
            <a:pPr marL="171450" indent="-171450">
              <a:buFont typeface="Wingdings" panose="05000000000000000000" pitchFamily="2" charset="2"/>
              <a:buChar char="q"/>
            </a:pPr>
            <a:r>
              <a:rPr lang="fr-FR" sz="1400" dirty="0">
                <a:solidFill>
                  <a:srgbClr val="03234B"/>
                </a:solidFill>
              </a:rPr>
              <a:t>Appeler la fonction TIM3_IRQ() depuis la fonction d’interruption du Timer 3</a:t>
            </a:r>
            <a:br>
              <a:rPr lang="fr-FR" sz="1400" dirty="0">
                <a:solidFill>
                  <a:srgbClr val="03234B"/>
                </a:solidFill>
              </a:rPr>
            </a:br>
            <a:endParaRPr lang="fr-FR" sz="1400" dirty="0">
              <a:solidFill>
                <a:srgbClr val="03234B"/>
              </a:solidFill>
            </a:endParaRPr>
          </a:p>
          <a:p>
            <a:pPr marL="171450" indent="-171450">
              <a:buFont typeface="Wingdings" panose="05000000000000000000" pitchFamily="2" charset="2"/>
              <a:buChar char="q"/>
            </a:pPr>
            <a:r>
              <a:rPr lang="fr-FR" sz="1400" dirty="0">
                <a:solidFill>
                  <a:srgbClr val="03234B"/>
                </a:solidFill>
              </a:rPr>
              <a:t>Comme dans le TP IRQ précédent, l'appui sur le Bouton 2 doit générer une interruption</a:t>
            </a:r>
            <a:br>
              <a:rPr lang="fr-FR" sz="1400" dirty="0">
                <a:solidFill>
                  <a:srgbClr val="03234B"/>
                </a:solidFill>
              </a:rPr>
            </a:br>
            <a:endParaRPr lang="fr-FR" sz="1400" dirty="0">
              <a:solidFill>
                <a:srgbClr val="03234B"/>
              </a:solidFill>
            </a:endParaRPr>
          </a:p>
          <a:p>
            <a:pPr marL="171450" indent="-171450">
              <a:buFont typeface="Wingdings" panose="05000000000000000000" pitchFamily="2" charset="2"/>
              <a:buChar char="q"/>
            </a:pPr>
            <a:r>
              <a:rPr lang="fr-FR" sz="1400" dirty="0">
                <a:solidFill>
                  <a:srgbClr val="03234B"/>
                </a:solidFill>
              </a:rPr>
              <a:t>Ensuite, il faut appeler la fonction callback et qu’elle reçoit le bouton appuyé</a:t>
            </a:r>
            <a:br>
              <a:rPr lang="fr-FR" sz="1400" dirty="0">
                <a:solidFill>
                  <a:srgbClr val="03234B"/>
                </a:solidFill>
              </a:rPr>
            </a:br>
            <a:endParaRPr lang="fr-FR" sz="1400" dirty="0">
              <a:solidFill>
                <a:srgbClr val="03234B"/>
              </a:solidFill>
            </a:endParaRPr>
          </a:p>
          <a:p>
            <a:pPr marL="171450" indent="-171450">
              <a:buFont typeface="Wingdings" panose="05000000000000000000" pitchFamily="2" charset="2"/>
              <a:buChar char="q"/>
            </a:pPr>
            <a:r>
              <a:rPr lang="fr-FR" sz="1400" dirty="0">
                <a:solidFill>
                  <a:srgbClr val="03234B"/>
                </a:solidFill>
              </a:rPr>
              <a:t>Dans la fonction callback, il faut appeler la fonction </a:t>
            </a:r>
            <a:r>
              <a:rPr lang="fr-FR" sz="1400" b="1" dirty="0">
                <a:solidFill>
                  <a:srgbClr val="03234B"/>
                </a:solidFill>
              </a:rPr>
              <a:t>motor</a:t>
            </a:r>
            <a:r>
              <a:rPr lang="fr-FR" sz="1400" dirty="0">
                <a:solidFill>
                  <a:srgbClr val="03234B"/>
                </a:solidFill>
              </a:rPr>
              <a:t> et lui envoyé 1 ou 0 pour démarrer ou éteindre le moteur.</a:t>
            </a:r>
            <a:br>
              <a:rPr lang="fr-FR" sz="1400" dirty="0">
                <a:solidFill>
                  <a:srgbClr val="03234B"/>
                </a:solidFill>
              </a:rPr>
            </a:br>
            <a:endParaRPr lang="fr-FR" sz="1400" dirty="0">
              <a:solidFill>
                <a:srgbClr val="03234B"/>
              </a:solidFill>
            </a:endParaRPr>
          </a:p>
          <a:p>
            <a:pPr marL="171450" indent="-171450">
              <a:buFont typeface="Wingdings" panose="05000000000000000000" pitchFamily="2" charset="2"/>
              <a:buChar char="q"/>
            </a:pPr>
            <a:r>
              <a:rPr lang="fr-FR" sz="1400" dirty="0">
                <a:solidFill>
                  <a:srgbClr val="03234B"/>
                </a:solidFill>
              </a:rPr>
              <a:t>Le fonctionnement du Bouton 2 sera le suivant: </a:t>
            </a:r>
          </a:p>
          <a:p>
            <a:pPr marL="628650" lvl="1" indent="-171450">
              <a:buFont typeface="Wingdings" panose="05000000000000000000" pitchFamily="2" charset="2"/>
              <a:buChar char="q"/>
            </a:pPr>
            <a:r>
              <a:rPr lang="fr-FR" sz="1400" dirty="0">
                <a:solidFill>
                  <a:srgbClr val="03234B"/>
                </a:solidFill>
              </a:rPr>
              <a:t>J’appuie une fois, je démarre le moteur</a:t>
            </a:r>
          </a:p>
          <a:p>
            <a:pPr marL="628650" lvl="1" indent="-171450">
              <a:buFont typeface="Wingdings" panose="05000000000000000000" pitchFamily="2" charset="2"/>
              <a:buChar char="q"/>
            </a:pPr>
            <a:r>
              <a:rPr lang="fr-FR" sz="1400" dirty="0">
                <a:solidFill>
                  <a:srgbClr val="03234B"/>
                </a:solidFill>
              </a:rPr>
              <a:t>J’appuie une deuxième fois, j’arrête le moteur.</a:t>
            </a:r>
          </a:p>
          <a:p>
            <a:endParaRPr lang="en-US" sz="1200" dirty="0"/>
          </a:p>
        </p:txBody>
      </p:sp>
      <p:sp>
        <p:nvSpPr>
          <p:cNvPr id="11" name="TextBox 10">
            <a:extLst>
              <a:ext uri="{FF2B5EF4-FFF2-40B4-BE49-F238E27FC236}">
                <a16:creationId xmlns:a16="http://schemas.microsoft.com/office/drawing/2014/main" id="{46407476-EA23-433A-9692-92B2520FDBE4}"/>
              </a:ext>
            </a:extLst>
          </p:cNvPr>
          <p:cNvSpPr txBox="1"/>
          <p:nvPr/>
        </p:nvSpPr>
        <p:spPr>
          <a:xfrm>
            <a:off x="6122163" y="836613"/>
            <a:ext cx="6101548" cy="5328691"/>
          </a:xfrm>
          <a:prstGeom prst="rect">
            <a:avLst/>
          </a:prstGeom>
          <a:noFill/>
        </p:spPr>
        <p:txBody>
          <a:bodyPr wrap="square" rtlCol="0">
            <a:noAutofit/>
          </a:bodyPr>
          <a:lstStyle/>
          <a:p>
            <a:r>
              <a:rPr lang="fr-FR" sz="1400" b="1" u="sng" dirty="0">
                <a:solidFill>
                  <a:srgbClr val="03234B"/>
                </a:solidFill>
              </a:rPr>
              <a:t>Void motor(int </a:t>
            </a:r>
            <a:r>
              <a:rPr lang="fr-FR" sz="1400" b="1" u="sng" dirty="0" err="1">
                <a:solidFill>
                  <a:srgbClr val="03234B"/>
                </a:solidFill>
              </a:rPr>
              <a:t>motorstate</a:t>
            </a:r>
            <a:r>
              <a:rPr lang="fr-FR" sz="1400" b="1" u="sng" dirty="0">
                <a:solidFill>
                  <a:srgbClr val="03234B"/>
                </a:solidFill>
              </a:rPr>
              <a:t>) Ci-dessous, l’algorithme de la fonction</a:t>
            </a:r>
          </a:p>
          <a:p>
            <a:pPr marL="285750" indent="-285750">
              <a:buFont typeface="Wingdings" panose="05000000000000000000" pitchFamily="2" charset="2"/>
              <a:buChar char="q"/>
            </a:pPr>
            <a:r>
              <a:rPr lang="fr-FR" sz="1400" dirty="0">
                <a:solidFill>
                  <a:srgbClr val="03234B"/>
                </a:solidFill>
              </a:rPr>
              <a:t>Reçoit 1 ou 0</a:t>
            </a:r>
            <a:br>
              <a:rPr lang="fr-FR" sz="1400" dirty="0">
                <a:solidFill>
                  <a:srgbClr val="03234B"/>
                </a:solidFill>
              </a:rPr>
            </a:br>
            <a:endParaRPr lang="fr-FR" sz="1400" dirty="0">
              <a:solidFill>
                <a:srgbClr val="03234B"/>
              </a:solidFill>
            </a:endParaRPr>
          </a:p>
          <a:p>
            <a:pPr marL="285750" indent="-285750">
              <a:buFont typeface="Wingdings" panose="05000000000000000000" pitchFamily="2" charset="2"/>
              <a:buChar char="q"/>
            </a:pPr>
            <a:r>
              <a:rPr lang="fr-FR" sz="1400" dirty="0">
                <a:solidFill>
                  <a:srgbClr val="03234B"/>
                </a:solidFill>
              </a:rPr>
              <a:t>Si motorState = 1</a:t>
            </a:r>
          </a:p>
          <a:p>
            <a:pPr marL="742950" lvl="1" indent="-285750">
              <a:buFont typeface="Wingdings" panose="05000000000000000000" pitchFamily="2" charset="2"/>
              <a:buChar char="q"/>
            </a:pPr>
            <a:r>
              <a:rPr lang="fr-FR" sz="1400" dirty="0">
                <a:solidFill>
                  <a:srgbClr val="03234B"/>
                </a:solidFill>
                <a:sym typeface="Wingdings" panose="05000000000000000000" pitchFamily="2" charset="2"/>
              </a:rPr>
              <a:t> Fonction HAL qui </a:t>
            </a:r>
            <a:r>
              <a:rPr lang="fr-FR" sz="1400" b="1" dirty="0">
                <a:solidFill>
                  <a:srgbClr val="03234B"/>
                </a:solidFill>
                <a:sym typeface="Wingdings" panose="05000000000000000000" pitchFamily="2" charset="2"/>
              </a:rPr>
              <a:t>Start</a:t>
            </a:r>
            <a:r>
              <a:rPr lang="fr-FR" sz="1400" dirty="0">
                <a:solidFill>
                  <a:srgbClr val="03234B"/>
                </a:solidFill>
                <a:sym typeface="Wingdings" panose="05000000000000000000" pitchFamily="2" charset="2"/>
              </a:rPr>
              <a:t> le PWM sur le channel 1 (HAL_TIM_PWM_xxx(XXX,XXX))</a:t>
            </a:r>
          </a:p>
          <a:p>
            <a:pPr marL="742950" lvl="1" indent="-285750">
              <a:buFont typeface="Wingdings" panose="05000000000000000000" pitchFamily="2" charset="2"/>
              <a:buChar char="q"/>
            </a:pPr>
            <a:r>
              <a:rPr lang="fr-FR" sz="1400" dirty="0">
                <a:solidFill>
                  <a:srgbClr val="03234B"/>
                </a:solidFill>
                <a:sym typeface="Wingdings" panose="05000000000000000000" pitchFamily="2" charset="2"/>
              </a:rPr>
              <a:t>LED0 = ON (Faire </a:t>
            </a:r>
            <a:r>
              <a:rPr lang="fr-FR" sz="1400" dirty="0" err="1">
                <a:solidFill>
                  <a:srgbClr val="03234B"/>
                </a:solidFill>
                <a:sym typeface="Wingdings" panose="05000000000000000000" pitchFamily="2" charset="2"/>
              </a:rPr>
              <a:t>HAL_GPIO_TogglePin</a:t>
            </a:r>
            <a:r>
              <a:rPr lang="fr-FR" sz="1400" dirty="0">
                <a:solidFill>
                  <a:srgbClr val="03234B"/>
                </a:solidFill>
                <a:sym typeface="Wingdings" panose="05000000000000000000" pitchFamily="2" charset="2"/>
              </a:rPr>
              <a:t>() )</a:t>
            </a:r>
          </a:p>
          <a:p>
            <a:pPr marL="742950" lvl="1" indent="-285750">
              <a:buFont typeface="Wingdings" panose="05000000000000000000" pitchFamily="2" charset="2"/>
              <a:buChar char="q"/>
            </a:pPr>
            <a:r>
              <a:rPr lang="fr-FR" sz="1400" dirty="0">
                <a:solidFill>
                  <a:srgbClr val="03234B"/>
                </a:solidFill>
                <a:sym typeface="Wingdings" panose="05000000000000000000" pitchFamily="2" charset="2"/>
              </a:rPr>
              <a:t>Afficher un message « Motor activated, LED ON »</a:t>
            </a:r>
            <a:br>
              <a:rPr lang="fr-FR" sz="1400" dirty="0">
                <a:solidFill>
                  <a:srgbClr val="03234B"/>
                </a:solidFill>
                <a:sym typeface="Wingdings" panose="05000000000000000000" pitchFamily="2" charset="2"/>
              </a:rPr>
            </a:br>
            <a:endParaRPr lang="fr-FR" sz="1400" dirty="0">
              <a:solidFill>
                <a:srgbClr val="03234B"/>
              </a:solidFill>
              <a:sym typeface="Wingdings" panose="05000000000000000000" pitchFamily="2" charset="2"/>
            </a:endParaRPr>
          </a:p>
          <a:p>
            <a:pPr marL="285750" indent="-285750">
              <a:buFont typeface="Wingdings" panose="05000000000000000000" pitchFamily="2" charset="2"/>
              <a:buChar char="q"/>
            </a:pPr>
            <a:r>
              <a:rPr lang="fr-FR" sz="1400" dirty="0">
                <a:solidFill>
                  <a:srgbClr val="03234B"/>
                </a:solidFill>
                <a:sym typeface="Wingdings" panose="05000000000000000000" pitchFamily="2" charset="2"/>
              </a:rPr>
              <a:t>Si motorState = 0</a:t>
            </a:r>
          </a:p>
          <a:p>
            <a:pPr marL="742950" lvl="1" indent="-285750">
              <a:buFont typeface="Wingdings" panose="05000000000000000000" pitchFamily="2" charset="2"/>
              <a:buChar char="q"/>
            </a:pPr>
            <a:r>
              <a:rPr lang="fr-FR" sz="1400" dirty="0">
                <a:solidFill>
                  <a:srgbClr val="03234B"/>
                </a:solidFill>
                <a:sym typeface="Wingdings" panose="05000000000000000000" pitchFamily="2" charset="2"/>
              </a:rPr>
              <a:t> Fonction HAL qui </a:t>
            </a:r>
            <a:r>
              <a:rPr lang="fr-FR" sz="1400" b="1" dirty="0">
                <a:solidFill>
                  <a:srgbClr val="03234B"/>
                </a:solidFill>
                <a:sym typeface="Wingdings" panose="05000000000000000000" pitchFamily="2" charset="2"/>
              </a:rPr>
              <a:t>Stop</a:t>
            </a:r>
            <a:r>
              <a:rPr lang="fr-FR" sz="1400" dirty="0">
                <a:solidFill>
                  <a:srgbClr val="03234B"/>
                </a:solidFill>
                <a:sym typeface="Wingdings" panose="05000000000000000000" pitchFamily="2" charset="2"/>
              </a:rPr>
              <a:t> le PWM sur le channel 1</a:t>
            </a:r>
          </a:p>
          <a:p>
            <a:pPr marL="742950" lvl="1" indent="-285750">
              <a:buFont typeface="Wingdings" panose="05000000000000000000" pitchFamily="2" charset="2"/>
              <a:buChar char="q"/>
            </a:pPr>
            <a:r>
              <a:rPr lang="fr-FR" sz="1400" dirty="0">
                <a:solidFill>
                  <a:srgbClr val="03234B"/>
                </a:solidFill>
                <a:sym typeface="Wingdings" panose="05000000000000000000" pitchFamily="2" charset="2"/>
              </a:rPr>
              <a:t>LED0 = OFF (Faire </a:t>
            </a:r>
            <a:r>
              <a:rPr lang="fr-FR" sz="1400" dirty="0" err="1">
                <a:solidFill>
                  <a:srgbClr val="03234B"/>
                </a:solidFill>
                <a:sym typeface="Wingdings" panose="05000000000000000000" pitchFamily="2" charset="2"/>
              </a:rPr>
              <a:t>HAL_GPIO_TogglePin</a:t>
            </a:r>
            <a:r>
              <a:rPr lang="fr-FR" sz="1400" dirty="0">
                <a:solidFill>
                  <a:srgbClr val="03234B"/>
                </a:solidFill>
                <a:sym typeface="Wingdings" panose="05000000000000000000" pitchFamily="2" charset="2"/>
              </a:rPr>
              <a:t>() )</a:t>
            </a:r>
          </a:p>
          <a:p>
            <a:pPr marL="742950" lvl="1" indent="-285750">
              <a:buFont typeface="Wingdings" panose="05000000000000000000" pitchFamily="2" charset="2"/>
              <a:buChar char="q"/>
            </a:pPr>
            <a:r>
              <a:rPr lang="fr-FR" sz="1400" dirty="0">
                <a:solidFill>
                  <a:srgbClr val="03234B"/>
                </a:solidFill>
                <a:sym typeface="Wingdings" panose="05000000000000000000" pitchFamily="2" charset="2"/>
              </a:rPr>
              <a:t>Afficher un message « Motor disabled, LED OFF »</a:t>
            </a:r>
          </a:p>
          <a:p>
            <a:pPr marL="285750" indent="-285750">
              <a:buFont typeface="Wingdings" panose="05000000000000000000" pitchFamily="2" charset="2"/>
              <a:buChar char="q"/>
            </a:pPr>
            <a:endParaRPr lang="fr-FR" sz="1400" dirty="0">
              <a:solidFill>
                <a:srgbClr val="03234B"/>
              </a:solidFill>
              <a:sym typeface="Wingdings" panose="05000000000000000000" pitchFamily="2" charset="2"/>
            </a:endParaRPr>
          </a:p>
          <a:p>
            <a:pPr marL="285750" indent="-285750">
              <a:buFont typeface="Wingdings" panose="05000000000000000000" pitchFamily="2" charset="2"/>
              <a:buChar char="q"/>
            </a:pPr>
            <a:r>
              <a:rPr lang="fr-FR" sz="1400" dirty="0">
                <a:solidFill>
                  <a:srgbClr val="03234B"/>
                </a:solidFill>
              </a:rPr>
              <a:t>Void TIM3_IRQ() </a:t>
            </a:r>
            <a:r>
              <a:rPr lang="fr-FR" sz="1400" b="1" u="sng" dirty="0">
                <a:solidFill>
                  <a:srgbClr val="03234B"/>
                </a:solidFill>
              </a:rPr>
              <a:t>Ci-dessous, l’algorithme de la fonction</a:t>
            </a:r>
            <a:br>
              <a:rPr lang="fr-FR" sz="1400" b="1" u="sng" dirty="0">
                <a:solidFill>
                  <a:srgbClr val="03234B"/>
                </a:solidFill>
              </a:rPr>
            </a:br>
            <a:endParaRPr lang="fr-FR" sz="1400" b="1" u="sng" dirty="0">
              <a:solidFill>
                <a:srgbClr val="03234B"/>
              </a:solidFill>
            </a:endParaRPr>
          </a:p>
          <a:p>
            <a:pPr marL="285750" indent="-285750">
              <a:buFont typeface="Wingdings" panose="05000000000000000000" pitchFamily="2" charset="2"/>
              <a:buChar char="q"/>
            </a:pPr>
            <a:r>
              <a:rPr lang="fr-FR" sz="1400" dirty="0">
                <a:solidFill>
                  <a:srgbClr val="03234B"/>
                </a:solidFill>
              </a:rPr>
              <a:t>Faire Toggle LED 1</a:t>
            </a:r>
            <a:br>
              <a:rPr lang="fr-FR" sz="1400" dirty="0">
                <a:solidFill>
                  <a:srgbClr val="03234B"/>
                </a:solidFill>
              </a:rPr>
            </a:br>
            <a:endParaRPr lang="fr-FR" sz="1400" dirty="0">
              <a:solidFill>
                <a:srgbClr val="03234B"/>
              </a:solidFill>
            </a:endParaRPr>
          </a:p>
          <a:p>
            <a:pPr marL="285750" indent="-285750">
              <a:buFont typeface="Wingdings" panose="05000000000000000000" pitchFamily="2" charset="2"/>
              <a:buChar char="q"/>
            </a:pPr>
            <a:r>
              <a:rPr lang="fr-FR" sz="1400" dirty="0">
                <a:solidFill>
                  <a:srgbClr val="03234B"/>
                </a:solidFill>
              </a:rPr>
              <a:t>Faire varier l’état de la variable flag_tim3 en fonction de son état précédent</a:t>
            </a:r>
          </a:p>
          <a:p>
            <a:pPr marL="742950" lvl="1" indent="-285750">
              <a:buFont typeface="Wingdings" panose="05000000000000000000" pitchFamily="2" charset="2"/>
              <a:buChar char="q"/>
            </a:pPr>
            <a:r>
              <a:rPr lang="fr-FR" sz="1400" dirty="0">
                <a:solidFill>
                  <a:srgbClr val="03234B"/>
                </a:solidFill>
              </a:rPr>
              <a:t>0-&gt;1</a:t>
            </a:r>
          </a:p>
          <a:p>
            <a:pPr marL="742950" lvl="1" indent="-285750">
              <a:buFont typeface="Wingdings" panose="05000000000000000000" pitchFamily="2" charset="2"/>
              <a:buChar char="q"/>
            </a:pPr>
            <a:r>
              <a:rPr lang="fr-FR" sz="1400" dirty="0">
                <a:solidFill>
                  <a:srgbClr val="03234B"/>
                </a:solidFill>
              </a:rPr>
              <a:t>1-&gt;0</a:t>
            </a:r>
          </a:p>
          <a:p>
            <a:endParaRPr lang="fr-FR" sz="1400" dirty="0"/>
          </a:p>
        </p:txBody>
      </p:sp>
    </p:spTree>
    <p:extLst>
      <p:ext uri="{BB962C8B-B14F-4D97-AF65-F5344CB8AC3E}">
        <p14:creationId xmlns:p14="http://schemas.microsoft.com/office/powerpoint/2010/main" val="2492547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E751FAD-1EDC-4116-9969-658A8E998913}"/>
              </a:ext>
            </a:extLst>
          </p:cNvPr>
          <p:cNvSpPr>
            <a:spLocks noGrp="1"/>
          </p:cNvSpPr>
          <p:nvPr>
            <p:ph type="body" sz="quarter" idx="12"/>
          </p:nvPr>
        </p:nvSpPr>
        <p:spPr>
          <a:xfrm>
            <a:off x="119063" y="115888"/>
            <a:ext cx="10153650" cy="720725"/>
          </a:xfrm>
        </p:spPr>
        <p:txBody>
          <a:bodyPr>
            <a:normAutofit/>
          </a:bodyPr>
          <a:lstStyle/>
          <a:p>
            <a:r>
              <a:rPr lang="fr-FR" sz="3200" dirty="0"/>
              <a:t>Exercice 1 Résultat</a:t>
            </a:r>
          </a:p>
        </p:txBody>
      </p:sp>
      <p:pic>
        <p:nvPicPr>
          <p:cNvPr id="6" name="Picture 5">
            <a:extLst>
              <a:ext uri="{FF2B5EF4-FFF2-40B4-BE49-F238E27FC236}">
                <a16:creationId xmlns:a16="http://schemas.microsoft.com/office/drawing/2014/main" id="{01742AED-9E66-496C-82E5-A9F539C2169F}"/>
              </a:ext>
            </a:extLst>
          </p:cNvPr>
          <p:cNvPicPr>
            <a:picLocks noChangeAspect="1"/>
          </p:cNvPicPr>
          <p:nvPr/>
        </p:nvPicPr>
        <p:blipFill>
          <a:blip r:embed="rId4"/>
          <a:stretch>
            <a:fillRect/>
          </a:stretch>
        </p:blipFill>
        <p:spPr>
          <a:xfrm>
            <a:off x="0" y="2062730"/>
            <a:ext cx="12192002" cy="2732540"/>
          </a:xfrm>
          <a:prstGeom prst="rect">
            <a:avLst/>
          </a:prstGeom>
        </p:spPr>
      </p:pic>
    </p:spTree>
    <p:extLst>
      <p:ext uri="{BB962C8B-B14F-4D97-AF65-F5344CB8AC3E}">
        <p14:creationId xmlns:p14="http://schemas.microsoft.com/office/powerpoint/2010/main" val="3812012348"/>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E751FAD-1EDC-4116-9969-658A8E998913}"/>
              </a:ext>
            </a:extLst>
          </p:cNvPr>
          <p:cNvSpPr>
            <a:spLocks noGrp="1"/>
          </p:cNvSpPr>
          <p:nvPr>
            <p:ph type="body" sz="quarter" idx="12"/>
          </p:nvPr>
        </p:nvSpPr>
        <p:spPr>
          <a:xfrm>
            <a:off x="119063" y="115888"/>
            <a:ext cx="10153650" cy="720725"/>
          </a:xfrm>
        </p:spPr>
        <p:txBody>
          <a:bodyPr>
            <a:normAutofit/>
          </a:bodyPr>
          <a:lstStyle/>
          <a:p>
            <a:r>
              <a:rPr lang="en-US" sz="3200" dirty="0"/>
              <a:t>Exercice 2 (1/2)</a:t>
            </a:r>
          </a:p>
        </p:txBody>
      </p:sp>
      <p:sp>
        <p:nvSpPr>
          <p:cNvPr id="6" name="TextBox 5">
            <a:extLst>
              <a:ext uri="{FF2B5EF4-FFF2-40B4-BE49-F238E27FC236}">
                <a16:creationId xmlns:a16="http://schemas.microsoft.com/office/drawing/2014/main" id="{28AE527F-EC28-41E7-A6D1-D3CBCCBDAED6}"/>
              </a:ext>
            </a:extLst>
          </p:cNvPr>
          <p:cNvSpPr txBox="1"/>
          <p:nvPr/>
        </p:nvSpPr>
        <p:spPr>
          <a:xfrm>
            <a:off x="124611" y="1825767"/>
            <a:ext cx="7195525" cy="3206466"/>
          </a:xfrm>
          <a:prstGeom prst="rect">
            <a:avLst/>
          </a:prstGeom>
          <a:noFill/>
        </p:spPr>
        <p:txBody>
          <a:bodyPr wrap="square" rtlCol="0">
            <a:noAutofit/>
          </a:bodyPr>
          <a:lstStyle/>
          <a:p>
            <a:r>
              <a:rPr lang="fr-FR" sz="1400" b="1" u="sng" dirty="0">
                <a:solidFill>
                  <a:srgbClr val="03234B"/>
                </a:solidFill>
              </a:rPr>
              <a:t>Dans le fichier d’interruption:</a:t>
            </a:r>
          </a:p>
          <a:p>
            <a:pPr marL="171450" indent="-171450">
              <a:buFont typeface="Wingdings" panose="05000000000000000000" pitchFamily="2" charset="2"/>
              <a:buChar char="q"/>
            </a:pPr>
            <a:r>
              <a:rPr lang="fr-FR" sz="1400" dirty="0">
                <a:solidFill>
                  <a:srgbClr val="03234B"/>
                </a:solidFill>
              </a:rPr>
              <a:t>Déclarer une variable int flag_ccr1</a:t>
            </a:r>
          </a:p>
          <a:p>
            <a:pPr marL="171450" indent="-171450">
              <a:buFont typeface="Wingdings" panose="05000000000000000000" pitchFamily="2" charset="2"/>
              <a:buChar char="q"/>
            </a:pPr>
            <a:r>
              <a:rPr lang="fr-FR" sz="1400" dirty="0">
                <a:solidFill>
                  <a:srgbClr val="03234B"/>
                </a:solidFill>
              </a:rPr>
              <a:t>Gérer les appuis sur les Boutons 3 et 4 pour diminuer/augmenter de 125 le duty cycle.</a:t>
            </a:r>
          </a:p>
          <a:p>
            <a:pPr marL="171450" indent="-171450">
              <a:buFont typeface="Wingdings" panose="05000000000000000000" pitchFamily="2" charset="2"/>
              <a:buChar char="q"/>
            </a:pPr>
            <a:r>
              <a:rPr lang="fr-FR" sz="1400" dirty="0">
                <a:solidFill>
                  <a:srgbClr val="03234B"/>
                </a:solidFill>
              </a:rPr>
              <a:t>Pour cela, il faut modifier la valeur du registre CCR1 du Timer3.</a:t>
            </a:r>
          </a:p>
          <a:p>
            <a:pPr marL="171450" indent="-171450">
              <a:buFont typeface="Wingdings" panose="05000000000000000000" pitchFamily="2" charset="2"/>
              <a:buChar char="q"/>
            </a:pPr>
            <a:r>
              <a:rPr lang="fr-FR" sz="1400" dirty="0">
                <a:solidFill>
                  <a:srgbClr val="03234B"/>
                </a:solidFill>
              </a:rPr>
              <a:t>Pour modifier le registre CCR1 du Timer3, il faut passer par un pointeur</a:t>
            </a:r>
          </a:p>
          <a:p>
            <a:pPr marL="171450" indent="-171450">
              <a:buFont typeface="Wingdings" panose="05000000000000000000" pitchFamily="2" charset="2"/>
              <a:buChar char="q"/>
            </a:pPr>
            <a:r>
              <a:rPr lang="fr-FR" sz="1400" dirty="0">
                <a:solidFill>
                  <a:srgbClr val="03234B"/>
                </a:solidFill>
              </a:rPr>
              <a:t>La syntaxe pour modifier le registre CCR1 du Timer 3 est la suivante: </a:t>
            </a:r>
            <a:r>
              <a:rPr lang="fr-FR" sz="1400" b="1" dirty="0">
                <a:solidFill>
                  <a:srgbClr val="03234B"/>
                </a:solidFill>
              </a:rPr>
              <a:t>TIM3-&gt;CCR1</a:t>
            </a:r>
          </a:p>
          <a:p>
            <a:pPr marL="171450" indent="-171450">
              <a:buFont typeface="Wingdings" panose="05000000000000000000" pitchFamily="2" charset="2"/>
              <a:buChar char="q"/>
            </a:pPr>
            <a:endParaRPr lang="fr-FR" sz="1400" b="1" dirty="0">
              <a:solidFill>
                <a:srgbClr val="03234B"/>
              </a:solidFill>
            </a:endParaRPr>
          </a:p>
          <a:p>
            <a:pPr marL="171450" indent="-171450">
              <a:buFont typeface="Wingdings" panose="05000000000000000000" pitchFamily="2" charset="2"/>
              <a:buChar char="q"/>
            </a:pPr>
            <a:r>
              <a:rPr lang="fr-FR" sz="1400" b="1" dirty="0">
                <a:solidFill>
                  <a:srgbClr val="03234B"/>
                </a:solidFill>
              </a:rPr>
              <a:t>Dans la configuration du PWM, nous avons mis 500 comme valeur de pulse. Cela veut dire que sur 1000 du ARR, le moteur sera ON la moitié du temps, et OFF l’autre moitié</a:t>
            </a:r>
            <a:br>
              <a:rPr lang="fr-FR" sz="1400" b="1" dirty="0">
                <a:solidFill>
                  <a:srgbClr val="03234B"/>
                </a:solidFill>
              </a:rPr>
            </a:br>
            <a:endParaRPr lang="fr-FR" sz="1400" b="1" dirty="0">
              <a:solidFill>
                <a:srgbClr val="03234B"/>
              </a:solidFill>
            </a:endParaRPr>
          </a:p>
          <a:p>
            <a:pPr marL="171450" indent="-171450">
              <a:buFont typeface="Wingdings" panose="05000000000000000000" pitchFamily="2" charset="2"/>
              <a:buChar char="q"/>
            </a:pPr>
            <a:r>
              <a:rPr lang="fr-FR" sz="1400" b="1" dirty="0">
                <a:solidFill>
                  <a:srgbClr val="03234B"/>
                </a:solidFill>
              </a:rPr>
              <a:t>Pour l’exercice, nous allons faire varier le duty cycle par pas de ± 125</a:t>
            </a:r>
            <a:br>
              <a:rPr lang="fr-FR" sz="1400" b="1" dirty="0">
                <a:solidFill>
                  <a:srgbClr val="03234B"/>
                </a:solidFill>
              </a:rPr>
            </a:br>
            <a:endParaRPr lang="fr-FR" sz="1400" b="1" dirty="0">
              <a:solidFill>
                <a:srgbClr val="03234B"/>
              </a:solidFill>
            </a:endParaRPr>
          </a:p>
          <a:p>
            <a:pPr marL="171450" indent="-171450">
              <a:buFont typeface="Wingdings" panose="05000000000000000000" pitchFamily="2" charset="2"/>
              <a:buChar char="q"/>
            </a:pPr>
            <a:r>
              <a:rPr lang="fr-FR" sz="1400" b="1" dirty="0">
                <a:solidFill>
                  <a:srgbClr val="03234B"/>
                </a:solidFill>
              </a:rPr>
              <a:t>Les valeurs possibles sont donc 125-250-375-500-625-750-875-1000</a:t>
            </a:r>
          </a:p>
          <a:p>
            <a:endParaRPr lang="fr-FR" sz="1400" b="1" u="sng" dirty="0">
              <a:solidFill>
                <a:srgbClr val="03234B"/>
              </a:solidFill>
            </a:endParaRPr>
          </a:p>
        </p:txBody>
      </p:sp>
      <p:pic>
        <p:nvPicPr>
          <p:cNvPr id="7" name="Picture 6">
            <a:extLst>
              <a:ext uri="{FF2B5EF4-FFF2-40B4-BE49-F238E27FC236}">
                <a16:creationId xmlns:a16="http://schemas.microsoft.com/office/drawing/2014/main" id="{2DB2373C-8404-4B20-BEA7-52A1365418B2}"/>
              </a:ext>
            </a:extLst>
          </p:cNvPr>
          <p:cNvPicPr>
            <a:picLocks noChangeAspect="1"/>
          </p:cNvPicPr>
          <p:nvPr/>
        </p:nvPicPr>
        <p:blipFill>
          <a:blip r:embed="rId4"/>
          <a:stretch>
            <a:fillRect/>
          </a:stretch>
        </p:blipFill>
        <p:spPr>
          <a:xfrm>
            <a:off x="8341552" y="1791392"/>
            <a:ext cx="3299064" cy="3275215"/>
          </a:xfrm>
          <a:prstGeom prst="rect">
            <a:avLst/>
          </a:prstGeom>
        </p:spPr>
      </p:pic>
    </p:spTree>
    <p:extLst>
      <p:ext uri="{BB962C8B-B14F-4D97-AF65-F5344CB8AC3E}">
        <p14:creationId xmlns:p14="http://schemas.microsoft.com/office/powerpoint/2010/main" val="1091311068"/>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E751FAD-1EDC-4116-9969-658A8E998913}"/>
              </a:ext>
            </a:extLst>
          </p:cNvPr>
          <p:cNvSpPr>
            <a:spLocks noGrp="1"/>
          </p:cNvSpPr>
          <p:nvPr>
            <p:ph type="body" sz="quarter" idx="12"/>
          </p:nvPr>
        </p:nvSpPr>
        <p:spPr>
          <a:xfrm>
            <a:off x="119063" y="115888"/>
            <a:ext cx="10153650" cy="720725"/>
          </a:xfrm>
        </p:spPr>
        <p:txBody>
          <a:bodyPr>
            <a:normAutofit/>
          </a:bodyPr>
          <a:lstStyle/>
          <a:p>
            <a:r>
              <a:rPr lang="en-US" sz="3200" dirty="0"/>
              <a:t>Exercice 2 (2/2)</a:t>
            </a:r>
          </a:p>
        </p:txBody>
      </p:sp>
      <p:sp>
        <p:nvSpPr>
          <p:cNvPr id="6" name="TextBox 5">
            <a:extLst>
              <a:ext uri="{FF2B5EF4-FFF2-40B4-BE49-F238E27FC236}">
                <a16:creationId xmlns:a16="http://schemas.microsoft.com/office/drawing/2014/main" id="{28AE527F-EC28-41E7-A6D1-D3CBCCBDAED6}"/>
              </a:ext>
            </a:extLst>
          </p:cNvPr>
          <p:cNvSpPr txBox="1"/>
          <p:nvPr/>
        </p:nvSpPr>
        <p:spPr>
          <a:xfrm>
            <a:off x="124611" y="904498"/>
            <a:ext cx="5723739" cy="5447645"/>
          </a:xfrm>
          <a:prstGeom prst="rect">
            <a:avLst/>
          </a:prstGeom>
          <a:noFill/>
        </p:spPr>
        <p:txBody>
          <a:bodyPr wrap="square" rtlCol="0">
            <a:noAutofit/>
          </a:bodyPr>
          <a:lstStyle/>
          <a:p>
            <a:endParaRPr lang="fr-FR" sz="1400" b="1" u="sng" dirty="0">
              <a:solidFill>
                <a:srgbClr val="03234B"/>
              </a:solidFill>
            </a:endParaRPr>
          </a:p>
          <a:p>
            <a:r>
              <a:rPr lang="fr-FR" sz="1400" b="1" u="sng" dirty="0">
                <a:solidFill>
                  <a:srgbClr val="03234B"/>
                </a:solidFill>
              </a:rPr>
              <a:t>Algorithmes des Boutons 3 et 4:</a:t>
            </a:r>
          </a:p>
          <a:p>
            <a:pPr marL="171450" indent="-171450">
              <a:buFont typeface="Wingdings" panose="05000000000000000000" pitchFamily="2" charset="2"/>
              <a:buChar char="q"/>
            </a:pPr>
            <a:r>
              <a:rPr lang="fr-FR" sz="1400" dirty="0">
                <a:solidFill>
                  <a:srgbClr val="03234B"/>
                </a:solidFill>
              </a:rPr>
              <a:t>Un appui sur le Bouton 3 (BP3_speedDown) diminuera le duty cycle de 125 si celui-ci est supérieur à 125. </a:t>
            </a:r>
            <a:r>
              <a:rPr lang="fr-FR" sz="1400" b="1" dirty="0">
                <a:solidFill>
                  <a:srgbClr val="03234B"/>
                </a:solidFill>
              </a:rPr>
              <a:t>Attention le moteur ne doit pas s’arrêter !</a:t>
            </a:r>
          </a:p>
          <a:p>
            <a:pPr marL="628650" lvl="1" indent="-171450">
              <a:buFont typeface="Wingdings" panose="05000000000000000000" pitchFamily="2" charset="2"/>
              <a:buChar char="q"/>
            </a:pPr>
            <a:r>
              <a:rPr lang="fr-FR" sz="1400" dirty="0">
                <a:solidFill>
                  <a:srgbClr val="03234B"/>
                </a:solidFill>
              </a:rPr>
              <a:t>Afficher un message « Motor speed = %lu »(%lu est la valeur de TIM3-&gt;CCR1)</a:t>
            </a:r>
          </a:p>
          <a:p>
            <a:pPr marL="628650" lvl="1" indent="-171450">
              <a:buFont typeface="Wingdings" panose="05000000000000000000" pitchFamily="2" charset="2"/>
              <a:buChar char="q"/>
            </a:pPr>
            <a:r>
              <a:rPr lang="fr-FR" sz="1400" dirty="0">
                <a:solidFill>
                  <a:srgbClr val="03234B"/>
                </a:solidFill>
              </a:rPr>
              <a:t>Si la vitesse est déjà à 125 et que l’on appui sur le bouton, on affiche le message « Motor speed already at min speed = %lu » (donc %lu=125)</a:t>
            </a:r>
          </a:p>
          <a:p>
            <a:pPr marL="628650" lvl="1" indent="-171450">
              <a:buFont typeface="Wingdings" panose="05000000000000000000" pitchFamily="2" charset="2"/>
              <a:buChar char="q"/>
            </a:pPr>
            <a:r>
              <a:rPr lang="fr-FR" sz="1400" dirty="0">
                <a:solidFill>
                  <a:srgbClr val="03234B"/>
                </a:solidFill>
              </a:rPr>
              <a:t>flag_ccr1 prends la valeur de TIM3-&gt;CCR1</a:t>
            </a:r>
          </a:p>
          <a:p>
            <a:pPr marL="628650" lvl="1" indent="-171450">
              <a:buFont typeface="Wingdings" panose="05000000000000000000" pitchFamily="2" charset="2"/>
              <a:buChar char="q"/>
            </a:pPr>
            <a:endParaRPr lang="fr-FR" sz="1400" dirty="0">
              <a:solidFill>
                <a:srgbClr val="03234B"/>
              </a:solidFill>
            </a:endParaRPr>
          </a:p>
          <a:p>
            <a:pPr marL="171450" indent="-171450">
              <a:buFont typeface="Wingdings" panose="05000000000000000000" pitchFamily="2" charset="2"/>
              <a:buChar char="q"/>
            </a:pPr>
            <a:r>
              <a:rPr lang="fr-FR" sz="1400" dirty="0">
                <a:solidFill>
                  <a:srgbClr val="03234B"/>
                </a:solidFill>
              </a:rPr>
              <a:t>Un appui sur le Bouton 4 (BP4_speedUp) augmentera le duty cycle de 125 si celui-ci est inférieur à 1000</a:t>
            </a:r>
          </a:p>
          <a:p>
            <a:pPr marL="628650" lvl="1" indent="-171450">
              <a:buFont typeface="Wingdings" panose="05000000000000000000" pitchFamily="2" charset="2"/>
              <a:buChar char="q"/>
            </a:pPr>
            <a:r>
              <a:rPr lang="fr-FR" sz="1400" dirty="0">
                <a:solidFill>
                  <a:srgbClr val="03234B"/>
                </a:solidFill>
              </a:rPr>
              <a:t>Afficher un message « Motor speed = %lu »(%lu est la valeur de TIM3-&gt;CCR1)</a:t>
            </a:r>
          </a:p>
          <a:p>
            <a:pPr marL="628650" lvl="1" indent="-171450">
              <a:buFont typeface="Wingdings" panose="05000000000000000000" pitchFamily="2" charset="2"/>
              <a:buChar char="q"/>
            </a:pPr>
            <a:r>
              <a:rPr lang="fr-FR" sz="1400" dirty="0">
                <a:solidFill>
                  <a:srgbClr val="03234B"/>
                </a:solidFill>
              </a:rPr>
              <a:t>Si la vitesse est déjà à 1000 et que l’on appui sur le bouton, on affiche le message « Motor speed already at max speed = %lu » (donc %lu=1000)</a:t>
            </a:r>
          </a:p>
          <a:p>
            <a:pPr marL="628650" lvl="1" indent="-171450">
              <a:buFont typeface="Wingdings" panose="05000000000000000000" pitchFamily="2" charset="2"/>
              <a:buChar char="q"/>
            </a:pPr>
            <a:r>
              <a:rPr lang="fr-FR" sz="1400" dirty="0">
                <a:solidFill>
                  <a:srgbClr val="03234B"/>
                </a:solidFill>
              </a:rPr>
              <a:t>flag_ccr1 prends la valeur de TIM3-&gt;CCR1</a:t>
            </a:r>
          </a:p>
          <a:p>
            <a:pPr marL="628650" lvl="1" indent="-171450">
              <a:buFont typeface="Wingdings" panose="05000000000000000000" pitchFamily="2" charset="2"/>
              <a:buChar char="q"/>
            </a:pPr>
            <a:endParaRPr lang="fr-FR" sz="1400" dirty="0">
              <a:solidFill>
                <a:srgbClr val="03234B"/>
              </a:solidFill>
            </a:endParaRPr>
          </a:p>
          <a:p>
            <a:pPr marL="171450" indent="-171450">
              <a:buFont typeface="Wingdings" panose="05000000000000000000" pitchFamily="2" charset="2"/>
              <a:buChar char="q"/>
            </a:pPr>
            <a:r>
              <a:rPr lang="fr-FR" sz="1400" dirty="0">
                <a:solidFill>
                  <a:srgbClr val="03234B"/>
                </a:solidFill>
                <a:highlight>
                  <a:srgbClr val="FFFF00"/>
                </a:highlight>
              </a:rPr>
              <a:t>Espionner la variable flag_ccr1 et afficher le chronogramme (voir slide suivant)</a:t>
            </a:r>
          </a:p>
        </p:txBody>
      </p:sp>
      <p:grpSp>
        <p:nvGrpSpPr>
          <p:cNvPr id="8" name="Group 7">
            <a:extLst>
              <a:ext uri="{FF2B5EF4-FFF2-40B4-BE49-F238E27FC236}">
                <a16:creationId xmlns:a16="http://schemas.microsoft.com/office/drawing/2014/main" id="{FB08A4C4-FEE6-4427-886E-29E15CB7A85C}"/>
              </a:ext>
            </a:extLst>
          </p:cNvPr>
          <p:cNvGrpSpPr/>
          <p:nvPr/>
        </p:nvGrpSpPr>
        <p:grpSpPr>
          <a:xfrm>
            <a:off x="6277482" y="1922059"/>
            <a:ext cx="5075102" cy="3013883"/>
            <a:chOff x="6096000" y="3338260"/>
            <a:chExt cx="5075102" cy="3013883"/>
          </a:xfrm>
        </p:grpSpPr>
        <p:pic>
          <p:nvPicPr>
            <p:cNvPr id="9" name="Picture 8">
              <a:extLst>
                <a:ext uri="{FF2B5EF4-FFF2-40B4-BE49-F238E27FC236}">
                  <a16:creationId xmlns:a16="http://schemas.microsoft.com/office/drawing/2014/main" id="{E2BA7D18-2BDC-4E31-B79B-AF4D2BC2E297}"/>
                </a:ext>
              </a:extLst>
            </p:cNvPr>
            <p:cNvPicPr>
              <a:picLocks noChangeAspect="1"/>
            </p:cNvPicPr>
            <p:nvPr/>
          </p:nvPicPr>
          <p:blipFill>
            <a:blip r:embed="rId3"/>
            <a:stretch>
              <a:fillRect/>
            </a:stretch>
          </p:blipFill>
          <p:spPr>
            <a:xfrm>
              <a:off x="6096000" y="3338260"/>
              <a:ext cx="5075102" cy="3013883"/>
            </a:xfrm>
            <a:prstGeom prst="rect">
              <a:avLst/>
            </a:prstGeom>
          </p:spPr>
        </p:pic>
        <p:sp>
          <p:nvSpPr>
            <p:cNvPr id="10" name="Oval 9">
              <a:extLst>
                <a:ext uri="{FF2B5EF4-FFF2-40B4-BE49-F238E27FC236}">
                  <a16:creationId xmlns:a16="http://schemas.microsoft.com/office/drawing/2014/main" id="{F35F1093-0AC5-4D32-A705-8F806881362B}"/>
                </a:ext>
              </a:extLst>
            </p:cNvPr>
            <p:cNvSpPr/>
            <p:nvPr/>
          </p:nvSpPr>
          <p:spPr>
            <a:xfrm>
              <a:off x="7288875" y="4257636"/>
              <a:ext cx="1266955" cy="728701"/>
            </a:xfrm>
            <a:prstGeom prst="ellipse">
              <a:avLst/>
            </a:prstGeom>
            <a:noFill/>
            <a:ln>
              <a:solidFill>
                <a:srgbClr val="E60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pSp>
    </p:spTree>
    <p:extLst>
      <p:ext uri="{BB962C8B-B14F-4D97-AF65-F5344CB8AC3E}">
        <p14:creationId xmlns:p14="http://schemas.microsoft.com/office/powerpoint/2010/main" val="20012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E751FAD-1EDC-4116-9969-658A8E998913}"/>
              </a:ext>
            </a:extLst>
          </p:cNvPr>
          <p:cNvSpPr>
            <a:spLocks noGrp="1"/>
          </p:cNvSpPr>
          <p:nvPr>
            <p:ph type="body" sz="quarter" idx="12"/>
          </p:nvPr>
        </p:nvSpPr>
        <p:spPr>
          <a:xfrm>
            <a:off x="119063" y="115888"/>
            <a:ext cx="10153650" cy="720725"/>
          </a:xfrm>
        </p:spPr>
        <p:txBody>
          <a:bodyPr>
            <a:normAutofit/>
          </a:bodyPr>
          <a:lstStyle/>
          <a:p>
            <a:r>
              <a:rPr lang="fr-FR" sz="3200" dirty="0"/>
              <a:t>Exercice </a:t>
            </a:r>
            <a:r>
              <a:rPr lang="fr-FR" sz="3200"/>
              <a:t>2 Résultat</a:t>
            </a:r>
            <a:endParaRPr lang="fr-FR" sz="3200" dirty="0"/>
          </a:p>
        </p:txBody>
      </p:sp>
      <p:sp>
        <p:nvSpPr>
          <p:cNvPr id="11" name="Text Placeholder 10">
            <a:extLst>
              <a:ext uri="{FF2B5EF4-FFF2-40B4-BE49-F238E27FC236}">
                <a16:creationId xmlns:a16="http://schemas.microsoft.com/office/drawing/2014/main" id="{D07C7D74-0718-9073-D5E4-DA2F3AE2D853}"/>
              </a:ext>
            </a:extLst>
          </p:cNvPr>
          <p:cNvSpPr>
            <a:spLocks noGrp="1"/>
          </p:cNvSpPr>
          <p:nvPr>
            <p:ph type="body" sz="quarter" idx="13"/>
          </p:nvPr>
        </p:nvSpPr>
        <p:spPr/>
        <p:txBody>
          <a:bodyPr>
            <a:normAutofit/>
          </a:bodyPr>
          <a:lstStyle/>
          <a:p>
            <a:endParaRPr lang="en-US" dirty="0"/>
          </a:p>
        </p:txBody>
      </p:sp>
      <p:pic>
        <p:nvPicPr>
          <p:cNvPr id="6" name="Picture 5">
            <a:extLst>
              <a:ext uri="{FF2B5EF4-FFF2-40B4-BE49-F238E27FC236}">
                <a16:creationId xmlns:a16="http://schemas.microsoft.com/office/drawing/2014/main" id="{4CE3BBC1-A511-408F-9243-D424C99D64BD}"/>
              </a:ext>
            </a:extLst>
          </p:cNvPr>
          <p:cNvPicPr>
            <a:picLocks noChangeAspect="1"/>
          </p:cNvPicPr>
          <p:nvPr/>
        </p:nvPicPr>
        <p:blipFill>
          <a:blip r:embed="rId4"/>
          <a:stretch>
            <a:fillRect/>
          </a:stretch>
        </p:blipFill>
        <p:spPr>
          <a:xfrm>
            <a:off x="204787" y="1281112"/>
            <a:ext cx="2905125" cy="4162425"/>
          </a:xfrm>
          <a:prstGeom prst="rect">
            <a:avLst/>
          </a:prstGeom>
        </p:spPr>
      </p:pic>
      <p:pic>
        <p:nvPicPr>
          <p:cNvPr id="7" name="Picture 6" descr="A close up of a piece of paper&#10;&#10;Description automatically generated">
            <a:extLst>
              <a:ext uri="{FF2B5EF4-FFF2-40B4-BE49-F238E27FC236}">
                <a16:creationId xmlns:a16="http://schemas.microsoft.com/office/drawing/2014/main" id="{B13CB217-CE89-4CE4-97A5-87042C33E4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09166" y="1076782"/>
            <a:ext cx="9282834" cy="4638218"/>
          </a:xfrm>
          <a:prstGeom prst="rect">
            <a:avLst/>
          </a:prstGeom>
        </p:spPr>
      </p:pic>
    </p:spTree>
    <p:extLst>
      <p:ext uri="{BB962C8B-B14F-4D97-AF65-F5344CB8AC3E}">
        <p14:creationId xmlns:p14="http://schemas.microsoft.com/office/powerpoint/2010/main" val="355707161"/>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DCDCF62-9041-3D39-0A97-FEE30AB4F587}"/>
              </a:ext>
            </a:extLst>
          </p:cNvPr>
          <p:cNvPicPr>
            <a:picLocks noChangeAspect="1"/>
          </p:cNvPicPr>
          <p:nvPr/>
        </p:nvPicPr>
        <p:blipFill>
          <a:blip r:embed="rId2"/>
          <a:stretch>
            <a:fillRect/>
          </a:stretch>
        </p:blipFill>
        <p:spPr>
          <a:xfrm>
            <a:off x="3470672" y="0"/>
            <a:ext cx="5250656" cy="6858000"/>
          </a:xfrm>
          <a:prstGeom prst="rect">
            <a:avLst/>
          </a:prstGeom>
        </p:spPr>
      </p:pic>
    </p:spTree>
    <p:extLst>
      <p:ext uri="{BB962C8B-B14F-4D97-AF65-F5344CB8AC3E}">
        <p14:creationId xmlns:p14="http://schemas.microsoft.com/office/powerpoint/2010/main" val="40469370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601123A-0F4B-0314-1733-896799FE224E}"/>
              </a:ext>
            </a:extLst>
          </p:cNvPr>
          <p:cNvSpPr>
            <a:spLocks noGrp="1"/>
          </p:cNvSpPr>
          <p:nvPr>
            <p:ph type="body" sz="quarter" idx="12"/>
          </p:nvPr>
        </p:nvSpPr>
        <p:spPr/>
        <p:txBody>
          <a:bodyPr/>
          <a:lstStyle/>
          <a:p>
            <a:r>
              <a:rPr lang="en-US" sz="3200" dirty="0"/>
              <a:t>L’effet rebond</a:t>
            </a:r>
          </a:p>
        </p:txBody>
      </p:sp>
      <p:sp>
        <p:nvSpPr>
          <p:cNvPr id="5" name="Text Placeholder 4">
            <a:extLst>
              <a:ext uri="{FF2B5EF4-FFF2-40B4-BE49-F238E27FC236}">
                <a16:creationId xmlns:a16="http://schemas.microsoft.com/office/drawing/2014/main" id="{6DF23121-ED54-75DB-F9BC-EF4FF55C94B6}"/>
              </a:ext>
            </a:extLst>
          </p:cNvPr>
          <p:cNvSpPr>
            <a:spLocks noGrp="1"/>
          </p:cNvSpPr>
          <p:nvPr>
            <p:ph type="body" sz="quarter" idx="13"/>
          </p:nvPr>
        </p:nvSpPr>
        <p:spPr>
          <a:xfrm>
            <a:off x="119063" y="980729"/>
            <a:ext cx="11880850" cy="1512167"/>
          </a:xfrm>
        </p:spPr>
        <p:txBody>
          <a:bodyPr/>
          <a:lstStyle/>
          <a:p>
            <a:r>
              <a:rPr lang="fr-FR" sz="1800" dirty="0">
                <a:solidFill>
                  <a:schemeClr val="accent1"/>
                </a:solidFill>
                <a:effectLst/>
                <a:ea typeface="Times New Roman" panose="02020603050405020304" pitchFamily="18" charset="0"/>
                <a:cs typeface="Aptos" panose="020B0004020202020204" pitchFamily="34" charset="0"/>
              </a:rPr>
              <a:t>L'effet rebond (ou "bouncing") en électronique se produit lorsqu'un bouton poussoir ou un interrupteur est activé. Au lieu de faire un contact propre et unique, les contacts métalliques internes se touchent et se séparent rapidement plusieurs fois avant de se stabiliser, ce qui génère des impulsions électriques indésirables. Cela se traduit par de multiples transitions entre l'état "ouvert" et "fermé" en un très court laps de temps, créant ainsi des signaux parasites.</a:t>
            </a:r>
            <a:endParaRPr lang="fr-FR" sz="1800" dirty="0">
              <a:solidFill>
                <a:schemeClr val="accent1"/>
              </a:solidFill>
              <a:effectLst/>
              <a:ea typeface="Aptos" panose="020B0004020202020204" pitchFamily="34" charset="0"/>
              <a:cs typeface="Aptos" panose="020B0004020202020204" pitchFamily="34" charset="0"/>
            </a:endParaRPr>
          </a:p>
        </p:txBody>
      </p:sp>
      <p:pic>
        <p:nvPicPr>
          <p:cNvPr id="6" name="Picture 5">
            <a:extLst>
              <a:ext uri="{FF2B5EF4-FFF2-40B4-BE49-F238E27FC236}">
                <a16:creationId xmlns:a16="http://schemas.microsoft.com/office/drawing/2014/main" id="{0F658DE2-6D49-0F87-BD90-BE9B8262F522}"/>
              </a:ext>
            </a:extLst>
          </p:cNvPr>
          <p:cNvPicPr>
            <a:picLocks noChangeAspect="1"/>
          </p:cNvPicPr>
          <p:nvPr/>
        </p:nvPicPr>
        <p:blipFill>
          <a:blip r:embed="rId2"/>
          <a:stretch>
            <a:fillRect/>
          </a:stretch>
        </p:blipFill>
        <p:spPr>
          <a:xfrm>
            <a:off x="6334099" y="2637012"/>
            <a:ext cx="5665814" cy="3777209"/>
          </a:xfrm>
          <a:prstGeom prst="rect">
            <a:avLst/>
          </a:prstGeom>
        </p:spPr>
      </p:pic>
      <p:sp>
        <p:nvSpPr>
          <p:cNvPr id="8" name="TextBox 7">
            <a:extLst>
              <a:ext uri="{FF2B5EF4-FFF2-40B4-BE49-F238E27FC236}">
                <a16:creationId xmlns:a16="http://schemas.microsoft.com/office/drawing/2014/main" id="{8A5CAEBD-0D9A-4DD3-A2A6-DDCF5792ABF6}"/>
              </a:ext>
            </a:extLst>
          </p:cNvPr>
          <p:cNvSpPr txBox="1"/>
          <p:nvPr/>
        </p:nvSpPr>
        <p:spPr>
          <a:xfrm>
            <a:off x="192087" y="3072443"/>
            <a:ext cx="6047929" cy="2585323"/>
          </a:xfrm>
          <a:prstGeom prst="rect">
            <a:avLst/>
          </a:prstGeom>
          <a:noFill/>
        </p:spPr>
        <p:txBody>
          <a:bodyPr wrap="square">
            <a:spAutoFit/>
          </a:bodyPr>
          <a:lstStyle/>
          <a:p>
            <a:pPr marL="285750" indent="-285750">
              <a:buFont typeface="Arial" panose="020B0604020202020204" pitchFamily="34" charset="0"/>
              <a:buChar char="•"/>
            </a:pPr>
            <a:r>
              <a:rPr lang="fr-FR" dirty="0"/>
              <a:t>Ces rebonds peuvent causer des erreurs dans les circuits numériques, où chaque transition est interprétée comme une action distincte. Pour éliminer ces effets indésirables, on utilise des techniques de "dé-bouncing", comme des filtres électroniques (avec des condensateurs et des résistances) ou des solutions logicielles (temporisation) pour s'assurer que seul un changement propre et stable est détecté lors de l'appui sur le bouton.</a:t>
            </a:r>
            <a:endParaRPr lang="en-US" dirty="0"/>
          </a:p>
        </p:txBody>
      </p:sp>
    </p:spTree>
    <p:extLst>
      <p:ext uri="{BB962C8B-B14F-4D97-AF65-F5344CB8AC3E}">
        <p14:creationId xmlns:p14="http://schemas.microsoft.com/office/powerpoint/2010/main" val="35042775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7A7823E-8F8C-0712-ADF2-8FBCAC49F52E}"/>
              </a:ext>
            </a:extLst>
          </p:cNvPr>
          <p:cNvSpPr>
            <a:spLocks noGrp="1"/>
          </p:cNvSpPr>
          <p:nvPr>
            <p:ph type="body" sz="quarter" idx="12"/>
          </p:nvPr>
        </p:nvSpPr>
        <p:spPr/>
        <p:txBody>
          <a:bodyPr/>
          <a:lstStyle/>
          <a:p>
            <a:r>
              <a:rPr lang="fr-FR" sz="3200" dirty="0"/>
              <a:t>Solution logicielle (1/2)</a:t>
            </a:r>
          </a:p>
        </p:txBody>
      </p:sp>
      <p:sp>
        <p:nvSpPr>
          <p:cNvPr id="5" name="Text Placeholder 4">
            <a:extLst>
              <a:ext uri="{FF2B5EF4-FFF2-40B4-BE49-F238E27FC236}">
                <a16:creationId xmlns:a16="http://schemas.microsoft.com/office/drawing/2014/main" id="{337E54E9-BFF2-5420-0713-ECFF9669A0E2}"/>
              </a:ext>
            </a:extLst>
          </p:cNvPr>
          <p:cNvSpPr>
            <a:spLocks noGrp="1"/>
          </p:cNvSpPr>
          <p:nvPr>
            <p:ph type="body" sz="quarter" idx="13"/>
          </p:nvPr>
        </p:nvSpPr>
        <p:spPr>
          <a:xfrm>
            <a:off x="119063" y="980729"/>
            <a:ext cx="11880850" cy="1080119"/>
          </a:xfrm>
        </p:spPr>
        <p:txBody>
          <a:bodyPr/>
          <a:lstStyle/>
          <a:p>
            <a:r>
              <a:rPr lang="fr-FR" dirty="0"/>
              <a:t>Nous allons utiliser un basic timer pour capturer l’état du bouton au premier appui, avec la mise en place d’un flag nous allons ignorer les rebonds, enfin nous changerons l’état du flag après un certaine période afin de reconsidérer l’appui du bouton.</a:t>
            </a:r>
          </a:p>
        </p:txBody>
      </p:sp>
      <p:pic>
        <p:nvPicPr>
          <p:cNvPr id="7" name="Picture 6">
            <a:extLst>
              <a:ext uri="{FF2B5EF4-FFF2-40B4-BE49-F238E27FC236}">
                <a16:creationId xmlns:a16="http://schemas.microsoft.com/office/drawing/2014/main" id="{16D6BCCE-FA33-E37D-EB9B-DAF3C3753CF1}"/>
              </a:ext>
            </a:extLst>
          </p:cNvPr>
          <p:cNvPicPr>
            <a:picLocks noChangeAspect="1"/>
          </p:cNvPicPr>
          <p:nvPr/>
        </p:nvPicPr>
        <p:blipFill>
          <a:blip r:embed="rId2"/>
          <a:stretch>
            <a:fillRect/>
          </a:stretch>
        </p:blipFill>
        <p:spPr>
          <a:xfrm>
            <a:off x="2099556" y="2159164"/>
            <a:ext cx="7992888" cy="4437739"/>
          </a:xfrm>
          <a:prstGeom prst="rect">
            <a:avLst/>
          </a:prstGeom>
        </p:spPr>
      </p:pic>
    </p:spTree>
    <p:extLst>
      <p:ext uri="{BB962C8B-B14F-4D97-AF65-F5344CB8AC3E}">
        <p14:creationId xmlns:p14="http://schemas.microsoft.com/office/powerpoint/2010/main" val="5901747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DBD1B22-CED8-4683-D4DC-CE557AF09C53}"/>
              </a:ext>
            </a:extLst>
          </p:cNvPr>
          <p:cNvSpPr>
            <a:spLocks noGrp="1"/>
          </p:cNvSpPr>
          <p:nvPr>
            <p:ph type="body" sz="quarter" idx="12"/>
          </p:nvPr>
        </p:nvSpPr>
        <p:spPr/>
        <p:txBody>
          <a:bodyPr/>
          <a:lstStyle/>
          <a:p>
            <a:r>
              <a:rPr lang="fr-FR" sz="3200" dirty="0"/>
              <a:t>Solution logicielle (2/2)</a:t>
            </a:r>
          </a:p>
        </p:txBody>
      </p:sp>
      <p:pic>
        <p:nvPicPr>
          <p:cNvPr id="7" name="Picture 6">
            <a:extLst>
              <a:ext uri="{FF2B5EF4-FFF2-40B4-BE49-F238E27FC236}">
                <a16:creationId xmlns:a16="http://schemas.microsoft.com/office/drawing/2014/main" id="{B5E67101-8D62-7AE2-8E01-DA4E7081F534}"/>
              </a:ext>
            </a:extLst>
          </p:cNvPr>
          <p:cNvPicPr>
            <a:picLocks noChangeAspect="1"/>
          </p:cNvPicPr>
          <p:nvPr/>
        </p:nvPicPr>
        <p:blipFill>
          <a:blip r:embed="rId2"/>
          <a:stretch>
            <a:fillRect/>
          </a:stretch>
        </p:blipFill>
        <p:spPr>
          <a:xfrm>
            <a:off x="1343472" y="872312"/>
            <a:ext cx="4968552" cy="5879339"/>
          </a:xfrm>
          <a:prstGeom prst="rect">
            <a:avLst/>
          </a:prstGeom>
        </p:spPr>
      </p:pic>
      <p:pic>
        <p:nvPicPr>
          <p:cNvPr id="9" name="Picture 8">
            <a:extLst>
              <a:ext uri="{FF2B5EF4-FFF2-40B4-BE49-F238E27FC236}">
                <a16:creationId xmlns:a16="http://schemas.microsoft.com/office/drawing/2014/main" id="{ECA8F201-EF5C-E854-73F5-D4152DDB8134}"/>
              </a:ext>
            </a:extLst>
          </p:cNvPr>
          <p:cNvPicPr>
            <a:picLocks noChangeAspect="1"/>
          </p:cNvPicPr>
          <p:nvPr/>
        </p:nvPicPr>
        <p:blipFill>
          <a:blip r:embed="rId3"/>
          <a:stretch>
            <a:fillRect/>
          </a:stretch>
        </p:blipFill>
        <p:spPr>
          <a:xfrm>
            <a:off x="6600056" y="2420888"/>
            <a:ext cx="5420481" cy="2505425"/>
          </a:xfrm>
          <a:prstGeom prst="rect">
            <a:avLst/>
          </a:prstGeom>
        </p:spPr>
      </p:pic>
    </p:spTree>
    <p:extLst>
      <p:ext uri="{BB962C8B-B14F-4D97-AF65-F5344CB8AC3E}">
        <p14:creationId xmlns:p14="http://schemas.microsoft.com/office/powerpoint/2010/main" val="15555942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7e29489c09c3c63187c2677341ee6319b0e3d0"/>
</p:tagLst>
</file>

<file path=ppt/theme/theme1.xml><?xml version="1.0" encoding="utf-8"?>
<a:theme xmlns:a="http://schemas.openxmlformats.org/drawingml/2006/main" name="ST PowerPoint Template 16x9">
  <a:themeElements>
    <a:clrScheme name="STMicroelectronics 2021">
      <a:dk1>
        <a:srgbClr val="03234B"/>
      </a:dk1>
      <a:lt1>
        <a:srgbClr val="FFFFFF"/>
      </a:lt1>
      <a:dk2>
        <a:srgbClr val="464650"/>
      </a:dk2>
      <a:lt2>
        <a:srgbClr val="E8E8E9"/>
      </a:lt2>
      <a:accent1>
        <a:srgbClr val="03234B"/>
      </a:accent1>
      <a:accent2>
        <a:srgbClr val="E6007E"/>
      </a:accent2>
      <a:accent3>
        <a:srgbClr val="3CB4E6"/>
      </a:accent3>
      <a:accent4>
        <a:srgbClr val="FFD200"/>
      </a:accent4>
      <a:accent5>
        <a:srgbClr val="49B170"/>
      </a:accent5>
      <a:accent6>
        <a:srgbClr val="8C0078"/>
      </a:accent6>
      <a:hlink>
        <a:srgbClr val="3CB4E6"/>
      </a:hlink>
      <a:folHlink>
        <a:srgbClr val="3CB4E6"/>
      </a:folHlink>
    </a:clrScheme>
    <a:fontScheme name="ST BRAND 2019">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buClr>
            <a:schemeClr val="bg1"/>
          </a:buCl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2225">
          <a:headEnd type="none"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err="1" smtClean="0"/>
        </a:defPPr>
      </a:lstStyle>
    </a:txDef>
  </a:objectDefaults>
  <a:extraClrSchemeLst/>
  <a:extLst>
    <a:ext uri="{05A4C25C-085E-4340-85A3-A5531E510DB2}">
      <thm15:themeFamily xmlns:thm15="http://schemas.microsoft.com/office/thememl/2012/main" name="ST_Template_[16-9].potx" id="{CD5ACC94-6E44-41CD-AD84-5EC23CEA07C9}" vid="{AE223C04-3F7D-4337-AA9C-E9D20F57FFE9}"/>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ureau">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b5b0a18-0ac8-40ff-9dda-cbf02757ab37">
      <Terms xmlns="http://schemas.microsoft.com/office/infopath/2007/PartnerControls"/>
    </lcf76f155ced4ddcb4097134ff3c332f>
    <TaxCatchAll xmlns="0cb2f437-beb1-4687-8ff2-788330b5ca7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862CCF50953A34F8DA5C30A590C3005" ma:contentTypeVersion="11" ma:contentTypeDescription="Crée un document." ma:contentTypeScope="" ma:versionID="e7d8b9f836649573da8f0cf44141a357">
  <xsd:schema xmlns:xsd="http://www.w3.org/2001/XMLSchema" xmlns:xs="http://www.w3.org/2001/XMLSchema" xmlns:p="http://schemas.microsoft.com/office/2006/metadata/properties" xmlns:ns2="1b5b0a18-0ac8-40ff-9dda-cbf02757ab37" xmlns:ns3="0cb2f437-beb1-4687-8ff2-788330b5ca72" targetNamespace="http://schemas.microsoft.com/office/2006/metadata/properties" ma:root="true" ma:fieldsID="2a292ad2c614c2f769c1958b5880bc7d" ns2:_="" ns3:_="">
    <xsd:import namespace="1b5b0a18-0ac8-40ff-9dda-cbf02757ab37"/>
    <xsd:import namespace="0cb2f437-beb1-4687-8ff2-788330b5ca7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5b0a18-0ac8-40ff-9dda-cbf02757ab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bafe7f-9857-4f22-abd8-d347ad85f089"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cb2f437-beb1-4687-8ff2-788330b5ca7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6637468-d8fd-43cf-95be-15fffd0247d3}" ma:internalName="TaxCatchAll" ma:showField="CatchAllData" ma:web="0cb2f437-beb1-4687-8ff2-788330b5ca7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EADB4B4-4CD2-4DDB-8FB5-163083A918CC}">
  <ds:schemaRefs>
    <ds:schemaRef ds:uri="http://schemas.microsoft.com/office/2006/metadata/properties"/>
    <ds:schemaRef ds:uri="http://schemas.microsoft.com/office/infopath/2007/PartnerControls"/>
    <ds:schemaRef ds:uri="089cdac0-8684-4bdc-8c80-fe5fe0837837"/>
  </ds:schemaRefs>
</ds:datastoreItem>
</file>

<file path=customXml/itemProps2.xml><?xml version="1.0" encoding="utf-8"?>
<ds:datastoreItem xmlns:ds="http://schemas.openxmlformats.org/officeDocument/2006/customXml" ds:itemID="{6C3C9DBC-2F9A-4C2A-9095-02901C12122B}">
  <ds:schemaRefs>
    <ds:schemaRef ds:uri="http://schemas.microsoft.com/sharepoint/v3/contenttype/forms"/>
  </ds:schemaRefs>
</ds:datastoreItem>
</file>

<file path=customXml/itemProps3.xml><?xml version="1.0" encoding="utf-8"?>
<ds:datastoreItem xmlns:ds="http://schemas.openxmlformats.org/officeDocument/2006/customXml" ds:itemID="{4674336D-6291-4649-9DF6-F0A2C710963C}"/>
</file>

<file path=docMetadata/LabelInfo.xml><?xml version="1.0" encoding="utf-8"?>
<clbl:labelList xmlns:clbl="http://schemas.microsoft.com/office/2020/mipLabelMetadata">
  <clbl:label id="{cf8c7287-838c-46dd-b281-b1140229e67a}" enabled="1" method="Privileged" siteId="{75e027c9-20d5-47d5-b82f-77d7cd041e8f}" removed="0"/>
</clbl:labelList>
</file>

<file path=docProps/app.xml><?xml version="1.0" encoding="utf-8"?>
<Properties xmlns="http://schemas.openxmlformats.org/officeDocument/2006/extended-properties" xmlns:vt="http://schemas.openxmlformats.org/officeDocument/2006/docPropsVTypes">
  <TotalTime>42901</TotalTime>
  <Words>1668</Words>
  <Application>Microsoft Office PowerPoint</Application>
  <PresentationFormat>Grand écran</PresentationFormat>
  <Paragraphs>184</Paragraphs>
  <Slides>21</Slides>
  <Notes>17</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21</vt:i4>
      </vt:variant>
    </vt:vector>
  </HeadingPairs>
  <TitlesOfParts>
    <vt:vector size="27" baseType="lpstr">
      <vt:lpstr>Aptos</vt:lpstr>
      <vt:lpstr>Arial</vt:lpstr>
      <vt:lpstr>Calibri</vt:lpstr>
      <vt:lpstr>Times New Roman</vt:lpstr>
      <vt:lpstr>Wingdings</vt:lpstr>
      <vt:lpstr>ST PowerPoint Template 16x9</vt:lpstr>
      <vt:lpstr>TP04 – PWM STM32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Jean Louis Scotto di Quaquero</dc:creator>
  <cp:keywords/>
  <dc:description/>
  <cp:lastModifiedBy>julien terrier</cp:lastModifiedBy>
  <cp:revision>804</cp:revision>
  <dcterms:created xsi:type="dcterms:W3CDTF">2019-08-27T13:56:49Z</dcterms:created>
  <dcterms:modified xsi:type="dcterms:W3CDTF">2025-04-02T14:46:33Z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0x0101007862CCF50953A34F8DA5C30A590C3005</vt:lpwstr>
  </property>
</Properties>
</file>